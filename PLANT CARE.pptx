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9"/>
  </p:notesMasterIdLst>
  <p:sldIdLst>
    <p:sldId id="256" r:id="rId2"/>
    <p:sldId id="259" r:id="rId3"/>
    <p:sldId id="265" r:id="rId4"/>
    <p:sldId id="286" r:id="rId5"/>
    <p:sldId id="268" r:id="rId6"/>
    <p:sldId id="257" r:id="rId7"/>
    <p:sldId id="281" r:id="rId8"/>
  </p:sldIdLst>
  <p:sldSz cx="9144000" cy="5143500" type="screen16x9"/>
  <p:notesSz cx="6858000" cy="9144000"/>
  <p:embeddedFontLst>
    <p:embeddedFont>
      <p:font typeface="Signika Negative" panose="020B0604020202020204" charset="0"/>
      <p:regular r:id="rId10"/>
      <p:bold r:id="rId11"/>
    </p:embeddedFont>
    <p:embeddedFont>
      <p:font typeface="Comfortaa" panose="020B0604020202020204" charset="0"/>
      <p:regular r:id="rId12"/>
      <p:bold r:id="rId13"/>
    </p:embeddedFont>
    <p:embeddedFont>
      <p:font typeface="Leckerli One" panose="020B0604020202020204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42F6D6-4C69-4C37-808B-88331DC5DE80}">
  <a:tblStyle styleId="{E142F6D6-4C69-4C37-808B-88331DC5DE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0426A36-B824-469E-A64F-6DAA54692EF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7" d="100"/>
          <a:sy n="107" d="100"/>
        </p:scale>
        <p:origin x="758" y="4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66501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5280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12f2a3a2290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12f2a3a2290_0_1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020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2" name="Google Shape;3312;g13010a1fba8_0_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3" name="Google Shape;3313;g13010a1fba8_0_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1778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" name="Google Shape;7915;g130a3149636_1_8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6" name="Google Shape;7916;g130a3149636_1_8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677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2" name="Google Shape;3732;g13010a1fba8_0_16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3" name="Google Shape;3733;g13010a1fba8_0_16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536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130a3149636_1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130a3149636_1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0488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8" name="Google Shape;5758;g13010a1fba8_0_1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9" name="Google Shape;5759;g13010a1fba8_0_1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005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03700" y="991675"/>
            <a:ext cx="4154100" cy="91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>
                <a:latin typeface="Signika Negative"/>
                <a:ea typeface="Signika Negative"/>
                <a:cs typeface="Signika Negative"/>
                <a:sym typeface="Signika Negativ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03700" y="2691250"/>
            <a:ext cx="3113100" cy="7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latin typeface="Comfortaa"/>
                <a:ea typeface="Comfortaa"/>
                <a:cs typeface="Comfortaa"/>
                <a:sym typeface="Comforta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6150" y="3880388"/>
            <a:ext cx="1055958" cy="862253"/>
            <a:chOff x="-3582421" y="966287"/>
            <a:chExt cx="932825" cy="761775"/>
          </a:xfrm>
        </p:grpSpPr>
        <p:sp>
          <p:nvSpPr>
            <p:cNvPr id="12" name="Google Shape;12;p2"/>
            <p:cNvSpPr/>
            <p:nvPr/>
          </p:nvSpPr>
          <p:spPr>
            <a:xfrm rot="10800000">
              <a:off x="-3506221" y="1575887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-3201421" y="1423487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-3582421" y="966287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-3277621" y="1118687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5234963" y="19050"/>
            <a:ext cx="1583275" cy="476950"/>
            <a:chOff x="-830500" y="160050"/>
            <a:chExt cx="1583275" cy="476950"/>
          </a:xfrm>
        </p:grpSpPr>
        <p:sp>
          <p:nvSpPr>
            <p:cNvPr id="17" name="Google Shape;17;p2"/>
            <p:cNvSpPr/>
            <p:nvPr/>
          </p:nvSpPr>
          <p:spPr>
            <a:xfrm>
              <a:off x="40000" y="30677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00950" y="1600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-8305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flipH="1">
              <a:off x="-5257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7535193" y="5911"/>
            <a:ext cx="1918718" cy="2929652"/>
            <a:chOff x="8104200" y="-191237"/>
            <a:chExt cx="1694981" cy="2588261"/>
          </a:xfrm>
        </p:grpSpPr>
        <p:sp>
          <p:nvSpPr>
            <p:cNvPr id="22" name="Google Shape;22;p2"/>
            <p:cNvSpPr/>
            <p:nvPr/>
          </p:nvSpPr>
          <p:spPr>
            <a:xfrm>
              <a:off x="9252781" y="1925061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flipH="1">
              <a:off x="8878593" y="22448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10800000">
              <a:off x="8802393" y="17114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10800000">
              <a:off x="9107193" y="15590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flipH="1">
              <a:off x="8104200" y="1897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flipH="1">
              <a:off x="8866200" y="7993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10800000">
              <a:off x="8332800" y="-191237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8387796" y="3770652"/>
            <a:ext cx="710924" cy="517250"/>
            <a:chOff x="9798934" y="-1622310"/>
            <a:chExt cx="710924" cy="517250"/>
          </a:xfrm>
        </p:grpSpPr>
        <p:sp>
          <p:nvSpPr>
            <p:cNvPr id="30" name="Google Shape;30;p2"/>
            <p:cNvSpPr/>
            <p:nvPr/>
          </p:nvSpPr>
          <p:spPr>
            <a:xfrm rot="10800000">
              <a:off x="9885192" y="-1277307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flipH="1">
              <a:off x="9798934" y="-1622310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5571825" y="-958825"/>
            <a:ext cx="7070700" cy="7070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1"/>
          </p:nvPr>
        </p:nvSpPr>
        <p:spPr>
          <a:xfrm>
            <a:off x="713225" y="1085800"/>
            <a:ext cx="4935000" cy="35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title"/>
          </p:nvPr>
        </p:nvSpPr>
        <p:spPr>
          <a:xfrm>
            <a:off x="714375" y="367894"/>
            <a:ext cx="493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4"/>
          <p:cNvGrpSpPr/>
          <p:nvPr/>
        </p:nvGrpSpPr>
        <p:grpSpPr>
          <a:xfrm flipH="1">
            <a:off x="-266359" y="4179442"/>
            <a:ext cx="1233732" cy="862253"/>
            <a:chOff x="9540159" y="-1794812"/>
            <a:chExt cx="1233732" cy="862253"/>
          </a:xfrm>
        </p:grpSpPr>
        <p:sp>
          <p:nvSpPr>
            <p:cNvPr id="54" name="Google Shape;54;p4"/>
            <p:cNvSpPr/>
            <p:nvPr/>
          </p:nvSpPr>
          <p:spPr>
            <a:xfrm rot="10800000">
              <a:off x="9540159" y="-1104805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rot="10800000">
              <a:off x="9885192" y="-1277307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flipH="1">
              <a:off x="10149225" y="-1794812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9798934" y="-1622310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58;p4"/>
          <p:cNvGrpSpPr/>
          <p:nvPr/>
        </p:nvGrpSpPr>
        <p:grpSpPr>
          <a:xfrm>
            <a:off x="-178981" y="169400"/>
            <a:ext cx="9581343" cy="3599494"/>
            <a:chOff x="8646951" y="646963"/>
            <a:chExt cx="8464084" cy="3180046"/>
          </a:xfrm>
        </p:grpSpPr>
        <p:sp>
          <p:nvSpPr>
            <p:cNvPr id="59" name="Google Shape;59;p4"/>
            <p:cNvSpPr/>
            <p:nvPr/>
          </p:nvSpPr>
          <p:spPr>
            <a:xfrm>
              <a:off x="8646951" y="1925061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10800000">
              <a:off x="8802393" y="17114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16254410" y="352243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flipH="1">
              <a:off x="16559210" y="367483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 flipH="1">
              <a:off x="8696029" y="6469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 flipH="1">
              <a:off x="9000829" y="7993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 rot="10800000">
              <a:off x="16483010" y="3368640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4519325" y="-3677500"/>
            <a:ext cx="5532000" cy="5532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" name="Google Shape;89;p6"/>
          <p:cNvGrpSpPr/>
          <p:nvPr/>
        </p:nvGrpSpPr>
        <p:grpSpPr>
          <a:xfrm>
            <a:off x="8010875" y="3993851"/>
            <a:ext cx="1055958" cy="862253"/>
            <a:chOff x="9453900" y="-1794812"/>
            <a:chExt cx="1055958" cy="862253"/>
          </a:xfrm>
        </p:grpSpPr>
        <p:sp>
          <p:nvSpPr>
            <p:cNvPr id="90" name="Google Shape;90;p6"/>
            <p:cNvSpPr/>
            <p:nvPr/>
          </p:nvSpPr>
          <p:spPr>
            <a:xfrm rot="10800000">
              <a:off x="9540159" y="-1104805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6"/>
            <p:cNvSpPr/>
            <p:nvPr/>
          </p:nvSpPr>
          <p:spPr>
            <a:xfrm rot="10800000">
              <a:off x="9885192" y="-1277307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 flipH="1">
              <a:off x="9453900" y="-1794812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 flipH="1">
              <a:off x="9798934" y="-1622310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6"/>
          <p:cNvGrpSpPr/>
          <p:nvPr/>
        </p:nvGrpSpPr>
        <p:grpSpPr>
          <a:xfrm flipH="1">
            <a:off x="8433743" y="1904959"/>
            <a:ext cx="1158539" cy="948504"/>
            <a:chOff x="8775737" y="1559048"/>
            <a:chExt cx="1023444" cy="837975"/>
          </a:xfrm>
        </p:grpSpPr>
        <p:sp>
          <p:nvSpPr>
            <p:cNvPr id="95" name="Google Shape;95;p6"/>
            <p:cNvSpPr/>
            <p:nvPr/>
          </p:nvSpPr>
          <p:spPr>
            <a:xfrm>
              <a:off x="9252781" y="1925061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6"/>
            <p:cNvSpPr/>
            <p:nvPr/>
          </p:nvSpPr>
          <p:spPr>
            <a:xfrm flipH="1">
              <a:off x="8775737" y="20924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 flipH="1">
              <a:off x="9080537" y="22448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 rot="10800000">
              <a:off x="8802393" y="17114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 rot="10800000">
              <a:off x="9107193" y="15590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100;p6"/>
          <p:cNvGrpSpPr/>
          <p:nvPr/>
        </p:nvGrpSpPr>
        <p:grpSpPr>
          <a:xfrm>
            <a:off x="-661012" y="476250"/>
            <a:ext cx="2075825" cy="4572700"/>
            <a:chOff x="-830500" y="160050"/>
            <a:chExt cx="2075825" cy="4572700"/>
          </a:xfrm>
        </p:grpSpPr>
        <p:sp>
          <p:nvSpPr>
            <p:cNvPr id="101" name="Google Shape;101;p6"/>
            <p:cNvSpPr/>
            <p:nvPr/>
          </p:nvSpPr>
          <p:spPr>
            <a:xfrm>
              <a:off x="40000" y="30677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200950" y="1600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888" y="3975038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 flipH="1">
              <a:off x="236300" y="412337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 flipH="1">
              <a:off x="541100" y="427577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 flipH="1">
              <a:off x="693500" y="458057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 rot="10800000">
              <a:off x="-144700" y="3609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 rot="10800000">
              <a:off x="7700" y="3304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 flipH="1">
              <a:off x="-5257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flipH="1">
              <a:off x="-2209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 rot="10800000">
              <a:off x="-297100" y="1856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 rot="10800000">
              <a:off x="7700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 flipH="1">
              <a:off x="-8305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 flipH="1">
              <a:off x="-5257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 flipH="1">
              <a:off x="-68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>
            <a:spLocks noGrp="1"/>
          </p:cNvSpPr>
          <p:nvPr>
            <p:ph type="title"/>
          </p:nvPr>
        </p:nvSpPr>
        <p:spPr>
          <a:xfrm>
            <a:off x="4524375" y="1787100"/>
            <a:ext cx="3754200" cy="48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1" name="Google Shape;161;p9"/>
          <p:cNvSpPr txBox="1">
            <a:spLocks noGrp="1"/>
          </p:cNvSpPr>
          <p:nvPr>
            <p:ph type="subTitle" idx="1"/>
          </p:nvPr>
        </p:nvSpPr>
        <p:spPr>
          <a:xfrm>
            <a:off x="4524375" y="2412019"/>
            <a:ext cx="37542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2" name="Google Shape;162;p9"/>
          <p:cNvGrpSpPr/>
          <p:nvPr/>
        </p:nvGrpSpPr>
        <p:grpSpPr>
          <a:xfrm flipH="1">
            <a:off x="-162237" y="0"/>
            <a:ext cx="4209425" cy="476950"/>
            <a:chOff x="-1573450" y="160050"/>
            <a:chExt cx="4209425" cy="476950"/>
          </a:xfrm>
        </p:grpSpPr>
        <p:sp>
          <p:nvSpPr>
            <p:cNvPr id="163" name="Google Shape;163;p9"/>
            <p:cNvSpPr/>
            <p:nvPr/>
          </p:nvSpPr>
          <p:spPr>
            <a:xfrm>
              <a:off x="40000" y="30677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200950" y="1600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 rot="10800000">
              <a:off x="-1573450" y="2181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 rot="10800000">
              <a:off x="2084150" y="2181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 flipH="1">
              <a:off x="-8305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 flipH="1">
              <a:off x="-5257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8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16"/>
          <p:cNvGrpSpPr/>
          <p:nvPr/>
        </p:nvGrpSpPr>
        <p:grpSpPr>
          <a:xfrm flipH="1">
            <a:off x="8221132" y="228250"/>
            <a:ext cx="1354675" cy="4896550"/>
            <a:chOff x="-830500" y="-144750"/>
            <a:chExt cx="1354675" cy="4896550"/>
          </a:xfrm>
        </p:grpSpPr>
        <p:sp>
          <p:nvSpPr>
            <p:cNvPr id="293" name="Google Shape;293;p16"/>
            <p:cNvSpPr/>
            <p:nvPr/>
          </p:nvSpPr>
          <p:spPr>
            <a:xfrm>
              <a:off x="-188600" y="197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-27650" y="-1447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 flipH="1">
              <a:off x="-6781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6"/>
            <p:cNvSpPr/>
            <p:nvPr/>
          </p:nvSpPr>
          <p:spPr>
            <a:xfrm flipH="1">
              <a:off x="-373300" y="429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 flipH="1">
              <a:off x="-2209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6"/>
            <p:cNvSpPr/>
            <p:nvPr/>
          </p:nvSpPr>
          <p:spPr>
            <a:xfrm flipH="1">
              <a:off x="-5257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6"/>
            <p:cNvSpPr/>
            <p:nvPr/>
          </p:nvSpPr>
          <p:spPr>
            <a:xfrm rot="10800000">
              <a:off x="-525700" y="12849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 flipH="1">
              <a:off x="-8305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6"/>
            <p:cNvSpPr/>
            <p:nvPr/>
          </p:nvSpPr>
          <p:spPr>
            <a:xfrm flipH="1">
              <a:off x="-5257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6"/>
            <p:cNvSpPr/>
            <p:nvPr/>
          </p:nvSpPr>
          <p:spPr>
            <a:xfrm flipH="1">
              <a:off x="-68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" name="Google Shape;303;p16"/>
          <p:cNvGrpSpPr/>
          <p:nvPr/>
        </p:nvGrpSpPr>
        <p:grpSpPr>
          <a:xfrm flipH="1">
            <a:off x="-266359" y="3798442"/>
            <a:ext cx="1233732" cy="1243253"/>
            <a:chOff x="9540159" y="-2175812"/>
            <a:chExt cx="1233732" cy="1243253"/>
          </a:xfrm>
        </p:grpSpPr>
        <p:sp>
          <p:nvSpPr>
            <p:cNvPr id="304" name="Google Shape;304;p16"/>
            <p:cNvSpPr/>
            <p:nvPr/>
          </p:nvSpPr>
          <p:spPr>
            <a:xfrm rot="10800000">
              <a:off x="9540159" y="-1104805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6"/>
            <p:cNvSpPr/>
            <p:nvPr/>
          </p:nvSpPr>
          <p:spPr>
            <a:xfrm rot="10800000">
              <a:off x="9885192" y="-1277307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 flipH="1">
              <a:off x="10149225" y="-2175812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6"/>
            <p:cNvSpPr/>
            <p:nvPr/>
          </p:nvSpPr>
          <p:spPr>
            <a:xfrm flipH="1">
              <a:off x="9798934" y="-2003310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" name="Google Shape;308;p16"/>
          <p:cNvGrpSpPr/>
          <p:nvPr/>
        </p:nvGrpSpPr>
        <p:grpSpPr>
          <a:xfrm>
            <a:off x="-422120" y="169400"/>
            <a:ext cx="1154095" cy="1980894"/>
            <a:chOff x="8802393" y="646963"/>
            <a:chExt cx="1019518" cy="1750061"/>
          </a:xfrm>
        </p:grpSpPr>
        <p:sp>
          <p:nvSpPr>
            <p:cNvPr id="309" name="Google Shape;309;p16"/>
            <p:cNvSpPr/>
            <p:nvPr/>
          </p:nvSpPr>
          <p:spPr>
            <a:xfrm>
              <a:off x="9252781" y="1925061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6"/>
            <p:cNvSpPr/>
            <p:nvPr/>
          </p:nvSpPr>
          <p:spPr>
            <a:xfrm flipH="1">
              <a:off x="8878593" y="22448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6"/>
            <p:cNvSpPr/>
            <p:nvPr/>
          </p:nvSpPr>
          <p:spPr>
            <a:xfrm rot="10800000">
              <a:off x="8802393" y="17114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6"/>
            <p:cNvSpPr/>
            <p:nvPr/>
          </p:nvSpPr>
          <p:spPr>
            <a:xfrm rot="10800000">
              <a:off x="9107193" y="15590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6"/>
            <p:cNvSpPr/>
            <p:nvPr/>
          </p:nvSpPr>
          <p:spPr>
            <a:xfrm flipH="1">
              <a:off x="8965287" y="6469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6"/>
            <p:cNvSpPr/>
            <p:nvPr/>
          </p:nvSpPr>
          <p:spPr>
            <a:xfrm flipH="1">
              <a:off x="9270087" y="7993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" name="Google Shape;315;p16"/>
          <p:cNvSpPr/>
          <p:nvPr/>
        </p:nvSpPr>
        <p:spPr>
          <a:xfrm>
            <a:off x="-1295400" y="-10153500"/>
            <a:ext cx="11734800" cy="1173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6"/>
          <p:cNvSpPr txBox="1">
            <a:spLocks noGrp="1"/>
          </p:cNvSpPr>
          <p:nvPr>
            <p:ph type="title"/>
          </p:nvPr>
        </p:nvSpPr>
        <p:spPr>
          <a:xfrm>
            <a:off x="713225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7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"/>
          <p:cNvSpPr/>
          <p:nvPr/>
        </p:nvSpPr>
        <p:spPr>
          <a:xfrm>
            <a:off x="-2514500" y="-785675"/>
            <a:ext cx="6819900" cy="6819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8"/>
          <p:cNvSpPr txBox="1">
            <a:spLocks noGrp="1"/>
          </p:cNvSpPr>
          <p:nvPr>
            <p:ph type="subTitle" idx="1"/>
          </p:nvPr>
        </p:nvSpPr>
        <p:spPr>
          <a:xfrm>
            <a:off x="713225" y="2668751"/>
            <a:ext cx="2820600" cy="11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345" name="Google Shape;345;p18"/>
          <p:cNvSpPr txBox="1">
            <a:spLocks noGrp="1"/>
          </p:cNvSpPr>
          <p:nvPr>
            <p:ph type="title"/>
          </p:nvPr>
        </p:nvSpPr>
        <p:spPr>
          <a:xfrm>
            <a:off x="713225" y="1350200"/>
            <a:ext cx="2820600" cy="11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46" name="Google Shape;346;p18"/>
          <p:cNvGrpSpPr/>
          <p:nvPr/>
        </p:nvGrpSpPr>
        <p:grpSpPr>
          <a:xfrm rot="10800000" flipH="1">
            <a:off x="7595621" y="310711"/>
            <a:ext cx="1233732" cy="862253"/>
            <a:chOff x="9540159" y="-1794812"/>
            <a:chExt cx="1233732" cy="862253"/>
          </a:xfrm>
        </p:grpSpPr>
        <p:sp>
          <p:nvSpPr>
            <p:cNvPr id="347" name="Google Shape;347;p18"/>
            <p:cNvSpPr/>
            <p:nvPr/>
          </p:nvSpPr>
          <p:spPr>
            <a:xfrm rot="10800000">
              <a:off x="9540159" y="-1104805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8"/>
            <p:cNvSpPr/>
            <p:nvPr/>
          </p:nvSpPr>
          <p:spPr>
            <a:xfrm rot="10800000">
              <a:off x="9885192" y="-1277307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8"/>
            <p:cNvSpPr/>
            <p:nvPr/>
          </p:nvSpPr>
          <p:spPr>
            <a:xfrm flipH="1">
              <a:off x="10149225" y="-1794812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8"/>
            <p:cNvSpPr/>
            <p:nvPr/>
          </p:nvSpPr>
          <p:spPr>
            <a:xfrm flipH="1">
              <a:off x="9798934" y="-1622310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1" name="Google Shape;351;p18"/>
          <p:cNvGrpSpPr/>
          <p:nvPr/>
        </p:nvGrpSpPr>
        <p:grpSpPr>
          <a:xfrm rot="10800000" flipH="1">
            <a:off x="7687593" y="1835552"/>
            <a:ext cx="1918718" cy="2929652"/>
            <a:chOff x="8104200" y="-191237"/>
            <a:chExt cx="1694981" cy="2588261"/>
          </a:xfrm>
        </p:grpSpPr>
        <p:sp>
          <p:nvSpPr>
            <p:cNvPr id="352" name="Google Shape;352;p18"/>
            <p:cNvSpPr/>
            <p:nvPr/>
          </p:nvSpPr>
          <p:spPr>
            <a:xfrm>
              <a:off x="9252781" y="1925061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8"/>
            <p:cNvSpPr/>
            <p:nvPr/>
          </p:nvSpPr>
          <p:spPr>
            <a:xfrm flipH="1">
              <a:off x="8878593" y="22448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8"/>
            <p:cNvSpPr/>
            <p:nvPr/>
          </p:nvSpPr>
          <p:spPr>
            <a:xfrm rot="10800000">
              <a:off x="8802393" y="17114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8"/>
            <p:cNvSpPr/>
            <p:nvPr/>
          </p:nvSpPr>
          <p:spPr>
            <a:xfrm rot="10800000">
              <a:off x="9107193" y="15590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8"/>
            <p:cNvSpPr/>
            <p:nvPr/>
          </p:nvSpPr>
          <p:spPr>
            <a:xfrm flipH="1">
              <a:off x="8104200" y="-37444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8"/>
            <p:cNvSpPr/>
            <p:nvPr/>
          </p:nvSpPr>
          <p:spPr>
            <a:xfrm flipH="1">
              <a:off x="8409000" y="114956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8"/>
            <p:cNvSpPr/>
            <p:nvPr/>
          </p:nvSpPr>
          <p:spPr>
            <a:xfrm flipH="1">
              <a:off x="8696029" y="6469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8"/>
            <p:cNvSpPr/>
            <p:nvPr/>
          </p:nvSpPr>
          <p:spPr>
            <a:xfrm flipH="1">
              <a:off x="9000829" y="7993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8"/>
            <p:cNvSpPr/>
            <p:nvPr/>
          </p:nvSpPr>
          <p:spPr>
            <a:xfrm rot="10800000">
              <a:off x="8332800" y="-191237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" name="Google Shape;361;p18"/>
          <p:cNvGrpSpPr/>
          <p:nvPr/>
        </p:nvGrpSpPr>
        <p:grpSpPr>
          <a:xfrm rot="10800000" flipH="1">
            <a:off x="4209013" y="93990"/>
            <a:ext cx="739575" cy="4667950"/>
            <a:chOff x="200950" y="160050"/>
            <a:chExt cx="739575" cy="4667950"/>
          </a:xfrm>
        </p:grpSpPr>
        <p:sp>
          <p:nvSpPr>
            <p:cNvPr id="362" name="Google Shape;362;p18"/>
            <p:cNvSpPr/>
            <p:nvPr/>
          </p:nvSpPr>
          <p:spPr>
            <a:xfrm>
              <a:off x="200950" y="1600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8"/>
            <p:cNvSpPr/>
            <p:nvPr/>
          </p:nvSpPr>
          <p:spPr>
            <a:xfrm flipH="1">
              <a:off x="236300" y="4371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8"/>
            <p:cNvSpPr/>
            <p:nvPr/>
          </p:nvSpPr>
          <p:spPr>
            <a:xfrm flipH="1">
              <a:off x="388700" y="4675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"/>
          <p:cNvSpPr/>
          <p:nvPr/>
        </p:nvSpPr>
        <p:spPr>
          <a:xfrm>
            <a:off x="-1295400" y="-10153500"/>
            <a:ext cx="11734800" cy="11734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21"/>
          <p:cNvGrpSpPr/>
          <p:nvPr/>
        </p:nvGrpSpPr>
        <p:grpSpPr>
          <a:xfrm>
            <a:off x="-251437" y="152050"/>
            <a:ext cx="1583275" cy="4591750"/>
            <a:chOff x="-830500" y="160050"/>
            <a:chExt cx="1583275" cy="4591750"/>
          </a:xfrm>
        </p:grpSpPr>
        <p:sp>
          <p:nvSpPr>
            <p:cNvPr id="418" name="Google Shape;418;p21"/>
            <p:cNvSpPr/>
            <p:nvPr/>
          </p:nvSpPr>
          <p:spPr>
            <a:xfrm>
              <a:off x="40000" y="30677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200950" y="1600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 flipH="1">
              <a:off x="-6781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1"/>
            <p:cNvSpPr/>
            <p:nvPr/>
          </p:nvSpPr>
          <p:spPr>
            <a:xfrm flipH="1">
              <a:off x="-373300" y="429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1"/>
            <p:cNvSpPr/>
            <p:nvPr/>
          </p:nvSpPr>
          <p:spPr>
            <a:xfrm flipH="1">
              <a:off x="-2209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1"/>
            <p:cNvSpPr/>
            <p:nvPr/>
          </p:nvSpPr>
          <p:spPr>
            <a:xfrm flipH="1">
              <a:off x="-5257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1"/>
            <p:cNvSpPr/>
            <p:nvPr/>
          </p:nvSpPr>
          <p:spPr>
            <a:xfrm flipH="1">
              <a:off x="-8305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1"/>
            <p:cNvSpPr/>
            <p:nvPr/>
          </p:nvSpPr>
          <p:spPr>
            <a:xfrm flipH="1">
              <a:off x="-5257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1"/>
            <p:cNvSpPr/>
            <p:nvPr/>
          </p:nvSpPr>
          <p:spPr>
            <a:xfrm flipH="1">
              <a:off x="-68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7" name="Google Shape;427;p21"/>
          <p:cNvGrpSpPr/>
          <p:nvPr/>
        </p:nvGrpSpPr>
        <p:grpSpPr>
          <a:xfrm>
            <a:off x="8281421" y="3902951"/>
            <a:ext cx="1233732" cy="862253"/>
            <a:chOff x="9540159" y="-1794812"/>
            <a:chExt cx="1233732" cy="862253"/>
          </a:xfrm>
        </p:grpSpPr>
        <p:sp>
          <p:nvSpPr>
            <p:cNvPr id="428" name="Google Shape;428;p21"/>
            <p:cNvSpPr/>
            <p:nvPr/>
          </p:nvSpPr>
          <p:spPr>
            <a:xfrm rot="10800000">
              <a:off x="9540159" y="-1104805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1"/>
            <p:cNvSpPr/>
            <p:nvPr/>
          </p:nvSpPr>
          <p:spPr>
            <a:xfrm rot="10800000">
              <a:off x="9885192" y="-1277307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1"/>
            <p:cNvSpPr/>
            <p:nvPr/>
          </p:nvSpPr>
          <p:spPr>
            <a:xfrm flipH="1">
              <a:off x="10149225" y="-1794812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1"/>
            <p:cNvSpPr/>
            <p:nvPr/>
          </p:nvSpPr>
          <p:spPr>
            <a:xfrm flipH="1">
              <a:off x="9798934" y="-1622310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" name="Google Shape;432;p21"/>
          <p:cNvGrpSpPr/>
          <p:nvPr/>
        </p:nvGrpSpPr>
        <p:grpSpPr>
          <a:xfrm>
            <a:off x="7611393" y="5911"/>
            <a:ext cx="1918718" cy="2929652"/>
            <a:chOff x="8104200" y="-191237"/>
            <a:chExt cx="1694981" cy="2588261"/>
          </a:xfrm>
        </p:grpSpPr>
        <p:sp>
          <p:nvSpPr>
            <p:cNvPr id="433" name="Google Shape;433;p21"/>
            <p:cNvSpPr/>
            <p:nvPr/>
          </p:nvSpPr>
          <p:spPr>
            <a:xfrm>
              <a:off x="9252781" y="1925061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1"/>
            <p:cNvSpPr/>
            <p:nvPr/>
          </p:nvSpPr>
          <p:spPr>
            <a:xfrm flipH="1">
              <a:off x="8878593" y="22448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 rot="10800000">
              <a:off x="8802393" y="17114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1"/>
            <p:cNvSpPr/>
            <p:nvPr/>
          </p:nvSpPr>
          <p:spPr>
            <a:xfrm rot="10800000">
              <a:off x="9107193" y="15590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1"/>
            <p:cNvSpPr/>
            <p:nvPr/>
          </p:nvSpPr>
          <p:spPr>
            <a:xfrm flipH="1">
              <a:off x="8104200" y="-37444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1"/>
            <p:cNvSpPr/>
            <p:nvPr/>
          </p:nvSpPr>
          <p:spPr>
            <a:xfrm flipH="1">
              <a:off x="8409000" y="114956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1"/>
            <p:cNvSpPr/>
            <p:nvPr/>
          </p:nvSpPr>
          <p:spPr>
            <a:xfrm flipH="1">
              <a:off x="8696029" y="6469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9000829" y="7993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1"/>
            <p:cNvSpPr/>
            <p:nvPr/>
          </p:nvSpPr>
          <p:spPr>
            <a:xfrm rot="10800000">
              <a:off x="8332800" y="-191237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2" name="Google Shape;442;p21"/>
          <p:cNvSpPr txBox="1">
            <a:spLocks noGrp="1"/>
          </p:cNvSpPr>
          <p:nvPr>
            <p:ph type="title"/>
          </p:nvPr>
        </p:nvSpPr>
        <p:spPr>
          <a:xfrm>
            <a:off x="713097" y="3194525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3" name="Google Shape;443;p21"/>
          <p:cNvSpPr txBox="1">
            <a:spLocks noGrp="1"/>
          </p:cNvSpPr>
          <p:nvPr>
            <p:ph type="subTitle" idx="1"/>
          </p:nvPr>
        </p:nvSpPr>
        <p:spPr>
          <a:xfrm>
            <a:off x="713097" y="3781050"/>
            <a:ext cx="18015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21"/>
          <p:cNvSpPr txBox="1">
            <a:spLocks noGrp="1"/>
          </p:cNvSpPr>
          <p:nvPr>
            <p:ph type="title" idx="2"/>
          </p:nvPr>
        </p:nvSpPr>
        <p:spPr>
          <a:xfrm>
            <a:off x="6629403" y="3194525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5" name="Google Shape;445;p21"/>
          <p:cNvSpPr txBox="1">
            <a:spLocks noGrp="1"/>
          </p:cNvSpPr>
          <p:nvPr>
            <p:ph type="subTitle" idx="3"/>
          </p:nvPr>
        </p:nvSpPr>
        <p:spPr>
          <a:xfrm>
            <a:off x="6629403" y="3781050"/>
            <a:ext cx="18015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21"/>
          <p:cNvSpPr txBox="1">
            <a:spLocks noGrp="1"/>
          </p:cNvSpPr>
          <p:nvPr>
            <p:ph type="title" idx="4"/>
          </p:nvPr>
        </p:nvSpPr>
        <p:spPr>
          <a:xfrm>
            <a:off x="2685199" y="3194525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7" name="Google Shape;447;p21"/>
          <p:cNvSpPr txBox="1">
            <a:spLocks noGrp="1"/>
          </p:cNvSpPr>
          <p:nvPr>
            <p:ph type="subTitle" idx="5"/>
          </p:nvPr>
        </p:nvSpPr>
        <p:spPr>
          <a:xfrm>
            <a:off x="2685199" y="3781050"/>
            <a:ext cx="18015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21"/>
          <p:cNvSpPr txBox="1">
            <a:spLocks noGrp="1"/>
          </p:cNvSpPr>
          <p:nvPr>
            <p:ph type="title" idx="6"/>
          </p:nvPr>
        </p:nvSpPr>
        <p:spPr>
          <a:xfrm>
            <a:off x="4657301" y="3194525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49" name="Google Shape;449;p21"/>
          <p:cNvSpPr txBox="1">
            <a:spLocks noGrp="1"/>
          </p:cNvSpPr>
          <p:nvPr>
            <p:ph type="subTitle" idx="7"/>
          </p:nvPr>
        </p:nvSpPr>
        <p:spPr>
          <a:xfrm>
            <a:off x="4657301" y="3781050"/>
            <a:ext cx="18015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21"/>
          <p:cNvSpPr txBox="1">
            <a:spLocks noGrp="1"/>
          </p:cNvSpPr>
          <p:nvPr>
            <p:ph type="title" idx="8"/>
          </p:nvPr>
        </p:nvSpPr>
        <p:spPr>
          <a:xfrm>
            <a:off x="713225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24"/>
          <p:cNvGrpSpPr/>
          <p:nvPr/>
        </p:nvGrpSpPr>
        <p:grpSpPr>
          <a:xfrm flipH="1">
            <a:off x="-251437" y="-350"/>
            <a:ext cx="3447425" cy="4515550"/>
            <a:chOff x="-2964100" y="-220950"/>
            <a:chExt cx="3447425" cy="4515550"/>
          </a:xfrm>
        </p:grpSpPr>
        <p:sp>
          <p:nvSpPr>
            <p:cNvPr id="531" name="Google Shape;531;p24"/>
            <p:cNvSpPr/>
            <p:nvPr/>
          </p:nvSpPr>
          <p:spPr>
            <a:xfrm>
              <a:off x="-2093600" y="-7422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4"/>
            <p:cNvSpPr/>
            <p:nvPr/>
          </p:nvSpPr>
          <p:spPr>
            <a:xfrm>
              <a:off x="-1932650" y="-2209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4"/>
            <p:cNvSpPr/>
            <p:nvPr/>
          </p:nvSpPr>
          <p:spPr>
            <a:xfrm flipH="1">
              <a:off x="-678100" y="3685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 flipH="1">
              <a:off x="-373300" y="3837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4"/>
            <p:cNvSpPr/>
            <p:nvPr/>
          </p:nvSpPr>
          <p:spPr>
            <a:xfrm flipH="1">
              <a:off x="-2209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4"/>
            <p:cNvSpPr/>
            <p:nvPr/>
          </p:nvSpPr>
          <p:spPr>
            <a:xfrm flipH="1">
              <a:off x="-5257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4"/>
            <p:cNvSpPr/>
            <p:nvPr/>
          </p:nvSpPr>
          <p:spPr>
            <a:xfrm rot="10800000">
              <a:off x="-525700" y="12849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4"/>
            <p:cNvSpPr/>
            <p:nvPr/>
          </p:nvSpPr>
          <p:spPr>
            <a:xfrm flipH="1">
              <a:off x="-2964100" y="-4857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4"/>
            <p:cNvSpPr/>
            <p:nvPr/>
          </p:nvSpPr>
          <p:spPr>
            <a:xfrm flipH="1">
              <a:off x="-2659300" y="103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4"/>
            <p:cNvSpPr/>
            <p:nvPr/>
          </p:nvSpPr>
          <p:spPr>
            <a:xfrm flipH="1">
              <a:off x="-68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24"/>
          <p:cNvGrpSpPr/>
          <p:nvPr/>
        </p:nvGrpSpPr>
        <p:grpSpPr>
          <a:xfrm>
            <a:off x="5033396" y="4300301"/>
            <a:ext cx="1233732" cy="862253"/>
            <a:chOff x="9540159" y="-1794812"/>
            <a:chExt cx="1233732" cy="862253"/>
          </a:xfrm>
        </p:grpSpPr>
        <p:sp>
          <p:nvSpPr>
            <p:cNvPr id="542" name="Google Shape;542;p24"/>
            <p:cNvSpPr/>
            <p:nvPr/>
          </p:nvSpPr>
          <p:spPr>
            <a:xfrm rot="10800000">
              <a:off x="9540159" y="-1104805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4"/>
            <p:cNvSpPr/>
            <p:nvPr/>
          </p:nvSpPr>
          <p:spPr>
            <a:xfrm rot="10800000">
              <a:off x="9885192" y="-1277307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4"/>
            <p:cNvSpPr/>
            <p:nvPr/>
          </p:nvSpPr>
          <p:spPr>
            <a:xfrm flipH="1">
              <a:off x="10149225" y="-1794812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4"/>
            <p:cNvSpPr/>
            <p:nvPr/>
          </p:nvSpPr>
          <p:spPr>
            <a:xfrm flipH="1">
              <a:off x="9798934" y="-1622310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6" name="Google Shape;546;p24"/>
          <p:cNvGrpSpPr/>
          <p:nvPr/>
        </p:nvGrpSpPr>
        <p:grpSpPr>
          <a:xfrm flipH="1">
            <a:off x="7906668" y="125995"/>
            <a:ext cx="1248768" cy="1980894"/>
            <a:chOff x="8696029" y="646963"/>
            <a:chExt cx="1103152" cy="1750061"/>
          </a:xfrm>
        </p:grpSpPr>
        <p:sp>
          <p:nvSpPr>
            <p:cNvPr id="547" name="Google Shape;547;p24"/>
            <p:cNvSpPr/>
            <p:nvPr/>
          </p:nvSpPr>
          <p:spPr>
            <a:xfrm>
              <a:off x="9252781" y="1925061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4"/>
            <p:cNvSpPr/>
            <p:nvPr/>
          </p:nvSpPr>
          <p:spPr>
            <a:xfrm flipH="1">
              <a:off x="8878593" y="22448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4"/>
            <p:cNvSpPr/>
            <p:nvPr/>
          </p:nvSpPr>
          <p:spPr>
            <a:xfrm rot="10800000">
              <a:off x="8802393" y="17114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4"/>
            <p:cNvSpPr/>
            <p:nvPr/>
          </p:nvSpPr>
          <p:spPr>
            <a:xfrm rot="10800000">
              <a:off x="9107193" y="15590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4"/>
            <p:cNvSpPr/>
            <p:nvPr/>
          </p:nvSpPr>
          <p:spPr>
            <a:xfrm flipH="1">
              <a:off x="8696029" y="6469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4"/>
            <p:cNvSpPr/>
            <p:nvPr/>
          </p:nvSpPr>
          <p:spPr>
            <a:xfrm flipH="1">
              <a:off x="9000829" y="7993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oogle Shape;554;p25"/>
          <p:cNvGrpSpPr/>
          <p:nvPr/>
        </p:nvGrpSpPr>
        <p:grpSpPr>
          <a:xfrm>
            <a:off x="1345561" y="-27775"/>
            <a:ext cx="7809875" cy="4542975"/>
            <a:chOff x="-7478950" y="-248375"/>
            <a:chExt cx="7809875" cy="4542975"/>
          </a:xfrm>
        </p:grpSpPr>
        <p:sp>
          <p:nvSpPr>
            <p:cNvPr id="555" name="Google Shape;555;p25"/>
            <p:cNvSpPr/>
            <p:nvPr/>
          </p:nvSpPr>
          <p:spPr>
            <a:xfrm>
              <a:off x="-2093600" y="-7422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5"/>
            <p:cNvSpPr/>
            <p:nvPr/>
          </p:nvSpPr>
          <p:spPr>
            <a:xfrm>
              <a:off x="-1932650" y="-2209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5"/>
            <p:cNvSpPr/>
            <p:nvPr/>
          </p:nvSpPr>
          <p:spPr>
            <a:xfrm flipH="1">
              <a:off x="-678100" y="3685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5"/>
            <p:cNvSpPr/>
            <p:nvPr/>
          </p:nvSpPr>
          <p:spPr>
            <a:xfrm flipH="1">
              <a:off x="-373300" y="3837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5"/>
            <p:cNvSpPr/>
            <p:nvPr/>
          </p:nvSpPr>
          <p:spPr>
            <a:xfrm flipH="1">
              <a:off x="-2209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5"/>
            <p:cNvSpPr/>
            <p:nvPr/>
          </p:nvSpPr>
          <p:spPr>
            <a:xfrm rot="10800000">
              <a:off x="-7478950" y="945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5"/>
            <p:cNvSpPr/>
            <p:nvPr/>
          </p:nvSpPr>
          <p:spPr>
            <a:xfrm flipH="1">
              <a:off x="-2964100" y="-4857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5"/>
            <p:cNvSpPr/>
            <p:nvPr/>
          </p:nvSpPr>
          <p:spPr>
            <a:xfrm flipH="1">
              <a:off x="-2659300" y="103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5"/>
            <p:cNvSpPr/>
            <p:nvPr/>
          </p:nvSpPr>
          <p:spPr>
            <a:xfrm flipH="1">
              <a:off x="-7021750" y="-24837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4" name="Google Shape;564;p25"/>
          <p:cNvGrpSpPr/>
          <p:nvPr/>
        </p:nvGrpSpPr>
        <p:grpSpPr>
          <a:xfrm flipH="1">
            <a:off x="2900903" y="4817806"/>
            <a:ext cx="969699" cy="344748"/>
            <a:chOff x="9540159" y="-1277307"/>
            <a:chExt cx="969699" cy="344748"/>
          </a:xfrm>
        </p:grpSpPr>
        <p:sp>
          <p:nvSpPr>
            <p:cNvPr id="565" name="Google Shape;565;p25"/>
            <p:cNvSpPr/>
            <p:nvPr/>
          </p:nvSpPr>
          <p:spPr>
            <a:xfrm rot="10800000">
              <a:off x="9540159" y="-1104805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5"/>
            <p:cNvSpPr/>
            <p:nvPr/>
          </p:nvSpPr>
          <p:spPr>
            <a:xfrm rot="10800000">
              <a:off x="9885192" y="-1277307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25"/>
          <p:cNvGrpSpPr/>
          <p:nvPr/>
        </p:nvGrpSpPr>
        <p:grpSpPr>
          <a:xfrm>
            <a:off x="-251438" y="1573795"/>
            <a:ext cx="1248768" cy="1980894"/>
            <a:chOff x="8696029" y="646963"/>
            <a:chExt cx="1103152" cy="1750061"/>
          </a:xfrm>
        </p:grpSpPr>
        <p:sp>
          <p:nvSpPr>
            <p:cNvPr id="568" name="Google Shape;568;p25"/>
            <p:cNvSpPr/>
            <p:nvPr/>
          </p:nvSpPr>
          <p:spPr>
            <a:xfrm>
              <a:off x="9252781" y="1925061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5"/>
            <p:cNvSpPr/>
            <p:nvPr/>
          </p:nvSpPr>
          <p:spPr>
            <a:xfrm flipH="1">
              <a:off x="8878593" y="22448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5"/>
            <p:cNvSpPr/>
            <p:nvPr/>
          </p:nvSpPr>
          <p:spPr>
            <a:xfrm rot="10800000">
              <a:off x="8802393" y="17114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5"/>
            <p:cNvSpPr/>
            <p:nvPr/>
          </p:nvSpPr>
          <p:spPr>
            <a:xfrm rot="10800000">
              <a:off x="9107193" y="15590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5"/>
            <p:cNvSpPr/>
            <p:nvPr/>
          </p:nvSpPr>
          <p:spPr>
            <a:xfrm flipH="1">
              <a:off x="8696029" y="6469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5"/>
            <p:cNvSpPr/>
            <p:nvPr/>
          </p:nvSpPr>
          <p:spPr>
            <a:xfrm flipH="1">
              <a:off x="9000829" y="7993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6"/>
          <p:cNvGrpSpPr/>
          <p:nvPr/>
        </p:nvGrpSpPr>
        <p:grpSpPr>
          <a:xfrm flipH="1">
            <a:off x="-304812" y="304802"/>
            <a:ext cx="1847225" cy="2839150"/>
            <a:chOff x="-830500" y="160050"/>
            <a:chExt cx="1847225" cy="2839150"/>
          </a:xfrm>
        </p:grpSpPr>
        <p:sp>
          <p:nvSpPr>
            <p:cNvPr id="576" name="Google Shape;576;p26"/>
            <p:cNvSpPr/>
            <p:nvPr/>
          </p:nvSpPr>
          <p:spPr>
            <a:xfrm>
              <a:off x="40000" y="30677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6"/>
            <p:cNvSpPr/>
            <p:nvPr/>
          </p:nvSpPr>
          <p:spPr>
            <a:xfrm>
              <a:off x="200950" y="1600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6"/>
            <p:cNvSpPr/>
            <p:nvPr/>
          </p:nvSpPr>
          <p:spPr>
            <a:xfrm flipH="1">
              <a:off x="-5257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6"/>
            <p:cNvSpPr/>
            <p:nvPr/>
          </p:nvSpPr>
          <p:spPr>
            <a:xfrm flipH="1">
              <a:off x="-2209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6"/>
            <p:cNvSpPr/>
            <p:nvPr/>
          </p:nvSpPr>
          <p:spPr>
            <a:xfrm flipH="1">
              <a:off x="236300" y="2847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6"/>
            <p:cNvSpPr/>
            <p:nvPr/>
          </p:nvSpPr>
          <p:spPr>
            <a:xfrm rot="10800000">
              <a:off x="-297100" y="1856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6"/>
            <p:cNvSpPr/>
            <p:nvPr/>
          </p:nvSpPr>
          <p:spPr>
            <a:xfrm rot="10800000">
              <a:off x="7700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6"/>
            <p:cNvSpPr/>
            <p:nvPr/>
          </p:nvSpPr>
          <p:spPr>
            <a:xfrm rot="10800000">
              <a:off x="464900" y="1246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6"/>
            <p:cNvSpPr/>
            <p:nvPr/>
          </p:nvSpPr>
          <p:spPr>
            <a:xfrm flipH="1">
              <a:off x="-8305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6"/>
            <p:cNvSpPr/>
            <p:nvPr/>
          </p:nvSpPr>
          <p:spPr>
            <a:xfrm flipH="1">
              <a:off x="-5257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6"/>
            <p:cNvSpPr/>
            <p:nvPr/>
          </p:nvSpPr>
          <p:spPr>
            <a:xfrm flipH="1">
              <a:off x="-68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7" name="Google Shape;587;p26"/>
          <p:cNvGrpSpPr/>
          <p:nvPr/>
        </p:nvGrpSpPr>
        <p:grpSpPr>
          <a:xfrm>
            <a:off x="8205143" y="2779072"/>
            <a:ext cx="1401168" cy="1599894"/>
            <a:chOff x="8561400" y="983565"/>
            <a:chExt cx="1237781" cy="1413458"/>
          </a:xfrm>
        </p:grpSpPr>
        <p:sp>
          <p:nvSpPr>
            <p:cNvPr id="588" name="Google Shape;588;p26"/>
            <p:cNvSpPr/>
            <p:nvPr/>
          </p:nvSpPr>
          <p:spPr>
            <a:xfrm>
              <a:off x="9252781" y="1925061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6"/>
            <p:cNvSpPr/>
            <p:nvPr/>
          </p:nvSpPr>
          <p:spPr>
            <a:xfrm flipH="1">
              <a:off x="8573793" y="20924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6"/>
            <p:cNvSpPr/>
            <p:nvPr/>
          </p:nvSpPr>
          <p:spPr>
            <a:xfrm flipH="1">
              <a:off x="8878593" y="22448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6"/>
            <p:cNvSpPr/>
            <p:nvPr/>
          </p:nvSpPr>
          <p:spPr>
            <a:xfrm rot="10800000">
              <a:off x="8802393" y="17114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6"/>
            <p:cNvSpPr/>
            <p:nvPr/>
          </p:nvSpPr>
          <p:spPr>
            <a:xfrm rot="10800000">
              <a:off x="9107193" y="15590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6"/>
            <p:cNvSpPr/>
            <p:nvPr/>
          </p:nvSpPr>
          <p:spPr>
            <a:xfrm flipH="1">
              <a:off x="8561400" y="98356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6"/>
            <p:cNvSpPr/>
            <p:nvPr/>
          </p:nvSpPr>
          <p:spPr>
            <a:xfrm flipH="1">
              <a:off x="8866200" y="113596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 Negative"/>
              <a:buNone/>
              <a:defRPr sz="3600" b="1">
                <a:solidFill>
                  <a:schemeClr val="dk1"/>
                </a:solidFill>
                <a:latin typeface="Signika Negative"/>
                <a:ea typeface="Signika Negative"/>
                <a:cs typeface="Signika Negative"/>
                <a:sym typeface="Signika Negativ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fortaa"/>
              <a:buChar char="●"/>
              <a:defRPr sz="18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"/>
              <a:buChar char="○"/>
              <a:defRPr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"/>
              <a:buChar char="■"/>
              <a:defRPr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"/>
              <a:buChar char="●"/>
              <a:defRPr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"/>
              <a:buChar char="○"/>
              <a:defRPr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"/>
              <a:buChar char="■"/>
              <a:defRPr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"/>
              <a:buChar char="●"/>
              <a:defRPr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"/>
              <a:buChar char="○"/>
              <a:defRPr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mfortaa"/>
              <a:buChar char="■"/>
              <a:defRPr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5" r:id="rId4"/>
    <p:sldLayoutId id="2147483658" r:id="rId5"/>
    <p:sldLayoutId id="2147483662" r:id="rId6"/>
    <p:sldLayoutId id="2147483664" r:id="rId7"/>
    <p:sldLayoutId id="2147483667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AcxsqTa_xsFv2Ec8rVknuoolEM8cm9_cw5PQ8aP_V3Y/copy#gid=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0"/>
          <p:cNvGrpSpPr/>
          <p:nvPr/>
        </p:nvGrpSpPr>
        <p:grpSpPr>
          <a:xfrm>
            <a:off x="8042763" y="3598151"/>
            <a:ext cx="710924" cy="862253"/>
            <a:chOff x="9453900" y="-1794812"/>
            <a:chExt cx="710924" cy="862253"/>
          </a:xfrm>
        </p:grpSpPr>
        <p:sp>
          <p:nvSpPr>
            <p:cNvPr id="606" name="Google Shape;606;p30"/>
            <p:cNvSpPr/>
            <p:nvPr/>
          </p:nvSpPr>
          <p:spPr>
            <a:xfrm rot="10800000">
              <a:off x="9540159" y="-1104805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0"/>
            <p:cNvSpPr/>
            <p:nvPr/>
          </p:nvSpPr>
          <p:spPr>
            <a:xfrm flipH="1">
              <a:off x="9453900" y="-1794812"/>
              <a:ext cx="624666" cy="172247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" name="Google Shape;608;p30"/>
          <p:cNvGrpSpPr/>
          <p:nvPr/>
        </p:nvGrpSpPr>
        <p:grpSpPr>
          <a:xfrm>
            <a:off x="7880226" y="609666"/>
            <a:ext cx="811212" cy="2153395"/>
            <a:chOff x="8409000" y="342163"/>
            <a:chExt cx="716618" cy="1902461"/>
          </a:xfrm>
        </p:grpSpPr>
        <p:sp>
          <p:nvSpPr>
            <p:cNvPr id="609" name="Google Shape;609;p30"/>
            <p:cNvSpPr/>
            <p:nvPr/>
          </p:nvSpPr>
          <p:spPr>
            <a:xfrm flipH="1">
              <a:off x="8573793" y="2092448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0"/>
            <p:cNvSpPr/>
            <p:nvPr/>
          </p:nvSpPr>
          <p:spPr>
            <a:xfrm flipH="1">
              <a:off x="8409000" y="3421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0"/>
            <p:cNvSpPr/>
            <p:nvPr/>
          </p:nvSpPr>
          <p:spPr>
            <a:xfrm flipH="1">
              <a:off x="8561400" y="646963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2" name="Google Shape;612;p30"/>
          <p:cNvGrpSpPr/>
          <p:nvPr/>
        </p:nvGrpSpPr>
        <p:grpSpPr>
          <a:xfrm>
            <a:off x="4070167" y="3033958"/>
            <a:ext cx="1447234" cy="884863"/>
            <a:chOff x="7700" y="218491"/>
            <a:chExt cx="1278475" cy="781750"/>
          </a:xfrm>
        </p:grpSpPr>
        <p:sp>
          <p:nvSpPr>
            <p:cNvPr id="613" name="Google Shape;613;p30"/>
            <p:cNvSpPr/>
            <p:nvPr/>
          </p:nvSpPr>
          <p:spPr>
            <a:xfrm>
              <a:off x="573400" y="365216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0"/>
            <p:cNvSpPr/>
            <p:nvPr/>
          </p:nvSpPr>
          <p:spPr>
            <a:xfrm>
              <a:off x="734350" y="218491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0"/>
            <p:cNvSpPr/>
            <p:nvPr/>
          </p:nvSpPr>
          <p:spPr>
            <a:xfrm flipH="1">
              <a:off x="7700" y="543266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0"/>
            <p:cNvSpPr/>
            <p:nvPr/>
          </p:nvSpPr>
          <p:spPr>
            <a:xfrm flipH="1">
              <a:off x="160100" y="848066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30"/>
          <p:cNvGrpSpPr/>
          <p:nvPr/>
        </p:nvGrpSpPr>
        <p:grpSpPr>
          <a:xfrm>
            <a:off x="5387363" y="801025"/>
            <a:ext cx="1694825" cy="3809775"/>
            <a:chOff x="-678100" y="942025"/>
            <a:chExt cx="1694825" cy="3809775"/>
          </a:xfrm>
        </p:grpSpPr>
        <p:sp>
          <p:nvSpPr>
            <p:cNvPr id="618" name="Google Shape;618;p30"/>
            <p:cNvSpPr/>
            <p:nvPr/>
          </p:nvSpPr>
          <p:spPr>
            <a:xfrm>
              <a:off x="888" y="3975038"/>
              <a:ext cx="546400" cy="144050"/>
            </a:xfrm>
            <a:custGeom>
              <a:avLst/>
              <a:gdLst/>
              <a:ahLst/>
              <a:cxnLst/>
              <a:rect l="l" t="t" r="r" b="b"/>
              <a:pathLst>
                <a:path w="21856" h="5762" extrusionOk="0">
                  <a:moveTo>
                    <a:pt x="0" y="0"/>
                  </a:moveTo>
                  <a:lnTo>
                    <a:pt x="0" y="5762"/>
                  </a:lnTo>
                  <a:lnTo>
                    <a:pt x="21856" y="5762"/>
                  </a:lnTo>
                  <a:lnTo>
                    <a:pt x="21856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0"/>
            <p:cNvSpPr/>
            <p:nvPr/>
          </p:nvSpPr>
          <p:spPr>
            <a:xfrm flipH="1">
              <a:off x="-6781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0"/>
            <p:cNvSpPr/>
            <p:nvPr/>
          </p:nvSpPr>
          <p:spPr>
            <a:xfrm flipH="1">
              <a:off x="-373300" y="429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0"/>
            <p:cNvSpPr/>
            <p:nvPr/>
          </p:nvSpPr>
          <p:spPr>
            <a:xfrm flipH="1">
              <a:off x="-2209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0"/>
            <p:cNvSpPr/>
            <p:nvPr/>
          </p:nvSpPr>
          <p:spPr>
            <a:xfrm rot="10800000">
              <a:off x="-144700" y="3609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0"/>
            <p:cNvSpPr/>
            <p:nvPr/>
          </p:nvSpPr>
          <p:spPr>
            <a:xfrm rot="10800000">
              <a:off x="7700" y="33042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0"/>
            <p:cNvSpPr/>
            <p:nvPr/>
          </p:nvSpPr>
          <p:spPr>
            <a:xfrm flipH="1">
              <a:off x="-5257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0"/>
            <p:cNvSpPr/>
            <p:nvPr/>
          </p:nvSpPr>
          <p:spPr>
            <a:xfrm flipH="1">
              <a:off x="-220900" y="2389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0"/>
            <p:cNvSpPr/>
            <p:nvPr/>
          </p:nvSpPr>
          <p:spPr>
            <a:xfrm flipH="1">
              <a:off x="236300" y="2847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0"/>
            <p:cNvSpPr/>
            <p:nvPr/>
          </p:nvSpPr>
          <p:spPr>
            <a:xfrm rot="10800000">
              <a:off x="-297100" y="1856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0"/>
            <p:cNvSpPr/>
            <p:nvPr/>
          </p:nvSpPr>
          <p:spPr>
            <a:xfrm rot="10800000">
              <a:off x="7700" y="1704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0"/>
            <p:cNvSpPr/>
            <p:nvPr/>
          </p:nvSpPr>
          <p:spPr>
            <a:xfrm rot="10800000">
              <a:off x="464900" y="1246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0"/>
            <p:cNvSpPr/>
            <p:nvPr/>
          </p:nvSpPr>
          <p:spPr>
            <a:xfrm flipH="1">
              <a:off x="-68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1" name="Google Shape;631;p30"/>
          <p:cNvSpPr/>
          <p:nvPr/>
        </p:nvSpPr>
        <p:spPr>
          <a:xfrm>
            <a:off x="-501067" y="-1196085"/>
            <a:ext cx="5507557" cy="5892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2" name="Google Shape;632;p30"/>
          <p:cNvGrpSpPr/>
          <p:nvPr/>
        </p:nvGrpSpPr>
        <p:grpSpPr>
          <a:xfrm>
            <a:off x="5170747" y="114966"/>
            <a:ext cx="903592" cy="1751679"/>
            <a:chOff x="9924822" y="195528"/>
            <a:chExt cx="903592" cy="1751679"/>
          </a:xfrm>
        </p:grpSpPr>
        <p:sp>
          <p:nvSpPr>
            <p:cNvPr id="633" name="Google Shape;633;p30"/>
            <p:cNvSpPr/>
            <p:nvPr/>
          </p:nvSpPr>
          <p:spPr>
            <a:xfrm>
              <a:off x="9953520" y="1095657"/>
              <a:ext cx="835037" cy="842476"/>
            </a:xfrm>
            <a:custGeom>
              <a:avLst/>
              <a:gdLst/>
              <a:ahLst/>
              <a:cxnLst/>
              <a:rect l="l" t="t" r="r" b="b"/>
              <a:pathLst>
                <a:path w="26042" h="26274" extrusionOk="0">
                  <a:moveTo>
                    <a:pt x="0" y="0"/>
                  </a:moveTo>
                  <a:lnTo>
                    <a:pt x="0" y="0"/>
                  </a:lnTo>
                  <a:cubicBezTo>
                    <a:pt x="585" y="6256"/>
                    <a:pt x="2337" y="12324"/>
                    <a:pt x="5163" y="17920"/>
                  </a:cubicBezTo>
                  <a:cubicBezTo>
                    <a:pt x="7462" y="22385"/>
                    <a:pt x="9346" y="26097"/>
                    <a:pt x="12229" y="26267"/>
                  </a:cubicBezTo>
                  <a:cubicBezTo>
                    <a:pt x="12301" y="26272"/>
                    <a:pt x="12372" y="26274"/>
                    <a:pt x="12443" y="26274"/>
                  </a:cubicBezTo>
                  <a:cubicBezTo>
                    <a:pt x="17500" y="26274"/>
                    <a:pt x="21970" y="15201"/>
                    <a:pt x="23215" y="12116"/>
                  </a:cubicBezTo>
                  <a:cubicBezTo>
                    <a:pt x="24553" y="8800"/>
                    <a:pt x="25495" y="5333"/>
                    <a:pt x="26041" y="180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0"/>
            <p:cNvSpPr/>
            <p:nvPr/>
          </p:nvSpPr>
          <p:spPr>
            <a:xfrm>
              <a:off x="10076041" y="1397004"/>
              <a:ext cx="63585" cy="233241"/>
            </a:xfrm>
            <a:custGeom>
              <a:avLst/>
              <a:gdLst/>
              <a:ahLst/>
              <a:cxnLst/>
              <a:rect l="l" t="t" r="r" b="b"/>
              <a:pathLst>
                <a:path w="1983" h="7274" extrusionOk="0">
                  <a:moveTo>
                    <a:pt x="1531" y="0"/>
                  </a:moveTo>
                  <a:cubicBezTo>
                    <a:pt x="1300" y="0"/>
                    <a:pt x="1060" y="146"/>
                    <a:pt x="1041" y="438"/>
                  </a:cubicBezTo>
                  <a:cubicBezTo>
                    <a:pt x="871" y="2549"/>
                    <a:pt x="551" y="4640"/>
                    <a:pt x="80" y="6694"/>
                  </a:cubicBezTo>
                  <a:cubicBezTo>
                    <a:pt x="1" y="7045"/>
                    <a:pt x="288" y="7273"/>
                    <a:pt x="564" y="7273"/>
                  </a:cubicBezTo>
                  <a:cubicBezTo>
                    <a:pt x="747" y="7273"/>
                    <a:pt x="924" y="7172"/>
                    <a:pt x="984" y="6939"/>
                  </a:cubicBezTo>
                  <a:cubicBezTo>
                    <a:pt x="1474" y="4810"/>
                    <a:pt x="1795" y="2643"/>
                    <a:pt x="1964" y="438"/>
                  </a:cubicBezTo>
                  <a:cubicBezTo>
                    <a:pt x="1983" y="146"/>
                    <a:pt x="1762" y="0"/>
                    <a:pt x="1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0"/>
            <p:cNvSpPr/>
            <p:nvPr/>
          </p:nvSpPr>
          <p:spPr>
            <a:xfrm>
              <a:off x="10099833" y="1386871"/>
              <a:ext cx="272200" cy="221024"/>
            </a:xfrm>
            <a:custGeom>
              <a:avLst/>
              <a:gdLst/>
              <a:ahLst/>
              <a:cxnLst/>
              <a:rect l="l" t="t" r="r" b="b"/>
              <a:pathLst>
                <a:path w="8489" h="6893" extrusionOk="0">
                  <a:moveTo>
                    <a:pt x="686" y="1"/>
                  </a:moveTo>
                  <a:cubicBezTo>
                    <a:pt x="322" y="1"/>
                    <a:pt x="0" y="470"/>
                    <a:pt x="337" y="792"/>
                  </a:cubicBezTo>
                  <a:cubicBezTo>
                    <a:pt x="2654" y="2940"/>
                    <a:pt x="5085" y="4937"/>
                    <a:pt x="7629" y="6803"/>
                  </a:cubicBezTo>
                  <a:cubicBezTo>
                    <a:pt x="7711" y="6865"/>
                    <a:pt x="7793" y="6892"/>
                    <a:pt x="7870" y="6892"/>
                  </a:cubicBezTo>
                  <a:cubicBezTo>
                    <a:pt x="8236" y="6892"/>
                    <a:pt x="8489" y="6291"/>
                    <a:pt x="8100" y="6011"/>
                  </a:cubicBezTo>
                  <a:cubicBezTo>
                    <a:pt x="5631" y="4184"/>
                    <a:pt x="3238" y="2224"/>
                    <a:pt x="996" y="133"/>
                  </a:cubicBezTo>
                  <a:cubicBezTo>
                    <a:pt x="899" y="40"/>
                    <a:pt x="791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0"/>
            <p:cNvSpPr/>
            <p:nvPr/>
          </p:nvSpPr>
          <p:spPr>
            <a:xfrm>
              <a:off x="10340320" y="1431217"/>
              <a:ext cx="216759" cy="180782"/>
            </a:xfrm>
            <a:custGeom>
              <a:avLst/>
              <a:gdLst/>
              <a:ahLst/>
              <a:cxnLst/>
              <a:rect l="l" t="t" r="r" b="b"/>
              <a:pathLst>
                <a:path w="6760" h="5638" extrusionOk="0">
                  <a:moveTo>
                    <a:pt x="6125" y="0"/>
                  </a:moveTo>
                  <a:cubicBezTo>
                    <a:pt x="6019" y="0"/>
                    <a:pt x="5911" y="48"/>
                    <a:pt x="5819" y="163"/>
                  </a:cubicBezTo>
                  <a:cubicBezTo>
                    <a:pt x="4274" y="1972"/>
                    <a:pt x="2465" y="3536"/>
                    <a:pt x="430" y="4760"/>
                  </a:cubicBezTo>
                  <a:cubicBezTo>
                    <a:pt x="0" y="5031"/>
                    <a:pt x="270" y="5638"/>
                    <a:pt x="671" y="5638"/>
                  </a:cubicBezTo>
                  <a:cubicBezTo>
                    <a:pt x="744" y="5638"/>
                    <a:pt x="822" y="5617"/>
                    <a:pt x="901" y="5571"/>
                  </a:cubicBezTo>
                  <a:lnTo>
                    <a:pt x="901" y="5552"/>
                  </a:lnTo>
                  <a:cubicBezTo>
                    <a:pt x="2993" y="4289"/>
                    <a:pt x="4877" y="2688"/>
                    <a:pt x="6460" y="803"/>
                  </a:cubicBezTo>
                  <a:cubicBezTo>
                    <a:pt x="6759" y="461"/>
                    <a:pt x="6455" y="0"/>
                    <a:pt x="6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0"/>
            <p:cNvSpPr/>
            <p:nvPr/>
          </p:nvSpPr>
          <p:spPr>
            <a:xfrm>
              <a:off x="10528798" y="1434841"/>
              <a:ext cx="130376" cy="209641"/>
            </a:xfrm>
            <a:custGeom>
              <a:avLst/>
              <a:gdLst/>
              <a:ahLst/>
              <a:cxnLst/>
              <a:rect l="l" t="t" r="r" b="b"/>
              <a:pathLst>
                <a:path w="4066" h="6538" extrusionOk="0">
                  <a:moveTo>
                    <a:pt x="645" y="0"/>
                  </a:moveTo>
                  <a:cubicBezTo>
                    <a:pt x="326" y="0"/>
                    <a:pt x="1" y="336"/>
                    <a:pt x="224" y="690"/>
                  </a:cubicBezTo>
                  <a:cubicBezTo>
                    <a:pt x="1279" y="2462"/>
                    <a:pt x="2221" y="4308"/>
                    <a:pt x="3031" y="6230"/>
                  </a:cubicBezTo>
                  <a:cubicBezTo>
                    <a:pt x="3120" y="6445"/>
                    <a:pt x="3314" y="6537"/>
                    <a:pt x="3501" y="6537"/>
                  </a:cubicBezTo>
                  <a:cubicBezTo>
                    <a:pt x="3791" y="6537"/>
                    <a:pt x="4066" y="6317"/>
                    <a:pt x="3917" y="5985"/>
                  </a:cubicBezTo>
                  <a:cubicBezTo>
                    <a:pt x="3107" y="3988"/>
                    <a:pt x="2127" y="2066"/>
                    <a:pt x="1015" y="219"/>
                  </a:cubicBezTo>
                  <a:cubicBezTo>
                    <a:pt x="924" y="65"/>
                    <a:pt x="785" y="0"/>
                    <a:pt x="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0"/>
            <p:cNvSpPr/>
            <p:nvPr/>
          </p:nvSpPr>
          <p:spPr>
            <a:xfrm>
              <a:off x="10068922" y="1265890"/>
              <a:ext cx="81605" cy="139130"/>
            </a:xfrm>
            <a:custGeom>
              <a:avLst/>
              <a:gdLst/>
              <a:ahLst/>
              <a:cxnLst/>
              <a:rect l="l" t="t" r="r" b="b"/>
              <a:pathLst>
                <a:path w="2545" h="4339" extrusionOk="0">
                  <a:moveTo>
                    <a:pt x="1159" y="0"/>
                  </a:moveTo>
                  <a:cubicBezTo>
                    <a:pt x="1013" y="0"/>
                    <a:pt x="867" y="15"/>
                    <a:pt x="716" y="43"/>
                  </a:cubicBezTo>
                  <a:cubicBezTo>
                    <a:pt x="315" y="120"/>
                    <a:pt x="305" y="562"/>
                    <a:pt x="527" y="801"/>
                  </a:cubicBezTo>
                  <a:lnTo>
                    <a:pt x="527" y="801"/>
                  </a:lnTo>
                  <a:lnTo>
                    <a:pt x="490" y="815"/>
                  </a:lnTo>
                  <a:cubicBezTo>
                    <a:pt x="95" y="966"/>
                    <a:pt x="0" y="1588"/>
                    <a:pt x="490" y="1701"/>
                  </a:cubicBezTo>
                  <a:lnTo>
                    <a:pt x="510" y="1706"/>
                  </a:lnTo>
                  <a:lnTo>
                    <a:pt x="510" y="1706"/>
                  </a:lnTo>
                  <a:cubicBezTo>
                    <a:pt x="513" y="1735"/>
                    <a:pt x="518" y="1764"/>
                    <a:pt x="526" y="1792"/>
                  </a:cubicBezTo>
                  <a:lnTo>
                    <a:pt x="526" y="1792"/>
                  </a:lnTo>
                  <a:cubicBezTo>
                    <a:pt x="359" y="1948"/>
                    <a:pt x="379" y="2240"/>
                    <a:pt x="528" y="2422"/>
                  </a:cubicBezTo>
                  <a:lnTo>
                    <a:pt x="528" y="2422"/>
                  </a:lnTo>
                  <a:lnTo>
                    <a:pt x="471" y="2455"/>
                  </a:lnTo>
                  <a:cubicBezTo>
                    <a:pt x="38" y="2718"/>
                    <a:pt x="264" y="3284"/>
                    <a:pt x="698" y="3321"/>
                  </a:cubicBezTo>
                  <a:lnTo>
                    <a:pt x="822" y="3338"/>
                  </a:lnTo>
                  <a:lnTo>
                    <a:pt x="822" y="3338"/>
                  </a:lnTo>
                  <a:cubicBezTo>
                    <a:pt x="831" y="3375"/>
                    <a:pt x="844" y="3411"/>
                    <a:pt x="861" y="3445"/>
                  </a:cubicBezTo>
                  <a:lnTo>
                    <a:pt x="861" y="3445"/>
                  </a:lnTo>
                  <a:cubicBezTo>
                    <a:pt x="825" y="3478"/>
                    <a:pt x="789" y="3512"/>
                    <a:pt x="754" y="3547"/>
                  </a:cubicBezTo>
                  <a:cubicBezTo>
                    <a:pt x="432" y="3869"/>
                    <a:pt x="758" y="4339"/>
                    <a:pt x="1113" y="4339"/>
                  </a:cubicBezTo>
                  <a:cubicBezTo>
                    <a:pt x="1216" y="4339"/>
                    <a:pt x="1321" y="4300"/>
                    <a:pt x="1414" y="4207"/>
                  </a:cubicBezTo>
                  <a:cubicBezTo>
                    <a:pt x="1583" y="4019"/>
                    <a:pt x="1790" y="3868"/>
                    <a:pt x="2035" y="3774"/>
                  </a:cubicBezTo>
                  <a:cubicBezTo>
                    <a:pt x="2393" y="3642"/>
                    <a:pt x="2544" y="2963"/>
                    <a:pt x="2035" y="2888"/>
                  </a:cubicBezTo>
                  <a:lnTo>
                    <a:pt x="2017" y="2885"/>
                  </a:lnTo>
                  <a:lnTo>
                    <a:pt x="2017" y="2885"/>
                  </a:lnTo>
                  <a:cubicBezTo>
                    <a:pt x="2001" y="2811"/>
                    <a:pt x="1961" y="2743"/>
                    <a:pt x="1907" y="2684"/>
                  </a:cubicBezTo>
                  <a:lnTo>
                    <a:pt x="1907" y="2684"/>
                  </a:lnTo>
                  <a:cubicBezTo>
                    <a:pt x="2109" y="2533"/>
                    <a:pt x="2147" y="2277"/>
                    <a:pt x="2050" y="2079"/>
                  </a:cubicBezTo>
                  <a:lnTo>
                    <a:pt x="2050" y="2079"/>
                  </a:lnTo>
                  <a:cubicBezTo>
                    <a:pt x="2297" y="1867"/>
                    <a:pt x="2188" y="1338"/>
                    <a:pt x="1847" y="1286"/>
                  </a:cubicBezTo>
                  <a:lnTo>
                    <a:pt x="1763" y="1274"/>
                  </a:lnTo>
                  <a:lnTo>
                    <a:pt x="1763" y="1274"/>
                  </a:lnTo>
                  <a:cubicBezTo>
                    <a:pt x="1964" y="1119"/>
                    <a:pt x="2036" y="819"/>
                    <a:pt x="1911" y="620"/>
                  </a:cubicBezTo>
                  <a:lnTo>
                    <a:pt x="1911" y="620"/>
                  </a:lnTo>
                  <a:cubicBezTo>
                    <a:pt x="1975" y="385"/>
                    <a:pt x="1858" y="128"/>
                    <a:pt x="1602" y="43"/>
                  </a:cubicBezTo>
                  <a:cubicBezTo>
                    <a:pt x="1451" y="15"/>
                    <a:pt x="1305" y="0"/>
                    <a:pt x="1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0"/>
            <p:cNvSpPr/>
            <p:nvPr/>
          </p:nvSpPr>
          <p:spPr>
            <a:xfrm>
              <a:off x="10513792" y="1308344"/>
              <a:ext cx="96516" cy="151732"/>
            </a:xfrm>
            <a:custGeom>
              <a:avLst/>
              <a:gdLst/>
              <a:ahLst/>
              <a:cxnLst/>
              <a:rect l="l" t="t" r="r" b="b"/>
              <a:pathLst>
                <a:path w="3010" h="4732" extrusionOk="0">
                  <a:moveTo>
                    <a:pt x="880" y="0"/>
                  </a:moveTo>
                  <a:cubicBezTo>
                    <a:pt x="425" y="0"/>
                    <a:pt x="313" y="526"/>
                    <a:pt x="546" y="792"/>
                  </a:cubicBezTo>
                  <a:lnTo>
                    <a:pt x="546" y="792"/>
                  </a:lnTo>
                  <a:lnTo>
                    <a:pt x="428" y="829"/>
                  </a:lnTo>
                  <a:cubicBezTo>
                    <a:pt x="43" y="946"/>
                    <a:pt x="0" y="1449"/>
                    <a:pt x="298" y="1653"/>
                  </a:cubicBezTo>
                  <a:lnTo>
                    <a:pt x="298" y="1653"/>
                  </a:lnTo>
                  <a:cubicBezTo>
                    <a:pt x="90" y="1886"/>
                    <a:pt x="164" y="2341"/>
                    <a:pt x="522" y="2431"/>
                  </a:cubicBezTo>
                  <a:cubicBezTo>
                    <a:pt x="542" y="2435"/>
                    <a:pt x="562" y="2440"/>
                    <a:pt x="582" y="2445"/>
                  </a:cubicBezTo>
                  <a:lnTo>
                    <a:pt x="582" y="2445"/>
                  </a:lnTo>
                  <a:lnTo>
                    <a:pt x="447" y="2487"/>
                  </a:lnTo>
                  <a:cubicBezTo>
                    <a:pt x="118" y="2602"/>
                    <a:pt x="39" y="2988"/>
                    <a:pt x="209" y="3225"/>
                  </a:cubicBezTo>
                  <a:lnTo>
                    <a:pt x="209" y="3225"/>
                  </a:lnTo>
                  <a:cubicBezTo>
                    <a:pt x="47" y="3424"/>
                    <a:pt x="79" y="3738"/>
                    <a:pt x="306" y="3892"/>
                  </a:cubicBezTo>
                  <a:lnTo>
                    <a:pt x="306" y="3892"/>
                  </a:lnTo>
                  <a:cubicBezTo>
                    <a:pt x="181" y="4217"/>
                    <a:pt x="279" y="4568"/>
                    <a:pt x="767" y="4711"/>
                  </a:cubicBezTo>
                  <a:cubicBezTo>
                    <a:pt x="817" y="4725"/>
                    <a:pt x="864" y="4732"/>
                    <a:pt x="909" y="4732"/>
                  </a:cubicBezTo>
                  <a:cubicBezTo>
                    <a:pt x="1225" y="4732"/>
                    <a:pt x="1402" y="4395"/>
                    <a:pt x="1331" y="4122"/>
                  </a:cubicBezTo>
                  <a:lnTo>
                    <a:pt x="1331" y="4122"/>
                  </a:lnTo>
                  <a:cubicBezTo>
                    <a:pt x="1481" y="4033"/>
                    <a:pt x="1559" y="3880"/>
                    <a:pt x="1563" y="3725"/>
                  </a:cubicBezTo>
                  <a:lnTo>
                    <a:pt x="1563" y="3725"/>
                  </a:lnTo>
                  <a:cubicBezTo>
                    <a:pt x="1624" y="3714"/>
                    <a:pt x="1686" y="3703"/>
                    <a:pt x="1747" y="3693"/>
                  </a:cubicBezTo>
                  <a:cubicBezTo>
                    <a:pt x="2100" y="3623"/>
                    <a:pt x="2157" y="3213"/>
                    <a:pt x="1989" y="2965"/>
                  </a:cubicBezTo>
                  <a:lnTo>
                    <a:pt x="1989" y="2965"/>
                  </a:lnTo>
                  <a:lnTo>
                    <a:pt x="2067" y="2940"/>
                  </a:lnTo>
                  <a:cubicBezTo>
                    <a:pt x="2444" y="2826"/>
                    <a:pt x="2520" y="2299"/>
                    <a:pt x="2180" y="2092"/>
                  </a:cubicBezTo>
                  <a:cubicBezTo>
                    <a:pt x="2078" y="2032"/>
                    <a:pt x="1975" y="1976"/>
                    <a:pt x="1872" y="1925"/>
                  </a:cubicBezTo>
                  <a:lnTo>
                    <a:pt x="1872" y="1925"/>
                  </a:lnTo>
                  <a:cubicBezTo>
                    <a:pt x="2012" y="1744"/>
                    <a:pt x="1999" y="1480"/>
                    <a:pt x="1847" y="1316"/>
                  </a:cubicBezTo>
                  <a:lnTo>
                    <a:pt x="1847" y="1316"/>
                  </a:lnTo>
                  <a:cubicBezTo>
                    <a:pt x="1883" y="1278"/>
                    <a:pt x="1913" y="1235"/>
                    <a:pt x="1935" y="1188"/>
                  </a:cubicBezTo>
                  <a:lnTo>
                    <a:pt x="1935" y="1188"/>
                  </a:lnTo>
                  <a:lnTo>
                    <a:pt x="2331" y="1149"/>
                  </a:lnTo>
                  <a:cubicBezTo>
                    <a:pt x="2840" y="1093"/>
                    <a:pt x="3009" y="396"/>
                    <a:pt x="2463" y="226"/>
                  </a:cubicBezTo>
                  <a:cubicBezTo>
                    <a:pt x="1954" y="75"/>
                    <a:pt x="1427" y="0"/>
                    <a:pt x="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0"/>
            <p:cNvSpPr/>
            <p:nvPr/>
          </p:nvSpPr>
          <p:spPr>
            <a:xfrm>
              <a:off x="10327270" y="1587598"/>
              <a:ext cx="45596" cy="88467"/>
            </a:xfrm>
            <a:custGeom>
              <a:avLst/>
              <a:gdLst/>
              <a:ahLst/>
              <a:cxnLst/>
              <a:rect l="l" t="t" r="r" b="b"/>
              <a:pathLst>
                <a:path w="1422" h="2759" extrusionOk="0">
                  <a:moveTo>
                    <a:pt x="474" y="1841"/>
                  </a:moveTo>
                  <a:lnTo>
                    <a:pt x="474" y="1841"/>
                  </a:lnTo>
                  <a:cubicBezTo>
                    <a:pt x="482" y="1842"/>
                    <a:pt x="490" y="1842"/>
                    <a:pt x="498" y="1843"/>
                  </a:cubicBezTo>
                  <a:cubicBezTo>
                    <a:pt x="489" y="1843"/>
                    <a:pt x="481" y="1842"/>
                    <a:pt x="474" y="1841"/>
                  </a:cubicBezTo>
                  <a:close/>
                  <a:moveTo>
                    <a:pt x="718" y="1"/>
                  </a:moveTo>
                  <a:cubicBezTo>
                    <a:pt x="432" y="1"/>
                    <a:pt x="157" y="184"/>
                    <a:pt x="65" y="486"/>
                  </a:cubicBezTo>
                  <a:cubicBezTo>
                    <a:pt x="33" y="675"/>
                    <a:pt x="67" y="864"/>
                    <a:pt x="167" y="1019"/>
                  </a:cubicBezTo>
                  <a:lnTo>
                    <a:pt x="167" y="1019"/>
                  </a:lnTo>
                  <a:cubicBezTo>
                    <a:pt x="120" y="1088"/>
                    <a:pt x="86" y="1164"/>
                    <a:pt x="65" y="1240"/>
                  </a:cubicBezTo>
                  <a:cubicBezTo>
                    <a:pt x="1" y="1494"/>
                    <a:pt x="139" y="1735"/>
                    <a:pt x="365" y="1816"/>
                  </a:cubicBezTo>
                  <a:lnTo>
                    <a:pt x="365" y="1816"/>
                  </a:lnTo>
                  <a:cubicBezTo>
                    <a:pt x="359" y="1824"/>
                    <a:pt x="354" y="1833"/>
                    <a:pt x="347" y="1843"/>
                  </a:cubicBezTo>
                  <a:cubicBezTo>
                    <a:pt x="310" y="1918"/>
                    <a:pt x="291" y="1994"/>
                    <a:pt x="272" y="2088"/>
                  </a:cubicBezTo>
                  <a:cubicBezTo>
                    <a:pt x="253" y="2276"/>
                    <a:pt x="328" y="2465"/>
                    <a:pt x="460" y="2597"/>
                  </a:cubicBezTo>
                  <a:cubicBezTo>
                    <a:pt x="547" y="2711"/>
                    <a:pt x="652" y="2759"/>
                    <a:pt x="755" y="2759"/>
                  </a:cubicBezTo>
                  <a:cubicBezTo>
                    <a:pt x="1006" y="2759"/>
                    <a:pt x="1251" y="2478"/>
                    <a:pt x="1221" y="2186"/>
                  </a:cubicBezTo>
                  <a:lnTo>
                    <a:pt x="1221" y="2186"/>
                  </a:lnTo>
                  <a:cubicBezTo>
                    <a:pt x="1235" y="2175"/>
                    <a:pt x="1256" y="2140"/>
                    <a:pt x="1289" y="2069"/>
                  </a:cubicBezTo>
                  <a:cubicBezTo>
                    <a:pt x="1384" y="1843"/>
                    <a:pt x="1384" y="1598"/>
                    <a:pt x="1271" y="1391"/>
                  </a:cubicBezTo>
                  <a:lnTo>
                    <a:pt x="1271" y="1391"/>
                  </a:lnTo>
                  <a:cubicBezTo>
                    <a:pt x="1367" y="1282"/>
                    <a:pt x="1421" y="1138"/>
                    <a:pt x="1421" y="995"/>
                  </a:cubicBezTo>
                  <a:cubicBezTo>
                    <a:pt x="1407" y="870"/>
                    <a:pt x="1363" y="755"/>
                    <a:pt x="1287" y="658"/>
                  </a:cubicBezTo>
                  <a:lnTo>
                    <a:pt x="1287" y="658"/>
                  </a:lnTo>
                  <a:cubicBezTo>
                    <a:pt x="1375" y="462"/>
                    <a:pt x="1344" y="221"/>
                    <a:pt x="1101" y="91"/>
                  </a:cubicBezTo>
                  <a:lnTo>
                    <a:pt x="1101" y="91"/>
                  </a:lnTo>
                  <a:lnTo>
                    <a:pt x="1082" y="109"/>
                  </a:lnTo>
                  <a:cubicBezTo>
                    <a:pt x="968" y="35"/>
                    <a:pt x="842" y="1"/>
                    <a:pt x="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0"/>
            <p:cNvSpPr/>
            <p:nvPr/>
          </p:nvSpPr>
          <p:spPr>
            <a:xfrm>
              <a:off x="10323903" y="1663817"/>
              <a:ext cx="41685" cy="277523"/>
            </a:xfrm>
            <a:custGeom>
              <a:avLst/>
              <a:gdLst/>
              <a:ahLst/>
              <a:cxnLst/>
              <a:rect l="l" t="t" r="r" b="b"/>
              <a:pathLst>
                <a:path w="1300" h="8655" extrusionOk="0">
                  <a:moveTo>
                    <a:pt x="818" y="1"/>
                  </a:moveTo>
                  <a:cubicBezTo>
                    <a:pt x="583" y="1"/>
                    <a:pt x="330" y="151"/>
                    <a:pt x="302" y="446"/>
                  </a:cubicBezTo>
                  <a:cubicBezTo>
                    <a:pt x="0" y="3027"/>
                    <a:pt x="0" y="5627"/>
                    <a:pt x="339" y="8209"/>
                  </a:cubicBezTo>
                  <a:cubicBezTo>
                    <a:pt x="377" y="8503"/>
                    <a:pt x="631" y="8654"/>
                    <a:pt x="863" y="8654"/>
                  </a:cubicBezTo>
                  <a:cubicBezTo>
                    <a:pt x="1092" y="8654"/>
                    <a:pt x="1300" y="8508"/>
                    <a:pt x="1262" y="8209"/>
                  </a:cubicBezTo>
                  <a:cubicBezTo>
                    <a:pt x="942" y="5627"/>
                    <a:pt x="923" y="3027"/>
                    <a:pt x="1225" y="446"/>
                  </a:cubicBezTo>
                  <a:cubicBezTo>
                    <a:pt x="1262" y="147"/>
                    <a:pt x="1049" y="1"/>
                    <a:pt x="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0"/>
            <p:cNvSpPr/>
            <p:nvPr/>
          </p:nvSpPr>
          <p:spPr>
            <a:xfrm>
              <a:off x="10074341" y="1609595"/>
              <a:ext cx="67817" cy="57653"/>
            </a:xfrm>
            <a:custGeom>
              <a:avLst/>
              <a:gdLst/>
              <a:ahLst/>
              <a:cxnLst/>
              <a:rect l="l" t="t" r="r" b="b"/>
              <a:pathLst>
                <a:path w="2115" h="1798" extrusionOk="0">
                  <a:moveTo>
                    <a:pt x="660" y="1"/>
                  </a:moveTo>
                  <a:cubicBezTo>
                    <a:pt x="613" y="1"/>
                    <a:pt x="563" y="9"/>
                    <a:pt x="510" y="26"/>
                  </a:cubicBezTo>
                  <a:cubicBezTo>
                    <a:pt x="284" y="64"/>
                    <a:pt x="114" y="234"/>
                    <a:pt x="76" y="460"/>
                  </a:cubicBezTo>
                  <a:cubicBezTo>
                    <a:pt x="1" y="761"/>
                    <a:pt x="208" y="1044"/>
                    <a:pt x="529" y="1044"/>
                  </a:cubicBezTo>
                  <a:cubicBezTo>
                    <a:pt x="623" y="1044"/>
                    <a:pt x="736" y="1063"/>
                    <a:pt x="830" y="1119"/>
                  </a:cubicBezTo>
                  <a:cubicBezTo>
                    <a:pt x="843" y="1132"/>
                    <a:pt x="855" y="1144"/>
                    <a:pt x="865" y="1154"/>
                  </a:cubicBezTo>
                  <a:lnTo>
                    <a:pt x="865" y="1154"/>
                  </a:lnTo>
                  <a:cubicBezTo>
                    <a:pt x="684" y="1485"/>
                    <a:pt x="995" y="1797"/>
                    <a:pt x="1314" y="1797"/>
                  </a:cubicBezTo>
                  <a:cubicBezTo>
                    <a:pt x="1454" y="1797"/>
                    <a:pt x="1596" y="1737"/>
                    <a:pt x="1697" y="1590"/>
                  </a:cubicBezTo>
                  <a:cubicBezTo>
                    <a:pt x="2114" y="964"/>
                    <a:pt x="1588" y="397"/>
                    <a:pt x="995" y="197"/>
                  </a:cubicBezTo>
                  <a:lnTo>
                    <a:pt x="995" y="197"/>
                  </a:lnTo>
                  <a:cubicBezTo>
                    <a:pt x="924" y="82"/>
                    <a:pt x="808" y="1"/>
                    <a:pt x="6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0"/>
            <p:cNvSpPr/>
            <p:nvPr/>
          </p:nvSpPr>
          <p:spPr>
            <a:xfrm>
              <a:off x="10097556" y="1643904"/>
              <a:ext cx="272296" cy="303303"/>
            </a:xfrm>
            <a:custGeom>
              <a:avLst/>
              <a:gdLst/>
              <a:ahLst/>
              <a:cxnLst/>
              <a:rect l="l" t="t" r="r" b="b"/>
              <a:pathLst>
                <a:path w="8492" h="9459" extrusionOk="0">
                  <a:moveTo>
                    <a:pt x="564" y="0"/>
                  </a:moveTo>
                  <a:cubicBezTo>
                    <a:pt x="278" y="0"/>
                    <a:pt x="0" y="218"/>
                    <a:pt x="125" y="558"/>
                  </a:cubicBezTo>
                  <a:lnTo>
                    <a:pt x="144" y="558"/>
                  </a:lnTo>
                  <a:cubicBezTo>
                    <a:pt x="1500" y="4308"/>
                    <a:pt x="3705" y="8189"/>
                    <a:pt x="7719" y="9433"/>
                  </a:cubicBezTo>
                  <a:cubicBezTo>
                    <a:pt x="7774" y="9451"/>
                    <a:pt x="7827" y="9459"/>
                    <a:pt x="7876" y="9459"/>
                  </a:cubicBezTo>
                  <a:cubicBezTo>
                    <a:pt x="8342" y="9459"/>
                    <a:pt x="8492" y="8718"/>
                    <a:pt x="7963" y="8547"/>
                  </a:cubicBezTo>
                  <a:cubicBezTo>
                    <a:pt x="4289" y="7398"/>
                    <a:pt x="2273" y="3724"/>
                    <a:pt x="1029" y="313"/>
                  </a:cubicBezTo>
                  <a:cubicBezTo>
                    <a:pt x="947" y="95"/>
                    <a:pt x="75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0"/>
            <p:cNvSpPr/>
            <p:nvPr/>
          </p:nvSpPr>
          <p:spPr>
            <a:xfrm>
              <a:off x="10602227" y="1620689"/>
              <a:ext cx="52651" cy="65894"/>
            </a:xfrm>
            <a:custGeom>
              <a:avLst/>
              <a:gdLst/>
              <a:ahLst/>
              <a:cxnLst/>
              <a:rect l="l" t="t" r="r" b="b"/>
              <a:pathLst>
                <a:path w="1642" h="2055" extrusionOk="0">
                  <a:moveTo>
                    <a:pt x="921" y="0"/>
                  </a:moveTo>
                  <a:cubicBezTo>
                    <a:pt x="678" y="0"/>
                    <a:pt x="451" y="110"/>
                    <a:pt x="346" y="378"/>
                  </a:cubicBezTo>
                  <a:cubicBezTo>
                    <a:pt x="270" y="547"/>
                    <a:pt x="289" y="754"/>
                    <a:pt x="383" y="924"/>
                  </a:cubicBezTo>
                  <a:cubicBezTo>
                    <a:pt x="398" y="943"/>
                    <a:pt x="414" y="963"/>
                    <a:pt x="430" y="981"/>
                  </a:cubicBezTo>
                  <a:lnTo>
                    <a:pt x="430" y="981"/>
                  </a:lnTo>
                  <a:cubicBezTo>
                    <a:pt x="427" y="988"/>
                    <a:pt x="424" y="994"/>
                    <a:pt x="421" y="999"/>
                  </a:cubicBezTo>
                  <a:cubicBezTo>
                    <a:pt x="393" y="1056"/>
                    <a:pt x="375" y="1116"/>
                    <a:pt x="367" y="1177"/>
                  </a:cubicBezTo>
                  <a:lnTo>
                    <a:pt x="367" y="1177"/>
                  </a:lnTo>
                  <a:cubicBezTo>
                    <a:pt x="0" y="1361"/>
                    <a:pt x="75" y="2038"/>
                    <a:pt x="591" y="2055"/>
                  </a:cubicBezTo>
                  <a:cubicBezTo>
                    <a:pt x="911" y="2055"/>
                    <a:pt x="1212" y="1904"/>
                    <a:pt x="1363" y="1621"/>
                  </a:cubicBezTo>
                  <a:cubicBezTo>
                    <a:pt x="1443" y="1483"/>
                    <a:pt x="1445" y="1335"/>
                    <a:pt x="1394" y="1209"/>
                  </a:cubicBezTo>
                  <a:lnTo>
                    <a:pt x="1394" y="1209"/>
                  </a:lnTo>
                  <a:cubicBezTo>
                    <a:pt x="1484" y="1082"/>
                    <a:pt x="1556" y="955"/>
                    <a:pt x="1533" y="754"/>
                  </a:cubicBezTo>
                  <a:cubicBezTo>
                    <a:pt x="1529" y="741"/>
                    <a:pt x="1526" y="727"/>
                    <a:pt x="1522" y="714"/>
                  </a:cubicBezTo>
                  <a:lnTo>
                    <a:pt x="1522" y="714"/>
                  </a:lnTo>
                  <a:cubicBezTo>
                    <a:pt x="1641" y="511"/>
                    <a:pt x="1628" y="237"/>
                    <a:pt x="1363" y="95"/>
                  </a:cubicBezTo>
                  <a:lnTo>
                    <a:pt x="1363" y="95"/>
                  </a:lnTo>
                  <a:lnTo>
                    <a:pt x="1363" y="114"/>
                  </a:lnTo>
                  <a:cubicBezTo>
                    <a:pt x="1227" y="42"/>
                    <a:pt x="1071" y="0"/>
                    <a:pt x="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0"/>
            <p:cNvSpPr/>
            <p:nvPr/>
          </p:nvSpPr>
          <p:spPr>
            <a:xfrm>
              <a:off x="10333458" y="1666638"/>
              <a:ext cx="307439" cy="279799"/>
            </a:xfrm>
            <a:custGeom>
              <a:avLst/>
              <a:gdLst/>
              <a:ahLst/>
              <a:cxnLst/>
              <a:rect l="l" t="t" r="r" b="b"/>
              <a:pathLst>
                <a:path w="9588" h="8726" extrusionOk="0">
                  <a:moveTo>
                    <a:pt x="8926" y="0"/>
                  </a:moveTo>
                  <a:cubicBezTo>
                    <a:pt x="8784" y="0"/>
                    <a:pt x="8641" y="61"/>
                    <a:pt x="8539" y="207"/>
                  </a:cubicBezTo>
                  <a:cubicBezTo>
                    <a:pt x="7559" y="1639"/>
                    <a:pt x="6598" y="3052"/>
                    <a:pt x="5619" y="4484"/>
                  </a:cubicBezTo>
                  <a:cubicBezTo>
                    <a:pt x="4595" y="5952"/>
                    <a:pt x="3338" y="7807"/>
                    <a:pt x="1430" y="7807"/>
                  </a:cubicBezTo>
                  <a:cubicBezTo>
                    <a:pt x="1232" y="7807"/>
                    <a:pt x="1027" y="7787"/>
                    <a:pt x="814" y="7744"/>
                  </a:cubicBezTo>
                  <a:cubicBezTo>
                    <a:pt x="780" y="7737"/>
                    <a:pt x="746" y="7734"/>
                    <a:pt x="714" y="7734"/>
                  </a:cubicBezTo>
                  <a:cubicBezTo>
                    <a:pt x="202" y="7734"/>
                    <a:pt x="0" y="8542"/>
                    <a:pt x="550" y="8648"/>
                  </a:cubicBezTo>
                  <a:cubicBezTo>
                    <a:pt x="828" y="8701"/>
                    <a:pt x="1099" y="8726"/>
                    <a:pt x="1362" y="8726"/>
                  </a:cubicBezTo>
                  <a:cubicBezTo>
                    <a:pt x="2809" y="8726"/>
                    <a:pt x="4030" y="7969"/>
                    <a:pt x="5035" y="6821"/>
                  </a:cubicBezTo>
                  <a:cubicBezTo>
                    <a:pt x="6655" y="4955"/>
                    <a:pt x="7936" y="2732"/>
                    <a:pt x="9350" y="678"/>
                  </a:cubicBezTo>
                  <a:cubicBezTo>
                    <a:pt x="9587" y="334"/>
                    <a:pt x="9260" y="0"/>
                    <a:pt x="89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10088482" y="195689"/>
              <a:ext cx="224904" cy="1106884"/>
            </a:xfrm>
            <a:custGeom>
              <a:avLst/>
              <a:gdLst/>
              <a:ahLst/>
              <a:cxnLst/>
              <a:rect l="l" t="t" r="r" b="b"/>
              <a:pathLst>
                <a:path w="7014" h="34520" extrusionOk="0">
                  <a:moveTo>
                    <a:pt x="6448" y="1"/>
                  </a:moveTo>
                  <a:cubicBezTo>
                    <a:pt x="6263" y="1"/>
                    <a:pt x="6088" y="106"/>
                    <a:pt x="6042" y="350"/>
                  </a:cubicBezTo>
                  <a:cubicBezTo>
                    <a:pt x="4045" y="11543"/>
                    <a:pt x="2066" y="22735"/>
                    <a:pt x="69" y="33928"/>
                  </a:cubicBezTo>
                  <a:cubicBezTo>
                    <a:pt x="0" y="34282"/>
                    <a:pt x="307" y="34519"/>
                    <a:pt x="580" y="34519"/>
                  </a:cubicBezTo>
                  <a:cubicBezTo>
                    <a:pt x="756" y="34519"/>
                    <a:pt x="917" y="34420"/>
                    <a:pt x="954" y="34191"/>
                  </a:cubicBezTo>
                  <a:lnTo>
                    <a:pt x="973" y="34172"/>
                  </a:lnTo>
                  <a:cubicBezTo>
                    <a:pt x="2952" y="22980"/>
                    <a:pt x="4949" y="11769"/>
                    <a:pt x="6946" y="576"/>
                  </a:cubicBezTo>
                  <a:cubicBezTo>
                    <a:pt x="7014" y="228"/>
                    <a:pt x="6720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10279653" y="195528"/>
              <a:ext cx="297307" cy="1142925"/>
            </a:xfrm>
            <a:custGeom>
              <a:avLst/>
              <a:gdLst/>
              <a:ahLst/>
              <a:cxnLst/>
              <a:rect l="l" t="t" r="r" b="b"/>
              <a:pathLst>
                <a:path w="9272" h="35644" extrusionOk="0">
                  <a:moveTo>
                    <a:pt x="568" y="1"/>
                  </a:moveTo>
                  <a:cubicBezTo>
                    <a:pt x="293" y="1"/>
                    <a:pt x="1" y="224"/>
                    <a:pt x="80" y="562"/>
                  </a:cubicBezTo>
                  <a:cubicBezTo>
                    <a:pt x="2812" y="12150"/>
                    <a:pt x="5544" y="23720"/>
                    <a:pt x="8295" y="35308"/>
                  </a:cubicBezTo>
                  <a:cubicBezTo>
                    <a:pt x="8348" y="35543"/>
                    <a:pt x="8526" y="35644"/>
                    <a:pt x="8710" y="35644"/>
                  </a:cubicBezTo>
                  <a:cubicBezTo>
                    <a:pt x="8984" y="35644"/>
                    <a:pt x="9271" y="35420"/>
                    <a:pt x="9181" y="35082"/>
                  </a:cubicBezTo>
                  <a:cubicBezTo>
                    <a:pt x="6449" y="23494"/>
                    <a:pt x="3717" y="11906"/>
                    <a:pt x="984" y="336"/>
                  </a:cubicBezTo>
                  <a:cubicBezTo>
                    <a:pt x="931" y="101"/>
                    <a:pt x="754" y="1"/>
                    <a:pt x="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0"/>
            <p:cNvSpPr/>
            <p:nvPr/>
          </p:nvSpPr>
          <p:spPr>
            <a:xfrm>
              <a:off x="10712371" y="955597"/>
              <a:ext cx="84587" cy="71922"/>
            </a:xfrm>
            <a:custGeom>
              <a:avLst/>
              <a:gdLst/>
              <a:ahLst/>
              <a:cxnLst/>
              <a:rect l="l" t="t" r="r" b="b"/>
              <a:pathLst>
                <a:path w="2638" h="2243" extrusionOk="0">
                  <a:moveTo>
                    <a:pt x="1177" y="0"/>
                  </a:moveTo>
                  <a:cubicBezTo>
                    <a:pt x="633" y="0"/>
                    <a:pt x="99" y="393"/>
                    <a:pt x="39" y="1033"/>
                  </a:cubicBezTo>
                  <a:cubicBezTo>
                    <a:pt x="1" y="1636"/>
                    <a:pt x="453" y="2183"/>
                    <a:pt x="1075" y="2239"/>
                  </a:cubicBezTo>
                  <a:cubicBezTo>
                    <a:pt x="1106" y="2242"/>
                    <a:pt x="1136" y="2243"/>
                    <a:pt x="1166" y="2243"/>
                  </a:cubicBezTo>
                  <a:cubicBezTo>
                    <a:pt x="2091" y="2243"/>
                    <a:pt x="2638" y="1141"/>
                    <a:pt x="2017" y="393"/>
                  </a:cubicBezTo>
                  <a:cubicBezTo>
                    <a:pt x="1787" y="123"/>
                    <a:pt x="1480" y="0"/>
                    <a:pt x="11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10360746" y="865558"/>
              <a:ext cx="35945" cy="30205"/>
            </a:xfrm>
            <a:custGeom>
              <a:avLst/>
              <a:gdLst/>
              <a:ahLst/>
              <a:cxnLst/>
              <a:rect l="l" t="t" r="r" b="b"/>
              <a:pathLst>
                <a:path w="1121" h="942" extrusionOk="0">
                  <a:moveTo>
                    <a:pt x="500" y="1"/>
                  </a:moveTo>
                  <a:cubicBezTo>
                    <a:pt x="271" y="1"/>
                    <a:pt x="44" y="171"/>
                    <a:pt x="19" y="450"/>
                  </a:cubicBezTo>
                  <a:cubicBezTo>
                    <a:pt x="0" y="695"/>
                    <a:pt x="189" y="921"/>
                    <a:pt x="453" y="940"/>
                  </a:cubicBezTo>
                  <a:cubicBezTo>
                    <a:pt x="468" y="941"/>
                    <a:pt x="483" y="942"/>
                    <a:pt x="498" y="942"/>
                  </a:cubicBezTo>
                  <a:cubicBezTo>
                    <a:pt x="886" y="942"/>
                    <a:pt x="1121" y="476"/>
                    <a:pt x="848" y="167"/>
                  </a:cubicBezTo>
                  <a:cubicBezTo>
                    <a:pt x="754" y="53"/>
                    <a:pt x="627" y="1"/>
                    <a:pt x="5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10258042" y="835802"/>
              <a:ext cx="53292" cy="45500"/>
            </a:xfrm>
            <a:custGeom>
              <a:avLst/>
              <a:gdLst/>
              <a:ahLst/>
              <a:cxnLst/>
              <a:rect l="l" t="t" r="r" b="b"/>
              <a:pathLst>
                <a:path w="1662" h="1419" extrusionOk="0">
                  <a:moveTo>
                    <a:pt x="735" y="1"/>
                  </a:moveTo>
                  <a:cubicBezTo>
                    <a:pt x="393" y="1"/>
                    <a:pt x="55" y="245"/>
                    <a:pt x="19" y="643"/>
                  </a:cubicBezTo>
                  <a:cubicBezTo>
                    <a:pt x="0" y="1038"/>
                    <a:pt x="283" y="1378"/>
                    <a:pt x="660" y="1415"/>
                  </a:cubicBezTo>
                  <a:cubicBezTo>
                    <a:pt x="683" y="1417"/>
                    <a:pt x="706" y="1418"/>
                    <a:pt x="729" y="1418"/>
                  </a:cubicBezTo>
                  <a:cubicBezTo>
                    <a:pt x="1327" y="1418"/>
                    <a:pt x="1662" y="719"/>
                    <a:pt x="1263" y="247"/>
                  </a:cubicBezTo>
                  <a:cubicBezTo>
                    <a:pt x="1120" y="78"/>
                    <a:pt x="927" y="1"/>
                    <a:pt x="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0"/>
            <p:cNvSpPr/>
            <p:nvPr/>
          </p:nvSpPr>
          <p:spPr>
            <a:xfrm>
              <a:off x="9935981" y="825381"/>
              <a:ext cx="876112" cy="884673"/>
            </a:xfrm>
            <a:custGeom>
              <a:avLst/>
              <a:gdLst/>
              <a:ahLst/>
              <a:cxnLst/>
              <a:rect l="l" t="t" r="r" b="b"/>
              <a:pathLst>
                <a:path w="27323" h="27590" extrusionOk="0">
                  <a:moveTo>
                    <a:pt x="24704" y="7732"/>
                  </a:moveTo>
                  <a:lnTo>
                    <a:pt x="24704" y="7732"/>
                  </a:lnTo>
                  <a:cubicBezTo>
                    <a:pt x="24685" y="7789"/>
                    <a:pt x="24666" y="7864"/>
                    <a:pt x="24666" y="7921"/>
                  </a:cubicBezTo>
                  <a:lnTo>
                    <a:pt x="24647" y="7940"/>
                  </a:lnTo>
                  <a:cubicBezTo>
                    <a:pt x="24628" y="7921"/>
                    <a:pt x="24591" y="7902"/>
                    <a:pt x="24591" y="7883"/>
                  </a:cubicBezTo>
                  <a:cubicBezTo>
                    <a:pt x="24628" y="7827"/>
                    <a:pt x="24666" y="7789"/>
                    <a:pt x="24704" y="7732"/>
                  </a:cubicBezTo>
                  <a:close/>
                  <a:moveTo>
                    <a:pt x="15575" y="0"/>
                  </a:moveTo>
                  <a:cubicBezTo>
                    <a:pt x="15417" y="0"/>
                    <a:pt x="15254" y="32"/>
                    <a:pt x="15094" y="101"/>
                  </a:cubicBezTo>
                  <a:cubicBezTo>
                    <a:pt x="14284" y="478"/>
                    <a:pt x="14190" y="1608"/>
                    <a:pt x="14924" y="2117"/>
                  </a:cubicBezTo>
                  <a:cubicBezTo>
                    <a:pt x="14604" y="2287"/>
                    <a:pt x="14359" y="2551"/>
                    <a:pt x="14208" y="2890"/>
                  </a:cubicBezTo>
                  <a:cubicBezTo>
                    <a:pt x="13982" y="2569"/>
                    <a:pt x="13605" y="2362"/>
                    <a:pt x="13210" y="2324"/>
                  </a:cubicBezTo>
                  <a:cubicBezTo>
                    <a:pt x="13172" y="2321"/>
                    <a:pt x="13135" y="2320"/>
                    <a:pt x="13098" y="2320"/>
                  </a:cubicBezTo>
                  <a:cubicBezTo>
                    <a:pt x="12915" y="2320"/>
                    <a:pt x="12742" y="2359"/>
                    <a:pt x="12569" y="2438"/>
                  </a:cubicBezTo>
                  <a:cubicBezTo>
                    <a:pt x="12400" y="2211"/>
                    <a:pt x="12136" y="2061"/>
                    <a:pt x="11872" y="2042"/>
                  </a:cubicBezTo>
                  <a:cubicBezTo>
                    <a:pt x="11837" y="2038"/>
                    <a:pt x="11803" y="2037"/>
                    <a:pt x="11769" y="2037"/>
                  </a:cubicBezTo>
                  <a:cubicBezTo>
                    <a:pt x="11250" y="2037"/>
                    <a:pt x="10832" y="2433"/>
                    <a:pt x="10779" y="2946"/>
                  </a:cubicBezTo>
                  <a:cubicBezTo>
                    <a:pt x="10779" y="3022"/>
                    <a:pt x="10798" y="3116"/>
                    <a:pt x="10817" y="3191"/>
                  </a:cubicBezTo>
                  <a:cubicBezTo>
                    <a:pt x="10685" y="3097"/>
                    <a:pt x="10534" y="3040"/>
                    <a:pt x="10383" y="3022"/>
                  </a:cubicBezTo>
                  <a:cubicBezTo>
                    <a:pt x="10164" y="2591"/>
                    <a:pt x="9769" y="2395"/>
                    <a:pt x="9377" y="2395"/>
                  </a:cubicBezTo>
                  <a:cubicBezTo>
                    <a:pt x="8825" y="2395"/>
                    <a:pt x="8279" y="2783"/>
                    <a:pt x="8235" y="3455"/>
                  </a:cubicBezTo>
                  <a:lnTo>
                    <a:pt x="8235" y="3530"/>
                  </a:lnTo>
                  <a:cubicBezTo>
                    <a:pt x="8152" y="3497"/>
                    <a:pt x="8066" y="3481"/>
                    <a:pt x="7982" y="3481"/>
                  </a:cubicBezTo>
                  <a:cubicBezTo>
                    <a:pt x="7690" y="3481"/>
                    <a:pt x="7423" y="3675"/>
                    <a:pt x="7350" y="3983"/>
                  </a:cubicBezTo>
                  <a:cubicBezTo>
                    <a:pt x="7067" y="4058"/>
                    <a:pt x="6822" y="4246"/>
                    <a:pt x="6671" y="4510"/>
                  </a:cubicBezTo>
                  <a:cubicBezTo>
                    <a:pt x="6521" y="4359"/>
                    <a:pt x="6332" y="4246"/>
                    <a:pt x="6125" y="4228"/>
                  </a:cubicBezTo>
                  <a:cubicBezTo>
                    <a:pt x="5955" y="4228"/>
                    <a:pt x="5805" y="4265"/>
                    <a:pt x="5654" y="4322"/>
                  </a:cubicBezTo>
                  <a:cubicBezTo>
                    <a:pt x="5522" y="4133"/>
                    <a:pt x="5315" y="4001"/>
                    <a:pt x="5070" y="3983"/>
                  </a:cubicBezTo>
                  <a:cubicBezTo>
                    <a:pt x="5040" y="3980"/>
                    <a:pt x="5011" y="3978"/>
                    <a:pt x="4983" y="3978"/>
                  </a:cubicBezTo>
                  <a:cubicBezTo>
                    <a:pt x="4320" y="3978"/>
                    <a:pt x="3941" y="4796"/>
                    <a:pt x="4429" y="5320"/>
                  </a:cubicBezTo>
                  <a:cubicBezTo>
                    <a:pt x="4278" y="5377"/>
                    <a:pt x="4165" y="5490"/>
                    <a:pt x="4071" y="5603"/>
                  </a:cubicBezTo>
                  <a:cubicBezTo>
                    <a:pt x="3901" y="5358"/>
                    <a:pt x="3619" y="5207"/>
                    <a:pt x="3336" y="5170"/>
                  </a:cubicBezTo>
                  <a:cubicBezTo>
                    <a:pt x="3312" y="5168"/>
                    <a:pt x="3288" y="5167"/>
                    <a:pt x="3265" y="5167"/>
                  </a:cubicBezTo>
                  <a:cubicBezTo>
                    <a:pt x="2730" y="5167"/>
                    <a:pt x="2279" y="5570"/>
                    <a:pt x="2224" y="6093"/>
                  </a:cubicBezTo>
                  <a:cubicBezTo>
                    <a:pt x="2218" y="6106"/>
                    <a:pt x="2210" y="6110"/>
                    <a:pt x="2200" y="6110"/>
                  </a:cubicBezTo>
                  <a:cubicBezTo>
                    <a:pt x="2180" y="6110"/>
                    <a:pt x="2155" y="6093"/>
                    <a:pt x="2130" y="6093"/>
                  </a:cubicBezTo>
                  <a:cubicBezTo>
                    <a:pt x="2106" y="6091"/>
                    <a:pt x="2082" y="6091"/>
                    <a:pt x="2058" y="6091"/>
                  </a:cubicBezTo>
                  <a:cubicBezTo>
                    <a:pt x="1543" y="6091"/>
                    <a:pt x="1110" y="6475"/>
                    <a:pt x="1056" y="6997"/>
                  </a:cubicBezTo>
                  <a:lnTo>
                    <a:pt x="1056" y="7035"/>
                  </a:lnTo>
                  <a:cubicBezTo>
                    <a:pt x="510" y="7224"/>
                    <a:pt x="95" y="7582"/>
                    <a:pt x="58" y="8053"/>
                  </a:cubicBezTo>
                  <a:cubicBezTo>
                    <a:pt x="1" y="8769"/>
                    <a:pt x="755" y="9409"/>
                    <a:pt x="1735" y="9485"/>
                  </a:cubicBezTo>
                  <a:cubicBezTo>
                    <a:pt x="1797" y="9489"/>
                    <a:pt x="1859" y="9491"/>
                    <a:pt x="1921" y="9491"/>
                  </a:cubicBezTo>
                  <a:cubicBezTo>
                    <a:pt x="2123" y="9491"/>
                    <a:pt x="2324" y="9467"/>
                    <a:pt x="2526" y="9409"/>
                  </a:cubicBezTo>
                  <a:cubicBezTo>
                    <a:pt x="2677" y="9579"/>
                    <a:pt x="2884" y="9692"/>
                    <a:pt x="3091" y="9730"/>
                  </a:cubicBezTo>
                  <a:cubicBezTo>
                    <a:pt x="3113" y="9731"/>
                    <a:pt x="3134" y="9732"/>
                    <a:pt x="3156" y="9732"/>
                  </a:cubicBezTo>
                  <a:cubicBezTo>
                    <a:pt x="3620" y="9732"/>
                    <a:pt x="4043" y="9346"/>
                    <a:pt x="4259" y="8787"/>
                  </a:cubicBezTo>
                  <a:cubicBezTo>
                    <a:pt x="4391" y="8919"/>
                    <a:pt x="4561" y="8995"/>
                    <a:pt x="4749" y="9014"/>
                  </a:cubicBezTo>
                  <a:cubicBezTo>
                    <a:pt x="5013" y="9014"/>
                    <a:pt x="5277" y="8919"/>
                    <a:pt x="5465" y="8712"/>
                  </a:cubicBezTo>
                  <a:cubicBezTo>
                    <a:pt x="5950" y="9269"/>
                    <a:pt x="6626" y="9555"/>
                    <a:pt x="7305" y="9555"/>
                  </a:cubicBezTo>
                  <a:cubicBezTo>
                    <a:pt x="7868" y="9555"/>
                    <a:pt x="8434" y="9358"/>
                    <a:pt x="8895" y="8957"/>
                  </a:cubicBezTo>
                  <a:cubicBezTo>
                    <a:pt x="9156" y="9712"/>
                    <a:pt x="9837" y="10107"/>
                    <a:pt x="10521" y="10107"/>
                  </a:cubicBezTo>
                  <a:cubicBezTo>
                    <a:pt x="11118" y="10107"/>
                    <a:pt x="11717" y="9806"/>
                    <a:pt x="12041" y="9183"/>
                  </a:cubicBezTo>
                  <a:cubicBezTo>
                    <a:pt x="12173" y="9334"/>
                    <a:pt x="12343" y="9466"/>
                    <a:pt x="12513" y="9560"/>
                  </a:cubicBezTo>
                  <a:cubicBezTo>
                    <a:pt x="12451" y="10377"/>
                    <a:pt x="13081" y="10831"/>
                    <a:pt x="13706" y="10831"/>
                  </a:cubicBezTo>
                  <a:cubicBezTo>
                    <a:pt x="14220" y="10831"/>
                    <a:pt x="14730" y="10524"/>
                    <a:pt x="14849" y="9862"/>
                  </a:cubicBezTo>
                  <a:cubicBezTo>
                    <a:pt x="15019" y="9862"/>
                    <a:pt x="15207" y="9843"/>
                    <a:pt x="15377" y="9786"/>
                  </a:cubicBezTo>
                  <a:cubicBezTo>
                    <a:pt x="15659" y="10144"/>
                    <a:pt x="16055" y="10351"/>
                    <a:pt x="16507" y="10389"/>
                  </a:cubicBezTo>
                  <a:cubicBezTo>
                    <a:pt x="16541" y="10391"/>
                    <a:pt x="16575" y="10392"/>
                    <a:pt x="16608" y="10392"/>
                  </a:cubicBezTo>
                  <a:cubicBezTo>
                    <a:pt x="16910" y="10392"/>
                    <a:pt x="17195" y="10316"/>
                    <a:pt x="17449" y="10163"/>
                  </a:cubicBezTo>
                  <a:cubicBezTo>
                    <a:pt x="17581" y="10314"/>
                    <a:pt x="17732" y="10427"/>
                    <a:pt x="17902" y="10521"/>
                  </a:cubicBezTo>
                  <a:cubicBezTo>
                    <a:pt x="17883" y="10936"/>
                    <a:pt x="17996" y="11331"/>
                    <a:pt x="18203" y="11670"/>
                  </a:cubicBezTo>
                  <a:cubicBezTo>
                    <a:pt x="17977" y="11859"/>
                    <a:pt x="17789" y="12104"/>
                    <a:pt x="17675" y="12386"/>
                  </a:cubicBezTo>
                  <a:cubicBezTo>
                    <a:pt x="17464" y="12134"/>
                    <a:pt x="17181" y="12020"/>
                    <a:pt x="16903" y="12020"/>
                  </a:cubicBezTo>
                  <a:cubicBezTo>
                    <a:pt x="16414" y="12020"/>
                    <a:pt x="15940" y="12375"/>
                    <a:pt x="15904" y="12952"/>
                  </a:cubicBezTo>
                  <a:cubicBezTo>
                    <a:pt x="15878" y="13580"/>
                    <a:pt x="16388" y="14017"/>
                    <a:pt x="16924" y="14017"/>
                  </a:cubicBezTo>
                  <a:cubicBezTo>
                    <a:pt x="17159" y="14017"/>
                    <a:pt x="17399" y="13933"/>
                    <a:pt x="17600" y="13743"/>
                  </a:cubicBezTo>
                  <a:cubicBezTo>
                    <a:pt x="17826" y="14459"/>
                    <a:pt x="18486" y="14968"/>
                    <a:pt x="19239" y="15043"/>
                  </a:cubicBezTo>
                  <a:cubicBezTo>
                    <a:pt x="19277" y="15046"/>
                    <a:pt x="19315" y="15047"/>
                    <a:pt x="19353" y="15047"/>
                  </a:cubicBezTo>
                  <a:cubicBezTo>
                    <a:pt x="19620" y="15047"/>
                    <a:pt x="19894" y="14989"/>
                    <a:pt x="20125" y="14874"/>
                  </a:cubicBezTo>
                  <a:cubicBezTo>
                    <a:pt x="20163" y="15156"/>
                    <a:pt x="20257" y="15420"/>
                    <a:pt x="20408" y="15665"/>
                  </a:cubicBezTo>
                  <a:cubicBezTo>
                    <a:pt x="19937" y="16343"/>
                    <a:pt x="20257" y="17304"/>
                    <a:pt x="21067" y="17568"/>
                  </a:cubicBezTo>
                  <a:cubicBezTo>
                    <a:pt x="20992" y="17719"/>
                    <a:pt x="20935" y="17870"/>
                    <a:pt x="20916" y="18039"/>
                  </a:cubicBezTo>
                  <a:cubicBezTo>
                    <a:pt x="20879" y="18642"/>
                    <a:pt x="21237" y="19189"/>
                    <a:pt x="21821" y="19377"/>
                  </a:cubicBezTo>
                  <a:cubicBezTo>
                    <a:pt x="20954" y="19923"/>
                    <a:pt x="21048" y="21224"/>
                    <a:pt x="21972" y="21638"/>
                  </a:cubicBezTo>
                  <a:cubicBezTo>
                    <a:pt x="21425" y="21770"/>
                    <a:pt x="21011" y="22241"/>
                    <a:pt x="20954" y="22806"/>
                  </a:cubicBezTo>
                  <a:cubicBezTo>
                    <a:pt x="20916" y="23390"/>
                    <a:pt x="21256" y="23937"/>
                    <a:pt x="21821" y="24144"/>
                  </a:cubicBezTo>
                  <a:cubicBezTo>
                    <a:pt x="21746" y="24257"/>
                    <a:pt x="21708" y="24408"/>
                    <a:pt x="21689" y="24559"/>
                  </a:cubicBezTo>
                  <a:cubicBezTo>
                    <a:pt x="21651" y="24992"/>
                    <a:pt x="21859" y="25407"/>
                    <a:pt x="22198" y="25670"/>
                  </a:cubicBezTo>
                  <a:cubicBezTo>
                    <a:pt x="22047" y="25991"/>
                    <a:pt x="22122" y="26349"/>
                    <a:pt x="22367" y="26575"/>
                  </a:cubicBezTo>
                  <a:cubicBezTo>
                    <a:pt x="22273" y="26669"/>
                    <a:pt x="22217" y="26801"/>
                    <a:pt x="22198" y="26933"/>
                  </a:cubicBezTo>
                  <a:cubicBezTo>
                    <a:pt x="22158" y="27361"/>
                    <a:pt x="22482" y="27590"/>
                    <a:pt x="22804" y="27590"/>
                  </a:cubicBezTo>
                  <a:cubicBezTo>
                    <a:pt x="23091" y="27590"/>
                    <a:pt x="23377" y="27409"/>
                    <a:pt x="23404" y="27027"/>
                  </a:cubicBezTo>
                  <a:cubicBezTo>
                    <a:pt x="23404" y="26952"/>
                    <a:pt x="23366" y="26876"/>
                    <a:pt x="23328" y="26801"/>
                  </a:cubicBezTo>
                  <a:cubicBezTo>
                    <a:pt x="23630" y="26669"/>
                    <a:pt x="23837" y="26386"/>
                    <a:pt x="23875" y="26066"/>
                  </a:cubicBezTo>
                  <a:cubicBezTo>
                    <a:pt x="23875" y="25934"/>
                    <a:pt x="23856" y="25821"/>
                    <a:pt x="23818" y="25689"/>
                  </a:cubicBezTo>
                  <a:cubicBezTo>
                    <a:pt x="24252" y="25369"/>
                    <a:pt x="24421" y="24804"/>
                    <a:pt x="24252" y="24276"/>
                  </a:cubicBezTo>
                  <a:cubicBezTo>
                    <a:pt x="24779" y="23767"/>
                    <a:pt x="24760" y="22919"/>
                    <a:pt x="24195" y="22430"/>
                  </a:cubicBezTo>
                  <a:cubicBezTo>
                    <a:pt x="24610" y="22053"/>
                    <a:pt x="24704" y="21412"/>
                    <a:pt x="24402" y="20941"/>
                  </a:cubicBezTo>
                  <a:cubicBezTo>
                    <a:pt x="25344" y="20828"/>
                    <a:pt x="25834" y="19773"/>
                    <a:pt x="25307" y="18981"/>
                  </a:cubicBezTo>
                  <a:cubicBezTo>
                    <a:pt x="26192" y="18360"/>
                    <a:pt x="26192" y="17059"/>
                    <a:pt x="25307" y="16438"/>
                  </a:cubicBezTo>
                  <a:cubicBezTo>
                    <a:pt x="25401" y="16362"/>
                    <a:pt x="25476" y="16268"/>
                    <a:pt x="25552" y="16155"/>
                  </a:cubicBezTo>
                  <a:cubicBezTo>
                    <a:pt x="27191" y="16023"/>
                    <a:pt x="27323" y="13687"/>
                    <a:pt x="25702" y="13366"/>
                  </a:cubicBezTo>
                  <a:lnTo>
                    <a:pt x="25702" y="13347"/>
                  </a:lnTo>
                  <a:cubicBezTo>
                    <a:pt x="26569" y="13008"/>
                    <a:pt x="27172" y="12217"/>
                    <a:pt x="27248" y="11294"/>
                  </a:cubicBezTo>
                  <a:cubicBezTo>
                    <a:pt x="27285" y="10747"/>
                    <a:pt x="27135" y="10220"/>
                    <a:pt x="26833" y="9767"/>
                  </a:cubicBezTo>
                  <a:lnTo>
                    <a:pt x="26833" y="9730"/>
                  </a:lnTo>
                  <a:cubicBezTo>
                    <a:pt x="26871" y="9221"/>
                    <a:pt x="26550" y="8731"/>
                    <a:pt x="26060" y="8561"/>
                  </a:cubicBezTo>
                  <a:cubicBezTo>
                    <a:pt x="26155" y="8429"/>
                    <a:pt x="26230" y="8298"/>
                    <a:pt x="26230" y="8147"/>
                  </a:cubicBezTo>
                  <a:cubicBezTo>
                    <a:pt x="26291" y="7614"/>
                    <a:pt x="25861" y="7260"/>
                    <a:pt x="25426" y="7260"/>
                  </a:cubicBezTo>
                  <a:cubicBezTo>
                    <a:pt x="25184" y="7260"/>
                    <a:pt x="24941" y="7370"/>
                    <a:pt x="24779" y="7619"/>
                  </a:cubicBezTo>
                  <a:cubicBezTo>
                    <a:pt x="25280" y="6618"/>
                    <a:pt x="24445" y="5718"/>
                    <a:pt x="23582" y="5718"/>
                  </a:cubicBezTo>
                  <a:cubicBezTo>
                    <a:pt x="23210" y="5718"/>
                    <a:pt x="22833" y="5885"/>
                    <a:pt x="22556" y="6281"/>
                  </a:cubicBezTo>
                  <a:cubicBezTo>
                    <a:pt x="22499" y="6150"/>
                    <a:pt x="22424" y="6036"/>
                    <a:pt x="22330" y="5923"/>
                  </a:cubicBezTo>
                  <a:cubicBezTo>
                    <a:pt x="23385" y="5641"/>
                    <a:pt x="23912" y="4473"/>
                    <a:pt x="23423" y="3493"/>
                  </a:cubicBezTo>
                  <a:cubicBezTo>
                    <a:pt x="23120" y="2863"/>
                    <a:pt x="22490" y="2506"/>
                    <a:pt x="21849" y="2506"/>
                  </a:cubicBezTo>
                  <a:cubicBezTo>
                    <a:pt x="21492" y="2506"/>
                    <a:pt x="21132" y="2616"/>
                    <a:pt x="20822" y="2852"/>
                  </a:cubicBezTo>
                  <a:cubicBezTo>
                    <a:pt x="20596" y="2551"/>
                    <a:pt x="20257" y="2343"/>
                    <a:pt x="19899" y="2268"/>
                  </a:cubicBezTo>
                  <a:cubicBezTo>
                    <a:pt x="19618" y="1681"/>
                    <a:pt x="19076" y="1401"/>
                    <a:pt x="18536" y="1401"/>
                  </a:cubicBezTo>
                  <a:cubicBezTo>
                    <a:pt x="17881" y="1401"/>
                    <a:pt x="17229" y="1813"/>
                    <a:pt x="17054" y="2588"/>
                  </a:cubicBezTo>
                  <a:cubicBezTo>
                    <a:pt x="16884" y="2343"/>
                    <a:pt x="16639" y="2155"/>
                    <a:pt x="16356" y="2042"/>
                  </a:cubicBezTo>
                  <a:cubicBezTo>
                    <a:pt x="16583" y="1835"/>
                    <a:pt x="16714" y="1571"/>
                    <a:pt x="16733" y="1288"/>
                  </a:cubicBezTo>
                  <a:cubicBezTo>
                    <a:pt x="16809" y="558"/>
                    <a:pt x="16235" y="0"/>
                    <a:pt x="155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0"/>
            <p:cNvSpPr/>
            <p:nvPr/>
          </p:nvSpPr>
          <p:spPr>
            <a:xfrm>
              <a:off x="10485062" y="1322132"/>
              <a:ext cx="58166" cy="49412"/>
            </a:xfrm>
            <a:custGeom>
              <a:avLst/>
              <a:gdLst/>
              <a:ahLst/>
              <a:cxnLst/>
              <a:rect l="l" t="t" r="r" b="b"/>
              <a:pathLst>
                <a:path w="1814" h="1541" extrusionOk="0">
                  <a:moveTo>
                    <a:pt x="1009" y="1"/>
                  </a:moveTo>
                  <a:cubicBezTo>
                    <a:pt x="356" y="1"/>
                    <a:pt x="1" y="756"/>
                    <a:pt x="420" y="1266"/>
                  </a:cubicBezTo>
                  <a:cubicBezTo>
                    <a:pt x="582" y="1455"/>
                    <a:pt x="795" y="1540"/>
                    <a:pt x="1004" y="1540"/>
                  </a:cubicBezTo>
                  <a:cubicBezTo>
                    <a:pt x="1378" y="1540"/>
                    <a:pt x="1740" y="1268"/>
                    <a:pt x="1776" y="833"/>
                  </a:cubicBezTo>
                  <a:cubicBezTo>
                    <a:pt x="1814" y="418"/>
                    <a:pt x="1494" y="41"/>
                    <a:pt x="1079" y="3"/>
                  </a:cubicBezTo>
                  <a:cubicBezTo>
                    <a:pt x="1055" y="2"/>
                    <a:pt x="1032" y="1"/>
                    <a:pt x="10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0"/>
            <p:cNvSpPr/>
            <p:nvPr/>
          </p:nvSpPr>
          <p:spPr>
            <a:xfrm>
              <a:off x="10093580" y="1000712"/>
              <a:ext cx="58743" cy="49540"/>
            </a:xfrm>
            <a:custGeom>
              <a:avLst/>
              <a:gdLst/>
              <a:ahLst/>
              <a:cxnLst/>
              <a:rect l="l" t="t" r="r" b="b"/>
              <a:pathLst>
                <a:path w="1832" h="1545" extrusionOk="0">
                  <a:moveTo>
                    <a:pt x="1011" y="0"/>
                  </a:moveTo>
                  <a:cubicBezTo>
                    <a:pt x="373" y="0"/>
                    <a:pt x="0" y="774"/>
                    <a:pt x="437" y="1266"/>
                  </a:cubicBezTo>
                  <a:cubicBezTo>
                    <a:pt x="595" y="1457"/>
                    <a:pt x="809" y="1544"/>
                    <a:pt x="1021" y="1544"/>
                  </a:cubicBezTo>
                  <a:cubicBezTo>
                    <a:pt x="1393" y="1544"/>
                    <a:pt x="1758" y="1276"/>
                    <a:pt x="1794" y="832"/>
                  </a:cubicBezTo>
                  <a:cubicBezTo>
                    <a:pt x="1832" y="418"/>
                    <a:pt x="1511" y="41"/>
                    <a:pt x="1078" y="3"/>
                  </a:cubicBezTo>
                  <a:cubicBezTo>
                    <a:pt x="1055" y="1"/>
                    <a:pt x="1033" y="0"/>
                    <a:pt x="10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0"/>
            <p:cNvSpPr/>
            <p:nvPr/>
          </p:nvSpPr>
          <p:spPr>
            <a:xfrm>
              <a:off x="10198529" y="973553"/>
              <a:ext cx="40819" cy="35079"/>
            </a:xfrm>
            <a:custGeom>
              <a:avLst/>
              <a:gdLst/>
              <a:ahLst/>
              <a:cxnLst/>
              <a:rect l="l" t="t" r="r" b="b"/>
              <a:pathLst>
                <a:path w="1273" h="1094" extrusionOk="0">
                  <a:moveTo>
                    <a:pt x="700" y="0"/>
                  </a:moveTo>
                  <a:cubicBezTo>
                    <a:pt x="256" y="0"/>
                    <a:pt x="0" y="542"/>
                    <a:pt x="292" y="907"/>
                  </a:cubicBezTo>
                  <a:cubicBezTo>
                    <a:pt x="407" y="1035"/>
                    <a:pt x="556" y="1093"/>
                    <a:pt x="702" y="1093"/>
                  </a:cubicBezTo>
                  <a:cubicBezTo>
                    <a:pt x="964" y="1093"/>
                    <a:pt x="1217" y="907"/>
                    <a:pt x="1253" y="605"/>
                  </a:cubicBezTo>
                  <a:cubicBezTo>
                    <a:pt x="1272" y="304"/>
                    <a:pt x="1046" y="40"/>
                    <a:pt x="744" y="2"/>
                  </a:cubicBezTo>
                  <a:cubicBezTo>
                    <a:pt x="729" y="1"/>
                    <a:pt x="715" y="0"/>
                    <a:pt x="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0"/>
            <p:cNvSpPr/>
            <p:nvPr/>
          </p:nvSpPr>
          <p:spPr>
            <a:xfrm>
              <a:off x="10165310" y="979582"/>
              <a:ext cx="31135" cy="25973"/>
            </a:xfrm>
            <a:custGeom>
              <a:avLst/>
              <a:gdLst/>
              <a:ahLst/>
              <a:cxnLst/>
              <a:rect l="l" t="t" r="r" b="b"/>
              <a:pathLst>
                <a:path w="971" h="810" extrusionOk="0">
                  <a:moveTo>
                    <a:pt x="529" y="0"/>
                  </a:moveTo>
                  <a:cubicBezTo>
                    <a:pt x="198" y="0"/>
                    <a:pt x="1" y="392"/>
                    <a:pt x="235" y="662"/>
                  </a:cubicBezTo>
                  <a:cubicBezTo>
                    <a:pt x="317" y="764"/>
                    <a:pt x="427" y="809"/>
                    <a:pt x="537" y="809"/>
                  </a:cubicBezTo>
                  <a:cubicBezTo>
                    <a:pt x="731" y="809"/>
                    <a:pt x="920" y="665"/>
                    <a:pt x="933" y="436"/>
                  </a:cubicBezTo>
                  <a:cubicBezTo>
                    <a:pt x="970" y="210"/>
                    <a:pt x="801" y="22"/>
                    <a:pt x="575" y="3"/>
                  </a:cubicBezTo>
                  <a:cubicBezTo>
                    <a:pt x="559" y="1"/>
                    <a:pt x="544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0"/>
            <p:cNvSpPr/>
            <p:nvPr/>
          </p:nvSpPr>
          <p:spPr>
            <a:xfrm>
              <a:off x="10148379" y="937897"/>
              <a:ext cx="34149" cy="29339"/>
            </a:xfrm>
            <a:custGeom>
              <a:avLst/>
              <a:gdLst/>
              <a:ahLst/>
              <a:cxnLst/>
              <a:rect l="l" t="t" r="r" b="b"/>
              <a:pathLst>
                <a:path w="1065" h="915" extrusionOk="0">
                  <a:moveTo>
                    <a:pt x="585" y="0"/>
                  </a:moveTo>
                  <a:cubicBezTo>
                    <a:pt x="200" y="0"/>
                    <a:pt x="0" y="448"/>
                    <a:pt x="236" y="756"/>
                  </a:cubicBezTo>
                  <a:cubicBezTo>
                    <a:pt x="331" y="865"/>
                    <a:pt x="458" y="915"/>
                    <a:pt x="583" y="915"/>
                  </a:cubicBezTo>
                  <a:cubicBezTo>
                    <a:pt x="805" y="915"/>
                    <a:pt x="1022" y="758"/>
                    <a:pt x="1046" y="492"/>
                  </a:cubicBezTo>
                  <a:cubicBezTo>
                    <a:pt x="1065" y="248"/>
                    <a:pt x="876" y="21"/>
                    <a:pt x="631" y="3"/>
                  </a:cubicBezTo>
                  <a:cubicBezTo>
                    <a:pt x="616" y="1"/>
                    <a:pt x="600" y="0"/>
                    <a:pt x="5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0"/>
            <p:cNvSpPr/>
            <p:nvPr/>
          </p:nvSpPr>
          <p:spPr>
            <a:xfrm>
              <a:off x="10216934" y="911604"/>
              <a:ext cx="35945" cy="30622"/>
            </a:xfrm>
            <a:custGeom>
              <a:avLst/>
              <a:gdLst/>
              <a:ahLst/>
              <a:cxnLst/>
              <a:rect l="l" t="t" r="r" b="b"/>
              <a:pathLst>
                <a:path w="1121" h="955" extrusionOk="0">
                  <a:moveTo>
                    <a:pt x="612" y="1"/>
                  </a:moveTo>
                  <a:cubicBezTo>
                    <a:pt x="512" y="1"/>
                    <a:pt x="410" y="33"/>
                    <a:pt x="321" y="107"/>
                  </a:cubicBezTo>
                  <a:cubicBezTo>
                    <a:pt x="1" y="389"/>
                    <a:pt x="170" y="917"/>
                    <a:pt x="585" y="954"/>
                  </a:cubicBezTo>
                  <a:cubicBezTo>
                    <a:pt x="679" y="954"/>
                    <a:pt x="773" y="936"/>
                    <a:pt x="868" y="879"/>
                  </a:cubicBezTo>
                  <a:lnTo>
                    <a:pt x="623" y="483"/>
                  </a:lnTo>
                  <a:lnTo>
                    <a:pt x="1094" y="521"/>
                  </a:lnTo>
                  <a:cubicBezTo>
                    <a:pt x="1121" y="222"/>
                    <a:pt x="873" y="1"/>
                    <a:pt x="612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0"/>
            <p:cNvSpPr/>
            <p:nvPr/>
          </p:nvSpPr>
          <p:spPr>
            <a:xfrm>
              <a:off x="10100218" y="939084"/>
              <a:ext cx="52106" cy="44282"/>
            </a:xfrm>
            <a:custGeom>
              <a:avLst/>
              <a:gdLst/>
              <a:ahLst/>
              <a:cxnLst/>
              <a:rect l="l" t="t" r="r" b="b"/>
              <a:pathLst>
                <a:path w="1625" h="1381" extrusionOk="0">
                  <a:moveTo>
                    <a:pt x="896" y="0"/>
                  </a:moveTo>
                  <a:cubicBezTo>
                    <a:pt x="318" y="0"/>
                    <a:pt x="0" y="680"/>
                    <a:pt x="381" y="1134"/>
                  </a:cubicBezTo>
                  <a:cubicBezTo>
                    <a:pt x="524" y="1304"/>
                    <a:pt x="717" y="1381"/>
                    <a:pt x="906" y="1381"/>
                  </a:cubicBezTo>
                  <a:cubicBezTo>
                    <a:pt x="1239" y="1381"/>
                    <a:pt x="1563" y="1142"/>
                    <a:pt x="1587" y="757"/>
                  </a:cubicBezTo>
                  <a:cubicBezTo>
                    <a:pt x="1625" y="361"/>
                    <a:pt x="1342" y="22"/>
                    <a:pt x="965" y="3"/>
                  </a:cubicBezTo>
                  <a:cubicBezTo>
                    <a:pt x="942" y="1"/>
                    <a:pt x="919" y="0"/>
                    <a:pt x="8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0"/>
            <p:cNvSpPr/>
            <p:nvPr/>
          </p:nvSpPr>
          <p:spPr>
            <a:xfrm>
              <a:off x="10056128" y="980159"/>
              <a:ext cx="53901" cy="45051"/>
            </a:xfrm>
            <a:custGeom>
              <a:avLst/>
              <a:gdLst/>
              <a:ahLst/>
              <a:cxnLst/>
              <a:rect l="l" t="t" r="r" b="b"/>
              <a:pathLst>
                <a:path w="1681" h="1405" extrusionOk="0">
                  <a:moveTo>
                    <a:pt x="916" y="0"/>
                  </a:moveTo>
                  <a:cubicBezTo>
                    <a:pt x="335" y="0"/>
                    <a:pt x="0" y="699"/>
                    <a:pt x="399" y="1153"/>
                  </a:cubicBezTo>
                  <a:cubicBezTo>
                    <a:pt x="545" y="1326"/>
                    <a:pt x="743" y="1405"/>
                    <a:pt x="939" y="1405"/>
                  </a:cubicBezTo>
                  <a:cubicBezTo>
                    <a:pt x="1277" y="1405"/>
                    <a:pt x="1607" y="1170"/>
                    <a:pt x="1643" y="776"/>
                  </a:cubicBezTo>
                  <a:cubicBezTo>
                    <a:pt x="1681" y="380"/>
                    <a:pt x="1379" y="22"/>
                    <a:pt x="984" y="4"/>
                  </a:cubicBezTo>
                  <a:cubicBezTo>
                    <a:pt x="961" y="1"/>
                    <a:pt x="938" y="0"/>
                    <a:pt x="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0"/>
            <p:cNvSpPr/>
            <p:nvPr/>
          </p:nvSpPr>
          <p:spPr>
            <a:xfrm>
              <a:off x="10032528" y="1019406"/>
              <a:ext cx="42454" cy="35977"/>
            </a:xfrm>
            <a:custGeom>
              <a:avLst/>
              <a:gdLst/>
              <a:ahLst/>
              <a:cxnLst/>
              <a:rect l="l" t="t" r="r" b="b"/>
              <a:pathLst>
                <a:path w="1324" h="1122" extrusionOk="0">
                  <a:moveTo>
                    <a:pt x="712" y="0"/>
                  </a:moveTo>
                  <a:cubicBezTo>
                    <a:pt x="261" y="0"/>
                    <a:pt x="1" y="550"/>
                    <a:pt x="306" y="928"/>
                  </a:cubicBezTo>
                  <a:cubicBezTo>
                    <a:pt x="420" y="1061"/>
                    <a:pt x="572" y="1122"/>
                    <a:pt x="723" y="1122"/>
                  </a:cubicBezTo>
                  <a:cubicBezTo>
                    <a:pt x="997" y="1122"/>
                    <a:pt x="1269" y="923"/>
                    <a:pt x="1305" y="607"/>
                  </a:cubicBezTo>
                  <a:cubicBezTo>
                    <a:pt x="1324" y="287"/>
                    <a:pt x="1098" y="23"/>
                    <a:pt x="777" y="4"/>
                  </a:cubicBezTo>
                  <a:cubicBezTo>
                    <a:pt x="755" y="2"/>
                    <a:pt x="733" y="0"/>
                    <a:pt x="7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0"/>
            <p:cNvSpPr/>
            <p:nvPr/>
          </p:nvSpPr>
          <p:spPr>
            <a:xfrm>
              <a:off x="10230113" y="898008"/>
              <a:ext cx="56338" cy="47937"/>
            </a:xfrm>
            <a:custGeom>
              <a:avLst/>
              <a:gdLst/>
              <a:ahLst/>
              <a:cxnLst/>
              <a:rect l="l" t="t" r="r" b="b"/>
              <a:pathLst>
                <a:path w="1757" h="1495" extrusionOk="0">
                  <a:moveTo>
                    <a:pt x="973" y="0"/>
                  </a:moveTo>
                  <a:cubicBezTo>
                    <a:pt x="355" y="0"/>
                    <a:pt x="0" y="737"/>
                    <a:pt x="400" y="1228"/>
                  </a:cubicBezTo>
                  <a:cubicBezTo>
                    <a:pt x="557" y="1411"/>
                    <a:pt x="765" y="1494"/>
                    <a:pt x="969" y="1494"/>
                  </a:cubicBezTo>
                  <a:cubicBezTo>
                    <a:pt x="1331" y="1494"/>
                    <a:pt x="1683" y="1235"/>
                    <a:pt x="1719" y="813"/>
                  </a:cubicBezTo>
                  <a:cubicBezTo>
                    <a:pt x="1757" y="399"/>
                    <a:pt x="1455" y="41"/>
                    <a:pt x="1041" y="3"/>
                  </a:cubicBezTo>
                  <a:cubicBezTo>
                    <a:pt x="1018" y="1"/>
                    <a:pt x="995" y="0"/>
                    <a:pt x="9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0"/>
            <p:cNvSpPr/>
            <p:nvPr/>
          </p:nvSpPr>
          <p:spPr>
            <a:xfrm>
              <a:off x="10206673" y="906217"/>
              <a:ext cx="59962" cy="45180"/>
            </a:xfrm>
            <a:custGeom>
              <a:avLst/>
              <a:gdLst/>
              <a:ahLst/>
              <a:cxnLst/>
              <a:rect l="l" t="t" r="r" b="b"/>
              <a:pathLst>
                <a:path w="1870" h="1409" extrusionOk="0">
                  <a:moveTo>
                    <a:pt x="926" y="1"/>
                  </a:moveTo>
                  <a:cubicBezTo>
                    <a:pt x="766" y="1"/>
                    <a:pt x="604" y="54"/>
                    <a:pt x="472" y="161"/>
                  </a:cubicBezTo>
                  <a:cubicBezTo>
                    <a:pt x="1" y="576"/>
                    <a:pt x="245" y="1349"/>
                    <a:pt x="867" y="1405"/>
                  </a:cubicBezTo>
                  <a:cubicBezTo>
                    <a:pt x="890" y="1407"/>
                    <a:pt x="913" y="1408"/>
                    <a:pt x="935" y="1408"/>
                  </a:cubicBezTo>
                  <a:cubicBezTo>
                    <a:pt x="1517" y="1408"/>
                    <a:pt x="1870" y="710"/>
                    <a:pt x="1470" y="256"/>
                  </a:cubicBezTo>
                  <a:cubicBezTo>
                    <a:pt x="1333" y="87"/>
                    <a:pt x="1131" y="1"/>
                    <a:pt x="9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0"/>
            <p:cNvSpPr/>
            <p:nvPr/>
          </p:nvSpPr>
          <p:spPr>
            <a:xfrm>
              <a:off x="10240406" y="995871"/>
              <a:ext cx="61148" cy="51593"/>
            </a:xfrm>
            <a:custGeom>
              <a:avLst/>
              <a:gdLst/>
              <a:ahLst/>
              <a:cxnLst/>
              <a:rect l="l" t="t" r="r" b="b"/>
              <a:pathLst>
                <a:path w="1907" h="1609" extrusionOk="0">
                  <a:moveTo>
                    <a:pt x="1065" y="1"/>
                  </a:moveTo>
                  <a:cubicBezTo>
                    <a:pt x="391" y="1"/>
                    <a:pt x="0" y="794"/>
                    <a:pt x="456" y="1322"/>
                  </a:cubicBezTo>
                  <a:cubicBezTo>
                    <a:pt x="619" y="1519"/>
                    <a:pt x="841" y="1609"/>
                    <a:pt x="1061" y="1609"/>
                  </a:cubicBezTo>
                  <a:cubicBezTo>
                    <a:pt x="1450" y="1609"/>
                    <a:pt x="1833" y="1328"/>
                    <a:pt x="1869" y="870"/>
                  </a:cubicBezTo>
                  <a:cubicBezTo>
                    <a:pt x="1907" y="437"/>
                    <a:pt x="1568" y="41"/>
                    <a:pt x="1134" y="3"/>
                  </a:cubicBezTo>
                  <a:cubicBezTo>
                    <a:pt x="1111" y="2"/>
                    <a:pt x="1088" y="1"/>
                    <a:pt x="10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0"/>
            <p:cNvSpPr/>
            <p:nvPr/>
          </p:nvSpPr>
          <p:spPr>
            <a:xfrm>
              <a:off x="10190705" y="1042429"/>
              <a:ext cx="49220" cy="41204"/>
            </a:xfrm>
            <a:custGeom>
              <a:avLst/>
              <a:gdLst/>
              <a:ahLst/>
              <a:cxnLst/>
              <a:rect l="l" t="t" r="r" b="b"/>
              <a:pathLst>
                <a:path w="1535" h="1285" extrusionOk="0">
                  <a:moveTo>
                    <a:pt x="867" y="1"/>
                  </a:moveTo>
                  <a:cubicBezTo>
                    <a:pt x="329" y="1"/>
                    <a:pt x="0" y="636"/>
                    <a:pt x="367" y="1058"/>
                  </a:cubicBezTo>
                  <a:cubicBezTo>
                    <a:pt x="502" y="1214"/>
                    <a:pt x="682" y="1284"/>
                    <a:pt x="858" y="1284"/>
                  </a:cubicBezTo>
                  <a:cubicBezTo>
                    <a:pt x="1171" y="1284"/>
                    <a:pt x="1473" y="1061"/>
                    <a:pt x="1497" y="699"/>
                  </a:cubicBezTo>
                  <a:cubicBezTo>
                    <a:pt x="1535" y="341"/>
                    <a:pt x="1271" y="40"/>
                    <a:pt x="913" y="2"/>
                  </a:cubicBezTo>
                  <a:cubicBezTo>
                    <a:pt x="898" y="1"/>
                    <a:pt x="882" y="1"/>
                    <a:pt x="8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0"/>
            <p:cNvSpPr/>
            <p:nvPr/>
          </p:nvSpPr>
          <p:spPr>
            <a:xfrm>
              <a:off x="10152131" y="1059872"/>
              <a:ext cx="38863" cy="33380"/>
            </a:xfrm>
            <a:custGeom>
              <a:avLst/>
              <a:gdLst/>
              <a:ahLst/>
              <a:cxnLst/>
              <a:rect l="l" t="t" r="r" b="b"/>
              <a:pathLst>
                <a:path w="1212" h="1041" extrusionOk="0">
                  <a:moveTo>
                    <a:pt x="655" y="1"/>
                  </a:moveTo>
                  <a:cubicBezTo>
                    <a:pt x="226" y="1"/>
                    <a:pt x="1" y="512"/>
                    <a:pt x="269" y="853"/>
                  </a:cubicBezTo>
                  <a:cubicBezTo>
                    <a:pt x="378" y="982"/>
                    <a:pt x="524" y="1040"/>
                    <a:pt x="668" y="1040"/>
                  </a:cubicBezTo>
                  <a:cubicBezTo>
                    <a:pt x="922" y="1040"/>
                    <a:pt x="1169" y="859"/>
                    <a:pt x="1193" y="570"/>
                  </a:cubicBezTo>
                  <a:cubicBezTo>
                    <a:pt x="1212" y="269"/>
                    <a:pt x="1004" y="24"/>
                    <a:pt x="722" y="5"/>
                  </a:cubicBezTo>
                  <a:cubicBezTo>
                    <a:pt x="699" y="2"/>
                    <a:pt x="677" y="1"/>
                    <a:pt x="6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0"/>
            <p:cNvSpPr/>
            <p:nvPr/>
          </p:nvSpPr>
          <p:spPr>
            <a:xfrm>
              <a:off x="10159153" y="1020208"/>
              <a:ext cx="29436" cy="27800"/>
            </a:xfrm>
            <a:custGeom>
              <a:avLst/>
              <a:gdLst/>
              <a:ahLst/>
              <a:cxnLst/>
              <a:rect l="l" t="t" r="r" b="b"/>
              <a:pathLst>
                <a:path w="918" h="867" extrusionOk="0">
                  <a:moveTo>
                    <a:pt x="469" y="1"/>
                  </a:moveTo>
                  <a:cubicBezTo>
                    <a:pt x="276" y="1"/>
                    <a:pt x="86" y="121"/>
                    <a:pt x="50" y="375"/>
                  </a:cubicBezTo>
                  <a:cubicBezTo>
                    <a:pt x="0" y="695"/>
                    <a:pt x="243" y="867"/>
                    <a:pt x="484" y="867"/>
                  </a:cubicBezTo>
                  <a:cubicBezTo>
                    <a:pt x="697" y="867"/>
                    <a:pt x="908" y="733"/>
                    <a:pt x="917" y="450"/>
                  </a:cubicBezTo>
                  <a:cubicBezTo>
                    <a:pt x="917" y="158"/>
                    <a:pt x="691" y="1"/>
                    <a:pt x="4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0"/>
            <p:cNvSpPr/>
            <p:nvPr/>
          </p:nvSpPr>
          <p:spPr>
            <a:xfrm>
              <a:off x="9999758" y="1033964"/>
              <a:ext cx="31744" cy="26582"/>
            </a:xfrm>
            <a:custGeom>
              <a:avLst/>
              <a:gdLst/>
              <a:ahLst/>
              <a:cxnLst/>
              <a:rect l="l" t="t" r="r" b="b"/>
              <a:pathLst>
                <a:path w="990" h="829" extrusionOk="0">
                  <a:moveTo>
                    <a:pt x="548" y="0"/>
                  </a:moveTo>
                  <a:cubicBezTo>
                    <a:pt x="199" y="0"/>
                    <a:pt x="1" y="410"/>
                    <a:pt x="235" y="681"/>
                  </a:cubicBezTo>
                  <a:cubicBezTo>
                    <a:pt x="317" y="783"/>
                    <a:pt x="430" y="828"/>
                    <a:pt x="543" y="828"/>
                  </a:cubicBezTo>
                  <a:cubicBezTo>
                    <a:pt x="744" y="828"/>
                    <a:pt x="946" y="684"/>
                    <a:pt x="970" y="455"/>
                  </a:cubicBezTo>
                  <a:cubicBezTo>
                    <a:pt x="989" y="229"/>
                    <a:pt x="820" y="21"/>
                    <a:pt x="593" y="3"/>
                  </a:cubicBezTo>
                  <a:cubicBezTo>
                    <a:pt x="578" y="1"/>
                    <a:pt x="563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0"/>
            <p:cNvSpPr/>
            <p:nvPr/>
          </p:nvSpPr>
          <p:spPr>
            <a:xfrm>
              <a:off x="9924822" y="1035182"/>
              <a:ext cx="45661" cy="38702"/>
            </a:xfrm>
            <a:custGeom>
              <a:avLst/>
              <a:gdLst/>
              <a:ahLst/>
              <a:cxnLst/>
              <a:rect l="l" t="t" r="r" b="b"/>
              <a:pathLst>
                <a:path w="1424" h="1207" extrusionOk="0">
                  <a:moveTo>
                    <a:pt x="793" y="1"/>
                  </a:moveTo>
                  <a:cubicBezTo>
                    <a:pt x="293" y="1"/>
                    <a:pt x="1" y="598"/>
                    <a:pt x="330" y="1001"/>
                  </a:cubicBezTo>
                  <a:cubicBezTo>
                    <a:pt x="452" y="1143"/>
                    <a:pt x="617" y="1207"/>
                    <a:pt x="780" y="1207"/>
                  </a:cubicBezTo>
                  <a:cubicBezTo>
                    <a:pt x="1073" y="1207"/>
                    <a:pt x="1361" y="1000"/>
                    <a:pt x="1385" y="662"/>
                  </a:cubicBezTo>
                  <a:cubicBezTo>
                    <a:pt x="1423" y="323"/>
                    <a:pt x="1178" y="40"/>
                    <a:pt x="839" y="2"/>
                  </a:cubicBezTo>
                  <a:cubicBezTo>
                    <a:pt x="824" y="1"/>
                    <a:pt x="808" y="1"/>
                    <a:pt x="7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0"/>
            <p:cNvSpPr/>
            <p:nvPr/>
          </p:nvSpPr>
          <p:spPr>
            <a:xfrm>
              <a:off x="10283726" y="953609"/>
              <a:ext cx="33540" cy="28602"/>
            </a:xfrm>
            <a:custGeom>
              <a:avLst/>
              <a:gdLst/>
              <a:ahLst/>
              <a:cxnLst/>
              <a:rect l="l" t="t" r="r" b="b"/>
              <a:pathLst>
                <a:path w="1046" h="892" extrusionOk="0">
                  <a:moveTo>
                    <a:pt x="587" y="0"/>
                  </a:moveTo>
                  <a:cubicBezTo>
                    <a:pt x="218" y="0"/>
                    <a:pt x="1" y="447"/>
                    <a:pt x="254" y="737"/>
                  </a:cubicBezTo>
                  <a:cubicBezTo>
                    <a:pt x="341" y="844"/>
                    <a:pt x="457" y="891"/>
                    <a:pt x="574" y="891"/>
                  </a:cubicBezTo>
                  <a:cubicBezTo>
                    <a:pt x="788" y="891"/>
                    <a:pt x="1002" y="730"/>
                    <a:pt x="1027" y="474"/>
                  </a:cubicBezTo>
                  <a:cubicBezTo>
                    <a:pt x="1046" y="247"/>
                    <a:pt x="857" y="21"/>
                    <a:pt x="631" y="2"/>
                  </a:cubicBezTo>
                  <a:cubicBezTo>
                    <a:pt x="616" y="1"/>
                    <a:pt x="601" y="0"/>
                    <a:pt x="5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0"/>
            <p:cNvSpPr/>
            <p:nvPr/>
          </p:nvSpPr>
          <p:spPr>
            <a:xfrm>
              <a:off x="10302452" y="884733"/>
              <a:ext cx="42614" cy="36362"/>
            </a:xfrm>
            <a:custGeom>
              <a:avLst/>
              <a:gdLst/>
              <a:ahLst/>
              <a:cxnLst/>
              <a:rect l="l" t="t" r="r" b="b"/>
              <a:pathLst>
                <a:path w="1329" h="1134" extrusionOk="0">
                  <a:moveTo>
                    <a:pt x="737" y="1"/>
                  </a:moveTo>
                  <a:cubicBezTo>
                    <a:pt x="274" y="1"/>
                    <a:pt x="1" y="560"/>
                    <a:pt x="311" y="926"/>
                  </a:cubicBezTo>
                  <a:cubicBezTo>
                    <a:pt x="427" y="1069"/>
                    <a:pt x="583" y="1134"/>
                    <a:pt x="737" y="1134"/>
                  </a:cubicBezTo>
                  <a:cubicBezTo>
                    <a:pt x="1006" y="1134"/>
                    <a:pt x="1267" y="936"/>
                    <a:pt x="1291" y="624"/>
                  </a:cubicBezTo>
                  <a:cubicBezTo>
                    <a:pt x="1329" y="304"/>
                    <a:pt x="1102" y="40"/>
                    <a:pt x="782" y="2"/>
                  </a:cubicBezTo>
                  <a:cubicBezTo>
                    <a:pt x="767" y="1"/>
                    <a:pt x="752" y="1"/>
                    <a:pt x="7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0"/>
            <p:cNvSpPr/>
            <p:nvPr/>
          </p:nvSpPr>
          <p:spPr>
            <a:xfrm>
              <a:off x="10361515" y="906345"/>
              <a:ext cx="77790" cy="66342"/>
            </a:xfrm>
            <a:custGeom>
              <a:avLst/>
              <a:gdLst/>
              <a:ahLst/>
              <a:cxnLst/>
              <a:rect l="l" t="t" r="r" b="b"/>
              <a:pathLst>
                <a:path w="2426" h="2069" extrusionOk="0">
                  <a:moveTo>
                    <a:pt x="1333" y="1"/>
                  </a:moveTo>
                  <a:cubicBezTo>
                    <a:pt x="480" y="1"/>
                    <a:pt x="1" y="1016"/>
                    <a:pt x="561" y="1703"/>
                  </a:cubicBezTo>
                  <a:cubicBezTo>
                    <a:pt x="778" y="1954"/>
                    <a:pt x="1066" y="2068"/>
                    <a:pt x="1350" y="2068"/>
                  </a:cubicBezTo>
                  <a:cubicBezTo>
                    <a:pt x="1853" y="2068"/>
                    <a:pt x="2340" y="1709"/>
                    <a:pt x="2388" y="1118"/>
                  </a:cubicBezTo>
                  <a:cubicBezTo>
                    <a:pt x="2426" y="553"/>
                    <a:pt x="2011" y="44"/>
                    <a:pt x="1446" y="7"/>
                  </a:cubicBezTo>
                  <a:cubicBezTo>
                    <a:pt x="1408" y="3"/>
                    <a:pt x="1370" y="1"/>
                    <a:pt x="13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0"/>
            <p:cNvSpPr/>
            <p:nvPr/>
          </p:nvSpPr>
          <p:spPr>
            <a:xfrm>
              <a:off x="10316079" y="984936"/>
              <a:ext cx="65829" cy="55921"/>
            </a:xfrm>
            <a:custGeom>
              <a:avLst/>
              <a:gdLst/>
              <a:ahLst/>
              <a:cxnLst/>
              <a:rect l="l" t="t" r="r" b="b"/>
              <a:pathLst>
                <a:path w="2053" h="1744" extrusionOk="0">
                  <a:moveTo>
                    <a:pt x="1134" y="1"/>
                  </a:moveTo>
                  <a:cubicBezTo>
                    <a:pt x="416" y="1"/>
                    <a:pt x="0" y="858"/>
                    <a:pt x="489" y="1437"/>
                  </a:cubicBezTo>
                  <a:cubicBezTo>
                    <a:pt x="665" y="1648"/>
                    <a:pt x="905" y="1743"/>
                    <a:pt x="1143" y="1743"/>
                  </a:cubicBezTo>
                  <a:cubicBezTo>
                    <a:pt x="1565" y="1743"/>
                    <a:pt x="1979" y="1442"/>
                    <a:pt x="2015" y="947"/>
                  </a:cubicBezTo>
                  <a:cubicBezTo>
                    <a:pt x="2053" y="476"/>
                    <a:pt x="1714" y="43"/>
                    <a:pt x="1224" y="5"/>
                  </a:cubicBezTo>
                  <a:cubicBezTo>
                    <a:pt x="1193" y="2"/>
                    <a:pt x="1163" y="1"/>
                    <a:pt x="11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0"/>
            <p:cNvSpPr/>
            <p:nvPr/>
          </p:nvSpPr>
          <p:spPr>
            <a:xfrm>
              <a:off x="10281321" y="1058141"/>
              <a:ext cx="34149" cy="28762"/>
            </a:xfrm>
            <a:custGeom>
              <a:avLst/>
              <a:gdLst/>
              <a:ahLst/>
              <a:cxnLst/>
              <a:rect l="l" t="t" r="r" b="b"/>
              <a:pathLst>
                <a:path w="1065" h="897" extrusionOk="0">
                  <a:moveTo>
                    <a:pt x="586" y="0"/>
                  </a:moveTo>
                  <a:cubicBezTo>
                    <a:pt x="217" y="0"/>
                    <a:pt x="0" y="447"/>
                    <a:pt x="254" y="737"/>
                  </a:cubicBezTo>
                  <a:cubicBezTo>
                    <a:pt x="343" y="847"/>
                    <a:pt x="467" y="897"/>
                    <a:pt x="591" y="897"/>
                  </a:cubicBezTo>
                  <a:cubicBezTo>
                    <a:pt x="807" y="897"/>
                    <a:pt x="1021" y="744"/>
                    <a:pt x="1045" y="492"/>
                  </a:cubicBezTo>
                  <a:cubicBezTo>
                    <a:pt x="1064" y="228"/>
                    <a:pt x="876" y="21"/>
                    <a:pt x="631" y="2"/>
                  </a:cubicBezTo>
                  <a:cubicBezTo>
                    <a:pt x="616" y="1"/>
                    <a:pt x="601" y="0"/>
                    <a:pt x="5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0"/>
            <p:cNvSpPr/>
            <p:nvPr/>
          </p:nvSpPr>
          <p:spPr>
            <a:xfrm>
              <a:off x="10234025" y="989297"/>
              <a:ext cx="22221" cy="18630"/>
            </a:xfrm>
            <a:custGeom>
              <a:avLst/>
              <a:gdLst/>
              <a:ahLst/>
              <a:cxnLst/>
              <a:rect l="l" t="t" r="r" b="b"/>
              <a:pathLst>
                <a:path w="693" h="581" extrusionOk="0">
                  <a:moveTo>
                    <a:pt x="388" y="0"/>
                  </a:moveTo>
                  <a:cubicBezTo>
                    <a:pt x="155" y="0"/>
                    <a:pt x="1" y="289"/>
                    <a:pt x="165" y="472"/>
                  </a:cubicBezTo>
                  <a:cubicBezTo>
                    <a:pt x="226" y="547"/>
                    <a:pt x="308" y="580"/>
                    <a:pt x="387" y="580"/>
                  </a:cubicBezTo>
                  <a:cubicBezTo>
                    <a:pt x="527" y="580"/>
                    <a:pt x="662" y="478"/>
                    <a:pt x="674" y="321"/>
                  </a:cubicBezTo>
                  <a:cubicBezTo>
                    <a:pt x="693" y="152"/>
                    <a:pt x="580" y="20"/>
                    <a:pt x="410" y="1"/>
                  </a:cubicBezTo>
                  <a:cubicBezTo>
                    <a:pt x="403" y="1"/>
                    <a:pt x="395" y="0"/>
                    <a:pt x="3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0"/>
            <p:cNvSpPr/>
            <p:nvPr/>
          </p:nvSpPr>
          <p:spPr>
            <a:xfrm>
              <a:off x="10626468" y="1153566"/>
              <a:ext cx="50310" cy="42518"/>
            </a:xfrm>
            <a:custGeom>
              <a:avLst/>
              <a:gdLst/>
              <a:ahLst/>
              <a:cxnLst/>
              <a:rect l="l" t="t" r="r" b="b"/>
              <a:pathLst>
                <a:path w="1569" h="1326" extrusionOk="0">
                  <a:moveTo>
                    <a:pt x="859" y="0"/>
                  </a:moveTo>
                  <a:cubicBezTo>
                    <a:pt x="316" y="0"/>
                    <a:pt x="0" y="643"/>
                    <a:pt x="362" y="1077"/>
                  </a:cubicBezTo>
                  <a:cubicBezTo>
                    <a:pt x="499" y="1249"/>
                    <a:pt x="686" y="1325"/>
                    <a:pt x="871" y="1325"/>
                  </a:cubicBezTo>
                  <a:cubicBezTo>
                    <a:pt x="1195" y="1325"/>
                    <a:pt x="1513" y="1091"/>
                    <a:pt x="1549" y="719"/>
                  </a:cubicBezTo>
                  <a:cubicBezTo>
                    <a:pt x="1568" y="343"/>
                    <a:pt x="1304" y="22"/>
                    <a:pt x="928" y="3"/>
                  </a:cubicBezTo>
                  <a:cubicBezTo>
                    <a:pt x="904" y="1"/>
                    <a:pt x="882" y="0"/>
                    <a:pt x="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0"/>
            <p:cNvSpPr/>
            <p:nvPr/>
          </p:nvSpPr>
          <p:spPr>
            <a:xfrm>
              <a:off x="10596840" y="1224238"/>
              <a:ext cx="40049" cy="33925"/>
            </a:xfrm>
            <a:custGeom>
              <a:avLst/>
              <a:gdLst/>
              <a:ahLst/>
              <a:cxnLst/>
              <a:rect l="l" t="t" r="r" b="b"/>
              <a:pathLst>
                <a:path w="1249" h="1058" extrusionOk="0">
                  <a:moveTo>
                    <a:pt x="675" y="0"/>
                  </a:moveTo>
                  <a:cubicBezTo>
                    <a:pt x="243" y="0"/>
                    <a:pt x="0" y="529"/>
                    <a:pt x="288" y="871"/>
                  </a:cubicBezTo>
                  <a:cubicBezTo>
                    <a:pt x="396" y="999"/>
                    <a:pt x="540" y="1057"/>
                    <a:pt x="684" y="1057"/>
                  </a:cubicBezTo>
                  <a:cubicBezTo>
                    <a:pt x="940" y="1057"/>
                    <a:pt x="1193" y="871"/>
                    <a:pt x="1230" y="569"/>
                  </a:cubicBezTo>
                  <a:cubicBezTo>
                    <a:pt x="1249" y="268"/>
                    <a:pt x="1022" y="23"/>
                    <a:pt x="740" y="4"/>
                  </a:cubicBezTo>
                  <a:cubicBezTo>
                    <a:pt x="718" y="1"/>
                    <a:pt x="696" y="0"/>
                    <a:pt x="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0"/>
            <p:cNvSpPr/>
            <p:nvPr/>
          </p:nvSpPr>
          <p:spPr>
            <a:xfrm>
              <a:off x="10549544" y="1214586"/>
              <a:ext cx="25716" cy="21740"/>
            </a:xfrm>
            <a:custGeom>
              <a:avLst/>
              <a:gdLst/>
              <a:ahLst/>
              <a:cxnLst/>
              <a:rect l="l" t="t" r="r" b="b"/>
              <a:pathLst>
                <a:path w="802" h="678" extrusionOk="0">
                  <a:moveTo>
                    <a:pt x="419" y="1"/>
                  </a:moveTo>
                  <a:cubicBezTo>
                    <a:pt x="145" y="1"/>
                    <a:pt x="1" y="335"/>
                    <a:pt x="180" y="550"/>
                  </a:cubicBezTo>
                  <a:cubicBezTo>
                    <a:pt x="255" y="638"/>
                    <a:pt x="351" y="678"/>
                    <a:pt x="446" y="678"/>
                  </a:cubicBezTo>
                  <a:cubicBezTo>
                    <a:pt x="612" y="678"/>
                    <a:pt x="771" y="554"/>
                    <a:pt x="783" y="361"/>
                  </a:cubicBezTo>
                  <a:cubicBezTo>
                    <a:pt x="802" y="173"/>
                    <a:pt x="651" y="3"/>
                    <a:pt x="462" y="3"/>
                  </a:cubicBezTo>
                  <a:cubicBezTo>
                    <a:pt x="448" y="2"/>
                    <a:pt x="433" y="1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0"/>
            <p:cNvSpPr/>
            <p:nvPr/>
          </p:nvSpPr>
          <p:spPr>
            <a:xfrm>
              <a:off x="10554611" y="1173415"/>
              <a:ext cx="38767" cy="35881"/>
            </a:xfrm>
            <a:custGeom>
              <a:avLst/>
              <a:gdLst/>
              <a:ahLst/>
              <a:cxnLst/>
              <a:rect l="l" t="t" r="r" b="b"/>
              <a:pathLst>
                <a:path w="1209" h="1119" extrusionOk="0">
                  <a:moveTo>
                    <a:pt x="591" y="1"/>
                  </a:moveTo>
                  <a:cubicBezTo>
                    <a:pt x="324" y="1"/>
                    <a:pt x="65" y="199"/>
                    <a:pt x="41" y="515"/>
                  </a:cubicBezTo>
                  <a:cubicBezTo>
                    <a:pt x="0" y="865"/>
                    <a:pt x="286" y="1118"/>
                    <a:pt x="591" y="1118"/>
                  </a:cubicBezTo>
                  <a:cubicBezTo>
                    <a:pt x="712" y="1118"/>
                    <a:pt x="837" y="1078"/>
                    <a:pt x="945" y="986"/>
                  </a:cubicBezTo>
                  <a:cubicBezTo>
                    <a:pt x="1171" y="779"/>
                    <a:pt x="1209" y="440"/>
                    <a:pt x="1002" y="195"/>
                  </a:cubicBezTo>
                  <a:cubicBezTo>
                    <a:pt x="888" y="61"/>
                    <a:pt x="738" y="1"/>
                    <a:pt x="5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0"/>
            <p:cNvSpPr/>
            <p:nvPr/>
          </p:nvSpPr>
          <p:spPr>
            <a:xfrm>
              <a:off x="10521936" y="1119129"/>
              <a:ext cx="55152" cy="46911"/>
            </a:xfrm>
            <a:custGeom>
              <a:avLst/>
              <a:gdLst/>
              <a:ahLst/>
              <a:cxnLst/>
              <a:rect l="l" t="t" r="r" b="b"/>
              <a:pathLst>
                <a:path w="1720" h="1463" extrusionOk="0">
                  <a:moveTo>
                    <a:pt x="954" y="0"/>
                  </a:moveTo>
                  <a:cubicBezTo>
                    <a:pt x="354" y="0"/>
                    <a:pt x="0" y="719"/>
                    <a:pt x="400" y="1209"/>
                  </a:cubicBezTo>
                  <a:cubicBezTo>
                    <a:pt x="548" y="1384"/>
                    <a:pt x="746" y="1463"/>
                    <a:pt x="944" y="1463"/>
                  </a:cubicBezTo>
                  <a:cubicBezTo>
                    <a:pt x="1299" y="1463"/>
                    <a:pt x="1652" y="1207"/>
                    <a:pt x="1700" y="795"/>
                  </a:cubicBezTo>
                  <a:cubicBezTo>
                    <a:pt x="1719" y="399"/>
                    <a:pt x="1418" y="41"/>
                    <a:pt x="1022" y="3"/>
                  </a:cubicBezTo>
                  <a:cubicBezTo>
                    <a:pt x="999" y="1"/>
                    <a:pt x="976" y="0"/>
                    <a:pt x="9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0"/>
            <p:cNvSpPr/>
            <p:nvPr/>
          </p:nvSpPr>
          <p:spPr>
            <a:xfrm>
              <a:off x="10486569" y="1161486"/>
              <a:ext cx="27063" cy="22862"/>
            </a:xfrm>
            <a:custGeom>
              <a:avLst/>
              <a:gdLst/>
              <a:ahLst/>
              <a:cxnLst/>
              <a:rect l="l" t="t" r="r" b="b"/>
              <a:pathLst>
                <a:path w="844" h="713" extrusionOk="0">
                  <a:moveTo>
                    <a:pt x="480" y="1"/>
                  </a:moveTo>
                  <a:cubicBezTo>
                    <a:pt x="175" y="1"/>
                    <a:pt x="1" y="347"/>
                    <a:pt x="203" y="585"/>
                  </a:cubicBezTo>
                  <a:cubicBezTo>
                    <a:pt x="277" y="673"/>
                    <a:pt x="375" y="712"/>
                    <a:pt x="471" y="712"/>
                  </a:cubicBezTo>
                  <a:cubicBezTo>
                    <a:pt x="645" y="712"/>
                    <a:pt x="813" y="584"/>
                    <a:pt x="825" y="378"/>
                  </a:cubicBezTo>
                  <a:cubicBezTo>
                    <a:pt x="844" y="190"/>
                    <a:pt x="693" y="20"/>
                    <a:pt x="504" y="1"/>
                  </a:cubicBezTo>
                  <a:cubicBezTo>
                    <a:pt x="496" y="1"/>
                    <a:pt x="488" y="1"/>
                    <a:pt x="480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0"/>
            <p:cNvSpPr/>
            <p:nvPr/>
          </p:nvSpPr>
          <p:spPr>
            <a:xfrm>
              <a:off x="10474801" y="1067151"/>
              <a:ext cx="56370" cy="47969"/>
            </a:xfrm>
            <a:custGeom>
              <a:avLst/>
              <a:gdLst/>
              <a:ahLst/>
              <a:cxnLst/>
              <a:rect l="l" t="t" r="r" b="b"/>
              <a:pathLst>
                <a:path w="1758" h="1496" extrusionOk="0">
                  <a:moveTo>
                    <a:pt x="973" y="1"/>
                  </a:moveTo>
                  <a:cubicBezTo>
                    <a:pt x="355" y="1"/>
                    <a:pt x="1" y="738"/>
                    <a:pt x="419" y="1229"/>
                  </a:cubicBezTo>
                  <a:cubicBezTo>
                    <a:pt x="569" y="1412"/>
                    <a:pt x="775" y="1495"/>
                    <a:pt x="980" y="1495"/>
                  </a:cubicBezTo>
                  <a:cubicBezTo>
                    <a:pt x="1343" y="1495"/>
                    <a:pt x="1702" y="1235"/>
                    <a:pt x="1738" y="814"/>
                  </a:cubicBezTo>
                  <a:cubicBezTo>
                    <a:pt x="1757" y="400"/>
                    <a:pt x="1456" y="23"/>
                    <a:pt x="1041" y="4"/>
                  </a:cubicBezTo>
                  <a:cubicBezTo>
                    <a:pt x="1018" y="2"/>
                    <a:pt x="995" y="1"/>
                    <a:pt x="9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0"/>
            <p:cNvSpPr/>
            <p:nvPr/>
          </p:nvSpPr>
          <p:spPr>
            <a:xfrm>
              <a:off x="10478456" y="1197688"/>
              <a:ext cx="58134" cy="49380"/>
            </a:xfrm>
            <a:custGeom>
              <a:avLst/>
              <a:gdLst/>
              <a:ahLst/>
              <a:cxnLst/>
              <a:rect l="l" t="t" r="r" b="b"/>
              <a:pathLst>
                <a:path w="1813" h="1540" extrusionOk="0">
                  <a:moveTo>
                    <a:pt x="1009" y="0"/>
                  </a:moveTo>
                  <a:cubicBezTo>
                    <a:pt x="372" y="0"/>
                    <a:pt x="0" y="756"/>
                    <a:pt x="437" y="1265"/>
                  </a:cubicBezTo>
                  <a:cubicBezTo>
                    <a:pt x="592" y="1454"/>
                    <a:pt x="801" y="1539"/>
                    <a:pt x="1008" y="1539"/>
                  </a:cubicBezTo>
                  <a:cubicBezTo>
                    <a:pt x="1379" y="1539"/>
                    <a:pt x="1745" y="1267"/>
                    <a:pt x="1794" y="832"/>
                  </a:cubicBezTo>
                  <a:cubicBezTo>
                    <a:pt x="1813" y="417"/>
                    <a:pt x="1511" y="41"/>
                    <a:pt x="1078" y="3"/>
                  </a:cubicBezTo>
                  <a:cubicBezTo>
                    <a:pt x="1055" y="1"/>
                    <a:pt x="1032" y="0"/>
                    <a:pt x="10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0"/>
            <p:cNvSpPr/>
            <p:nvPr/>
          </p:nvSpPr>
          <p:spPr>
            <a:xfrm>
              <a:off x="10505615" y="1132435"/>
              <a:ext cx="64803" cy="55216"/>
            </a:xfrm>
            <a:custGeom>
              <a:avLst/>
              <a:gdLst/>
              <a:ahLst/>
              <a:cxnLst/>
              <a:rect l="l" t="t" r="r" b="b"/>
              <a:pathLst>
                <a:path w="2021" h="1722" extrusionOk="0">
                  <a:moveTo>
                    <a:pt x="1123" y="0"/>
                  </a:moveTo>
                  <a:cubicBezTo>
                    <a:pt x="411" y="0"/>
                    <a:pt x="1" y="850"/>
                    <a:pt x="476" y="1416"/>
                  </a:cubicBezTo>
                  <a:cubicBezTo>
                    <a:pt x="652" y="1626"/>
                    <a:pt x="890" y="1722"/>
                    <a:pt x="1124" y="1722"/>
                  </a:cubicBezTo>
                  <a:cubicBezTo>
                    <a:pt x="1541" y="1722"/>
                    <a:pt x="1947" y="1420"/>
                    <a:pt x="1983" y="926"/>
                  </a:cubicBezTo>
                  <a:cubicBezTo>
                    <a:pt x="2021" y="455"/>
                    <a:pt x="1682" y="41"/>
                    <a:pt x="1192" y="3"/>
                  </a:cubicBezTo>
                  <a:cubicBezTo>
                    <a:pt x="1169" y="1"/>
                    <a:pt x="1146" y="0"/>
                    <a:pt x="1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10465919" y="1134808"/>
              <a:ext cx="73685" cy="62302"/>
            </a:xfrm>
            <a:custGeom>
              <a:avLst/>
              <a:gdLst/>
              <a:ahLst/>
              <a:cxnLst/>
              <a:rect l="l" t="t" r="r" b="b"/>
              <a:pathLst>
                <a:path w="2298" h="1943" extrusionOk="0">
                  <a:moveTo>
                    <a:pt x="1282" y="0"/>
                  </a:moveTo>
                  <a:cubicBezTo>
                    <a:pt x="471" y="0"/>
                    <a:pt x="1" y="951"/>
                    <a:pt x="546" y="1587"/>
                  </a:cubicBezTo>
                  <a:cubicBezTo>
                    <a:pt x="743" y="1832"/>
                    <a:pt x="1012" y="1942"/>
                    <a:pt x="1279" y="1942"/>
                  </a:cubicBezTo>
                  <a:cubicBezTo>
                    <a:pt x="1750" y="1942"/>
                    <a:pt x="2212" y="1601"/>
                    <a:pt x="2260" y="1059"/>
                  </a:cubicBezTo>
                  <a:cubicBezTo>
                    <a:pt x="2298" y="513"/>
                    <a:pt x="1902" y="42"/>
                    <a:pt x="1375" y="4"/>
                  </a:cubicBezTo>
                  <a:cubicBezTo>
                    <a:pt x="1343" y="2"/>
                    <a:pt x="1313" y="0"/>
                    <a:pt x="12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0"/>
            <p:cNvSpPr/>
            <p:nvPr/>
          </p:nvSpPr>
          <p:spPr>
            <a:xfrm>
              <a:off x="10576158" y="1266595"/>
              <a:ext cx="43224" cy="36650"/>
            </a:xfrm>
            <a:custGeom>
              <a:avLst/>
              <a:gdLst/>
              <a:ahLst/>
              <a:cxnLst/>
              <a:rect l="l" t="t" r="r" b="b"/>
              <a:pathLst>
                <a:path w="1348" h="1143" extrusionOk="0">
                  <a:moveTo>
                    <a:pt x="754" y="0"/>
                  </a:moveTo>
                  <a:cubicBezTo>
                    <a:pt x="274" y="0"/>
                    <a:pt x="1" y="561"/>
                    <a:pt x="330" y="944"/>
                  </a:cubicBezTo>
                  <a:cubicBezTo>
                    <a:pt x="445" y="1080"/>
                    <a:pt x="603" y="1143"/>
                    <a:pt x="759" y="1143"/>
                  </a:cubicBezTo>
                  <a:cubicBezTo>
                    <a:pt x="1034" y="1143"/>
                    <a:pt x="1304" y="948"/>
                    <a:pt x="1328" y="624"/>
                  </a:cubicBezTo>
                  <a:cubicBezTo>
                    <a:pt x="1347" y="303"/>
                    <a:pt x="1121" y="21"/>
                    <a:pt x="801" y="2"/>
                  </a:cubicBezTo>
                  <a:cubicBezTo>
                    <a:pt x="785" y="1"/>
                    <a:pt x="769" y="0"/>
                    <a:pt x="7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0"/>
            <p:cNvSpPr/>
            <p:nvPr/>
          </p:nvSpPr>
          <p:spPr>
            <a:xfrm>
              <a:off x="10511676" y="1249633"/>
              <a:ext cx="48482" cy="41236"/>
            </a:xfrm>
            <a:custGeom>
              <a:avLst/>
              <a:gdLst/>
              <a:ahLst/>
              <a:cxnLst/>
              <a:rect l="l" t="t" r="r" b="b"/>
              <a:pathLst>
                <a:path w="1512" h="1286" extrusionOk="0">
                  <a:moveTo>
                    <a:pt x="843" y="0"/>
                  </a:moveTo>
                  <a:cubicBezTo>
                    <a:pt x="316" y="0"/>
                    <a:pt x="0" y="642"/>
                    <a:pt x="362" y="1059"/>
                  </a:cubicBezTo>
                  <a:cubicBezTo>
                    <a:pt x="491" y="1215"/>
                    <a:pt x="666" y="1285"/>
                    <a:pt x="841" y="1285"/>
                  </a:cubicBezTo>
                  <a:cubicBezTo>
                    <a:pt x="1150" y="1285"/>
                    <a:pt x="1457" y="1062"/>
                    <a:pt x="1493" y="701"/>
                  </a:cubicBezTo>
                  <a:cubicBezTo>
                    <a:pt x="1512" y="343"/>
                    <a:pt x="1248" y="41"/>
                    <a:pt x="909" y="3"/>
                  </a:cubicBezTo>
                  <a:cubicBezTo>
                    <a:pt x="886" y="1"/>
                    <a:pt x="864" y="0"/>
                    <a:pt x="8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0"/>
            <p:cNvSpPr/>
            <p:nvPr/>
          </p:nvSpPr>
          <p:spPr>
            <a:xfrm>
              <a:off x="10457582" y="1238827"/>
              <a:ext cx="35496" cy="30366"/>
            </a:xfrm>
            <a:custGeom>
              <a:avLst/>
              <a:gdLst/>
              <a:ahLst/>
              <a:cxnLst/>
              <a:rect l="l" t="t" r="r" b="b"/>
              <a:pathLst>
                <a:path w="1107" h="947" extrusionOk="0">
                  <a:moveTo>
                    <a:pt x="631" y="1"/>
                  </a:moveTo>
                  <a:cubicBezTo>
                    <a:pt x="231" y="1"/>
                    <a:pt x="0" y="460"/>
                    <a:pt x="259" y="774"/>
                  </a:cubicBezTo>
                  <a:cubicBezTo>
                    <a:pt x="357" y="892"/>
                    <a:pt x="490" y="946"/>
                    <a:pt x="622" y="946"/>
                  </a:cubicBezTo>
                  <a:cubicBezTo>
                    <a:pt x="846" y="946"/>
                    <a:pt x="1064" y="790"/>
                    <a:pt x="1088" y="529"/>
                  </a:cubicBezTo>
                  <a:cubicBezTo>
                    <a:pt x="1107" y="265"/>
                    <a:pt x="919" y="20"/>
                    <a:pt x="655" y="1"/>
                  </a:cubicBezTo>
                  <a:cubicBezTo>
                    <a:pt x="647" y="1"/>
                    <a:pt x="639" y="1"/>
                    <a:pt x="6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0"/>
            <p:cNvSpPr/>
            <p:nvPr/>
          </p:nvSpPr>
          <p:spPr>
            <a:xfrm>
              <a:off x="10421637" y="1192846"/>
              <a:ext cx="59962" cy="51015"/>
            </a:xfrm>
            <a:custGeom>
              <a:avLst/>
              <a:gdLst/>
              <a:ahLst/>
              <a:cxnLst/>
              <a:rect l="l" t="t" r="r" b="b"/>
              <a:pathLst>
                <a:path w="1870" h="1591" extrusionOk="0">
                  <a:moveTo>
                    <a:pt x="1046" y="0"/>
                  </a:moveTo>
                  <a:cubicBezTo>
                    <a:pt x="374" y="0"/>
                    <a:pt x="1" y="775"/>
                    <a:pt x="438" y="1303"/>
                  </a:cubicBezTo>
                  <a:cubicBezTo>
                    <a:pt x="602" y="1501"/>
                    <a:pt x="823" y="1590"/>
                    <a:pt x="1040" y="1590"/>
                  </a:cubicBezTo>
                  <a:cubicBezTo>
                    <a:pt x="1423" y="1590"/>
                    <a:pt x="1796" y="1314"/>
                    <a:pt x="1832" y="870"/>
                  </a:cubicBezTo>
                  <a:cubicBezTo>
                    <a:pt x="1870" y="418"/>
                    <a:pt x="1550" y="41"/>
                    <a:pt x="1116" y="3"/>
                  </a:cubicBezTo>
                  <a:cubicBezTo>
                    <a:pt x="1092" y="1"/>
                    <a:pt x="1069" y="0"/>
                    <a:pt x="10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0"/>
            <p:cNvSpPr/>
            <p:nvPr/>
          </p:nvSpPr>
          <p:spPr>
            <a:xfrm>
              <a:off x="10495515" y="1186144"/>
              <a:ext cx="64034" cy="54286"/>
            </a:xfrm>
            <a:custGeom>
              <a:avLst/>
              <a:gdLst/>
              <a:ahLst/>
              <a:cxnLst/>
              <a:rect l="l" t="t" r="r" b="b"/>
              <a:pathLst>
                <a:path w="1997" h="1693" extrusionOk="0">
                  <a:moveTo>
                    <a:pt x="1097" y="0"/>
                  </a:moveTo>
                  <a:cubicBezTo>
                    <a:pt x="398" y="0"/>
                    <a:pt x="0" y="839"/>
                    <a:pt x="470" y="1399"/>
                  </a:cubicBezTo>
                  <a:cubicBezTo>
                    <a:pt x="645" y="1601"/>
                    <a:pt x="877" y="1692"/>
                    <a:pt x="1106" y="1692"/>
                  </a:cubicBezTo>
                  <a:cubicBezTo>
                    <a:pt x="1519" y="1692"/>
                    <a:pt x="1923" y="1394"/>
                    <a:pt x="1959" y="909"/>
                  </a:cubicBezTo>
                  <a:cubicBezTo>
                    <a:pt x="1997" y="438"/>
                    <a:pt x="1658" y="43"/>
                    <a:pt x="1186" y="5"/>
                  </a:cubicBezTo>
                  <a:cubicBezTo>
                    <a:pt x="1156" y="2"/>
                    <a:pt x="1126" y="0"/>
                    <a:pt x="10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0"/>
            <p:cNvSpPr/>
            <p:nvPr/>
          </p:nvSpPr>
          <p:spPr>
            <a:xfrm>
              <a:off x="10668153" y="1370454"/>
              <a:ext cx="48482" cy="40626"/>
            </a:xfrm>
            <a:custGeom>
              <a:avLst/>
              <a:gdLst/>
              <a:ahLst/>
              <a:cxnLst/>
              <a:rect l="l" t="t" r="r" b="b"/>
              <a:pathLst>
                <a:path w="1512" h="1267" extrusionOk="0">
                  <a:moveTo>
                    <a:pt x="841" y="0"/>
                  </a:moveTo>
                  <a:cubicBezTo>
                    <a:pt x="316" y="0"/>
                    <a:pt x="1" y="624"/>
                    <a:pt x="362" y="1040"/>
                  </a:cubicBezTo>
                  <a:cubicBezTo>
                    <a:pt x="491" y="1196"/>
                    <a:pt x="667" y="1267"/>
                    <a:pt x="840" y="1267"/>
                  </a:cubicBezTo>
                  <a:cubicBezTo>
                    <a:pt x="1148" y="1267"/>
                    <a:pt x="1450" y="1044"/>
                    <a:pt x="1474" y="682"/>
                  </a:cubicBezTo>
                  <a:cubicBezTo>
                    <a:pt x="1512" y="324"/>
                    <a:pt x="1248" y="23"/>
                    <a:pt x="909" y="4"/>
                  </a:cubicBezTo>
                  <a:cubicBezTo>
                    <a:pt x="886" y="2"/>
                    <a:pt x="863" y="0"/>
                    <a:pt x="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0"/>
            <p:cNvSpPr/>
            <p:nvPr/>
          </p:nvSpPr>
          <p:spPr>
            <a:xfrm>
              <a:off x="10696402" y="1346950"/>
              <a:ext cx="49861" cy="42198"/>
            </a:xfrm>
            <a:custGeom>
              <a:avLst/>
              <a:gdLst/>
              <a:ahLst/>
              <a:cxnLst/>
              <a:rect l="l" t="t" r="r" b="b"/>
              <a:pathLst>
                <a:path w="1555" h="1316" extrusionOk="0">
                  <a:moveTo>
                    <a:pt x="884" y="0"/>
                  </a:moveTo>
                  <a:cubicBezTo>
                    <a:pt x="312" y="0"/>
                    <a:pt x="0" y="654"/>
                    <a:pt x="367" y="1076"/>
                  </a:cubicBezTo>
                  <a:cubicBezTo>
                    <a:pt x="504" y="1241"/>
                    <a:pt x="690" y="1316"/>
                    <a:pt x="871" y="1316"/>
                  </a:cubicBezTo>
                  <a:cubicBezTo>
                    <a:pt x="1187" y="1316"/>
                    <a:pt x="1492" y="1089"/>
                    <a:pt x="1516" y="718"/>
                  </a:cubicBezTo>
                  <a:cubicBezTo>
                    <a:pt x="1554" y="341"/>
                    <a:pt x="1290" y="40"/>
                    <a:pt x="932" y="2"/>
                  </a:cubicBezTo>
                  <a:cubicBezTo>
                    <a:pt x="916" y="1"/>
                    <a:pt x="900" y="0"/>
                    <a:pt x="8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0"/>
            <p:cNvSpPr/>
            <p:nvPr/>
          </p:nvSpPr>
          <p:spPr>
            <a:xfrm>
              <a:off x="10720034" y="1296191"/>
              <a:ext cx="18950" cy="15263"/>
            </a:xfrm>
            <a:custGeom>
              <a:avLst/>
              <a:gdLst/>
              <a:ahLst/>
              <a:cxnLst/>
              <a:rect l="l" t="t" r="r" b="b"/>
              <a:pathLst>
                <a:path w="591" h="476" extrusionOk="0">
                  <a:moveTo>
                    <a:pt x="330" y="0"/>
                  </a:moveTo>
                  <a:cubicBezTo>
                    <a:pt x="41" y="0"/>
                    <a:pt x="1" y="455"/>
                    <a:pt x="327" y="473"/>
                  </a:cubicBezTo>
                  <a:cubicBezTo>
                    <a:pt x="338" y="475"/>
                    <a:pt x="350" y="476"/>
                    <a:pt x="361" y="476"/>
                  </a:cubicBezTo>
                  <a:cubicBezTo>
                    <a:pt x="478" y="476"/>
                    <a:pt x="572" y="387"/>
                    <a:pt x="572" y="266"/>
                  </a:cubicBezTo>
                  <a:cubicBezTo>
                    <a:pt x="591" y="115"/>
                    <a:pt x="497" y="2"/>
                    <a:pt x="365" y="2"/>
                  </a:cubicBezTo>
                  <a:cubicBezTo>
                    <a:pt x="353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>
              <a:off x="10691240" y="1311358"/>
              <a:ext cx="14525" cy="14012"/>
            </a:xfrm>
            <a:custGeom>
              <a:avLst/>
              <a:gdLst/>
              <a:ahLst/>
              <a:cxnLst/>
              <a:rect l="l" t="t" r="r" b="b"/>
              <a:pathLst>
                <a:path w="453" h="437" extrusionOk="0">
                  <a:moveTo>
                    <a:pt x="245" y="0"/>
                  </a:moveTo>
                  <a:cubicBezTo>
                    <a:pt x="132" y="0"/>
                    <a:pt x="19" y="76"/>
                    <a:pt x="19" y="208"/>
                  </a:cubicBezTo>
                  <a:cubicBezTo>
                    <a:pt x="0" y="321"/>
                    <a:pt x="95" y="434"/>
                    <a:pt x="208" y="434"/>
                  </a:cubicBezTo>
                  <a:cubicBezTo>
                    <a:pt x="217" y="435"/>
                    <a:pt x="227" y="436"/>
                    <a:pt x="237" y="436"/>
                  </a:cubicBezTo>
                  <a:cubicBezTo>
                    <a:pt x="340" y="436"/>
                    <a:pt x="435" y="349"/>
                    <a:pt x="453" y="245"/>
                  </a:cubicBezTo>
                  <a:cubicBezTo>
                    <a:pt x="453" y="113"/>
                    <a:pt x="358" y="19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10706663" y="1250274"/>
              <a:ext cx="35977" cy="30205"/>
            </a:xfrm>
            <a:custGeom>
              <a:avLst/>
              <a:gdLst/>
              <a:ahLst/>
              <a:cxnLst/>
              <a:rect l="l" t="t" r="r" b="b"/>
              <a:pathLst>
                <a:path w="1122" h="942" extrusionOk="0">
                  <a:moveTo>
                    <a:pt x="624" y="0"/>
                  </a:moveTo>
                  <a:cubicBezTo>
                    <a:pt x="236" y="0"/>
                    <a:pt x="0" y="466"/>
                    <a:pt x="254" y="775"/>
                  </a:cubicBezTo>
                  <a:cubicBezTo>
                    <a:pt x="356" y="890"/>
                    <a:pt x="489" y="942"/>
                    <a:pt x="620" y="942"/>
                  </a:cubicBezTo>
                  <a:cubicBezTo>
                    <a:pt x="853" y="942"/>
                    <a:pt x="1078" y="777"/>
                    <a:pt x="1102" y="511"/>
                  </a:cubicBezTo>
                  <a:cubicBezTo>
                    <a:pt x="1121" y="247"/>
                    <a:pt x="933" y="21"/>
                    <a:pt x="669" y="2"/>
                  </a:cubicBezTo>
                  <a:cubicBezTo>
                    <a:pt x="654" y="1"/>
                    <a:pt x="639" y="0"/>
                    <a:pt x="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0"/>
            <p:cNvSpPr/>
            <p:nvPr/>
          </p:nvSpPr>
          <p:spPr>
            <a:xfrm>
              <a:off x="10668858" y="1242418"/>
              <a:ext cx="21227" cy="20297"/>
            </a:xfrm>
            <a:custGeom>
              <a:avLst/>
              <a:gdLst/>
              <a:ahLst/>
              <a:cxnLst/>
              <a:rect l="l" t="t" r="r" b="b"/>
              <a:pathLst>
                <a:path w="662" h="633" extrusionOk="0">
                  <a:moveTo>
                    <a:pt x="328" y="1"/>
                  </a:moveTo>
                  <a:cubicBezTo>
                    <a:pt x="182" y="1"/>
                    <a:pt x="38" y="92"/>
                    <a:pt x="20" y="285"/>
                  </a:cubicBezTo>
                  <a:cubicBezTo>
                    <a:pt x="0" y="514"/>
                    <a:pt x="164" y="632"/>
                    <a:pt x="329" y="632"/>
                  </a:cubicBezTo>
                  <a:cubicBezTo>
                    <a:pt x="476" y="632"/>
                    <a:pt x="624" y="537"/>
                    <a:pt x="642" y="341"/>
                  </a:cubicBezTo>
                  <a:cubicBezTo>
                    <a:pt x="662" y="120"/>
                    <a:pt x="494" y="1"/>
                    <a:pt x="3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0"/>
            <p:cNvSpPr/>
            <p:nvPr/>
          </p:nvSpPr>
          <p:spPr>
            <a:xfrm>
              <a:off x="10726768" y="1235717"/>
              <a:ext cx="53933" cy="45308"/>
            </a:xfrm>
            <a:custGeom>
              <a:avLst/>
              <a:gdLst/>
              <a:ahLst/>
              <a:cxnLst/>
              <a:rect l="l" t="t" r="r" b="b"/>
              <a:pathLst>
                <a:path w="1682" h="1413" extrusionOk="0">
                  <a:moveTo>
                    <a:pt x="935" y="1"/>
                  </a:moveTo>
                  <a:cubicBezTo>
                    <a:pt x="353" y="1"/>
                    <a:pt x="0" y="700"/>
                    <a:pt x="400" y="1153"/>
                  </a:cubicBezTo>
                  <a:cubicBezTo>
                    <a:pt x="551" y="1332"/>
                    <a:pt x="751" y="1413"/>
                    <a:pt x="948" y="1413"/>
                  </a:cubicBezTo>
                  <a:cubicBezTo>
                    <a:pt x="1291" y="1413"/>
                    <a:pt x="1619" y="1165"/>
                    <a:pt x="1643" y="758"/>
                  </a:cubicBezTo>
                  <a:cubicBezTo>
                    <a:pt x="1681" y="381"/>
                    <a:pt x="1398" y="42"/>
                    <a:pt x="1003" y="4"/>
                  </a:cubicBezTo>
                  <a:cubicBezTo>
                    <a:pt x="980" y="2"/>
                    <a:pt x="958" y="1"/>
                    <a:pt x="9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0"/>
            <p:cNvSpPr/>
            <p:nvPr/>
          </p:nvSpPr>
          <p:spPr>
            <a:xfrm>
              <a:off x="10586996" y="1378310"/>
              <a:ext cx="19688" cy="17219"/>
            </a:xfrm>
            <a:custGeom>
              <a:avLst/>
              <a:gdLst/>
              <a:ahLst/>
              <a:cxnLst/>
              <a:rect l="l" t="t" r="r" b="b"/>
              <a:pathLst>
                <a:path w="614" h="537" extrusionOk="0">
                  <a:moveTo>
                    <a:pt x="328" y="0"/>
                  </a:moveTo>
                  <a:cubicBezTo>
                    <a:pt x="125" y="0"/>
                    <a:pt x="1" y="260"/>
                    <a:pt x="142" y="437"/>
                  </a:cubicBezTo>
                  <a:cubicBezTo>
                    <a:pt x="197" y="506"/>
                    <a:pt x="272" y="537"/>
                    <a:pt x="346" y="537"/>
                  </a:cubicBezTo>
                  <a:cubicBezTo>
                    <a:pt x="475" y="537"/>
                    <a:pt x="601" y="442"/>
                    <a:pt x="613" y="286"/>
                  </a:cubicBezTo>
                  <a:cubicBezTo>
                    <a:pt x="613" y="136"/>
                    <a:pt x="519" y="23"/>
                    <a:pt x="368" y="4"/>
                  </a:cubicBezTo>
                  <a:cubicBezTo>
                    <a:pt x="355" y="2"/>
                    <a:pt x="341" y="0"/>
                    <a:pt x="328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0"/>
            <p:cNvSpPr/>
            <p:nvPr/>
          </p:nvSpPr>
          <p:spPr>
            <a:xfrm>
              <a:off x="10566058" y="1353556"/>
              <a:ext cx="59352" cy="50150"/>
            </a:xfrm>
            <a:custGeom>
              <a:avLst/>
              <a:gdLst/>
              <a:ahLst/>
              <a:cxnLst/>
              <a:rect l="l" t="t" r="r" b="b"/>
              <a:pathLst>
                <a:path w="1851" h="1564" extrusionOk="0">
                  <a:moveTo>
                    <a:pt x="1030" y="0"/>
                  </a:moveTo>
                  <a:cubicBezTo>
                    <a:pt x="391" y="0"/>
                    <a:pt x="0" y="775"/>
                    <a:pt x="437" y="1285"/>
                  </a:cubicBezTo>
                  <a:cubicBezTo>
                    <a:pt x="602" y="1476"/>
                    <a:pt x="820" y="1563"/>
                    <a:pt x="1035" y="1563"/>
                  </a:cubicBezTo>
                  <a:cubicBezTo>
                    <a:pt x="1412" y="1563"/>
                    <a:pt x="1777" y="1295"/>
                    <a:pt x="1813" y="851"/>
                  </a:cubicBezTo>
                  <a:cubicBezTo>
                    <a:pt x="1851" y="437"/>
                    <a:pt x="1530" y="41"/>
                    <a:pt x="1097" y="3"/>
                  </a:cubicBezTo>
                  <a:cubicBezTo>
                    <a:pt x="1074" y="1"/>
                    <a:pt x="1052" y="0"/>
                    <a:pt x="10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0"/>
            <p:cNvSpPr/>
            <p:nvPr/>
          </p:nvSpPr>
          <p:spPr>
            <a:xfrm>
              <a:off x="10605145" y="1443594"/>
              <a:ext cx="31744" cy="26582"/>
            </a:xfrm>
            <a:custGeom>
              <a:avLst/>
              <a:gdLst/>
              <a:ahLst/>
              <a:cxnLst/>
              <a:rect l="l" t="t" r="r" b="b"/>
              <a:pathLst>
                <a:path w="990" h="829" extrusionOk="0">
                  <a:moveTo>
                    <a:pt x="548" y="1"/>
                  </a:moveTo>
                  <a:cubicBezTo>
                    <a:pt x="199" y="1"/>
                    <a:pt x="1" y="410"/>
                    <a:pt x="236" y="681"/>
                  </a:cubicBezTo>
                  <a:cubicBezTo>
                    <a:pt x="317" y="783"/>
                    <a:pt x="430" y="828"/>
                    <a:pt x="544" y="828"/>
                  </a:cubicBezTo>
                  <a:cubicBezTo>
                    <a:pt x="745" y="828"/>
                    <a:pt x="947" y="684"/>
                    <a:pt x="971" y="455"/>
                  </a:cubicBezTo>
                  <a:cubicBezTo>
                    <a:pt x="990" y="229"/>
                    <a:pt x="820" y="22"/>
                    <a:pt x="594" y="3"/>
                  </a:cubicBezTo>
                  <a:cubicBezTo>
                    <a:pt x="578" y="1"/>
                    <a:pt x="563" y="1"/>
                    <a:pt x="5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0"/>
            <p:cNvSpPr/>
            <p:nvPr/>
          </p:nvSpPr>
          <p:spPr>
            <a:xfrm>
              <a:off x="10632625" y="1408034"/>
              <a:ext cx="52009" cy="51977"/>
            </a:xfrm>
            <a:custGeom>
              <a:avLst/>
              <a:gdLst/>
              <a:ahLst/>
              <a:cxnLst/>
              <a:rect l="l" t="t" r="r" b="b"/>
              <a:pathLst>
                <a:path w="1622" h="1621" extrusionOk="0">
                  <a:moveTo>
                    <a:pt x="811" y="0"/>
                  </a:moveTo>
                  <a:cubicBezTo>
                    <a:pt x="359" y="0"/>
                    <a:pt x="1" y="358"/>
                    <a:pt x="1" y="810"/>
                  </a:cubicBezTo>
                  <a:cubicBezTo>
                    <a:pt x="1" y="1263"/>
                    <a:pt x="359" y="1621"/>
                    <a:pt x="811" y="1621"/>
                  </a:cubicBezTo>
                  <a:cubicBezTo>
                    <a:pt x="1263" y="1621"/>
                    <a:pt x="1621" y="1263"/>
                    <a:pt x="1621" y="810"/>
                  </a:cubicBezTo>
                  <a:cubicBezTo>
                    <a:pt x="1621" y="358"/>
                    <a:pt x="1263" y="0"/>
                    <a:pt x="8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0"/>
            <p:cNvSpPr/>
            <p:nvPr/>
          </p:nvSpPr>
          <p:spPr>
            <a:xfrm>
              <a:off x="10589465" y="1404347"/>
              <a:ext cx="45019" cy="37965"/>
            </a:xfrm>
            <a:custGeom>
              <a:avLst/>
              <a:gdLst/>
              <a:ahLst/>
              <a:cxnLst/>
              <a:rect l="l" t="t" r="r" b="b"/>
              <a:pathLst>
                <a:path w="1404" h="1184" extrusionOk="0">
                  <a:moveTo>
                    <a:pt x="791" y="0"/>
                  </a:moveTo>
                  <a:cubicBezTo>
                    <a:pt x="292" y="0"/>
                    <a:pt x="0" y="579"/>
                    <a:pt x="329" y="963"/>
                  </a:cubicBezTo>
                  <a:cubicBezTo>
                    <a:pt x="453" y="1115"/>
                    <a:pt x="620" y="1183"/>
                    <a:pt x="784" y="1183"/>
                  </a:cubicBezTo>
                  <a:cubicBezTo>
                    <a:pt x="1068" y="1183"/>
                    <a:pt x="1342" y="977"/>
                    <a:pt x="1366" y="643"/>
                  </a:cubicBezTo>
                  <a:cubicBezTo>
                    <a:pt x="1403" y="304"/>
                    <a:pt x="1158" y="21"/>
                    <a:pt x="838" y="2"/>
                  </a:cubicBezTo>
                  <a:cubicBezTo>
                    <a:pt x="822" y="1"/>
                    <a:pt x="806" y="0"/>
                    <a:pt x="7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0"/>
            <p:cNvSpPr/>
            <p:nvPr/>
          </p:nvSpPr>
          <p:spPr>
            <a:xfrm>
              <a:off x="10610757" y="1432692"/>
              <a:ext cx="52106" cy="44282"/>
            </a:xfrm>
            <a:custGeom>
              <a:avLst/>
              <a:gdLst/>
              <a:ahLst/>
              <a:cxnLst/>
              <a:rect l="l" t="t" r="r" b="b"/>
              <a:pathLst>
                <a:path w="1625" h="1381" extrusionOk="0">
                  <a:moveTo>
                    <a:pt x="915" y="0"/>
                  </a:moveTo>
                  <a:cubicBezTo>
                    <a:pt x="335" y="0"/>
                    <a:pt x="0" y="681"/>
                    <a:pt x="381" y="1134"/>
                  </a:cubicBezTo>
                  <a:cubicBezTo>
                    <a:pt x="530" y="1304"/>
                    <a:pt x="723" y="1380"/>
                    <a:pt x="912" y="1380"/>
                  </a:cubicBezTo>
                  <a:cubicBezTo>
                    <a:pt x="1248" y="1380"/>
                    <a:pt x="1570" y="1137"/>
                    <a:pt x="1606" y="739"/>
                  </a:cubicBezTo>
                  <a:cubicBezTo>
                    <a:pt x="1625" y="362"/>
                    <a:pt x="1361" y="41"/>
                    <a:pt x="984" y="4"/>
                  </a:cubicBezTo>
                  <a:cubicBezTo>
                    <a:pt x="961" y="2"/>
                    <a:pt x="938" y="0"/>
                    <a:pt x="9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0"/>
            <p:cNvSpPr/>
            <p:nvPr/>
          </p:nvSpPr>
          <p:spPr>
            <a:xfrm>
              <a:off x="10645323" y="1535974"/>
              <a:ext cx="64803" cy="55216"/>
            </a:xfrm>
            <a:custGeom>
              <a:avLst/>
              <a:gdLst/>
              <a:ahLst/>
              <a:cxnLst/>
              <a:rect l="l" t="t" r="r" b="b"/>
              <a:pathLst>
                <a:path w="2021" h="1722" extrusionOk="0">
                  <a:moveTo>
                    <a:pt x="897" y="0"/>
                  </a:moveTo>
                  <a:cubicBezTo>
                    <a:pt x="481" y="0"/>
                    <a:pt x="74" y="302"/>
                    <a:pt x="38" y="796"/>
                  </a:cubicBezTo>
                  <a:cubicBezTo>
                    <a:pt x="0" y="1267"/>
                    <a:pt x="340" y="1682"/>
                    <a:pt x="829" y="1719"/>
                  </a:cubicBezTo>
                  <a:cubicBezTo>
                    <a:pt x="853" y="1721"/>
                    <a:pt x="875" y="1722"/>
                    <a:pt x="898" y="1722"/>
                  </a:cubicBezTo>
                  <a:cubicBezTo>
                    <a:pt x="1610" y="1722"/>
                    <a:pt x="2020" y="872"/>
                    <a:pt x="1545" y="306"/>
                  </a:cubicBezTo>
                  <a:cubicBezTo>
                    <a:pt x="1369" y="96"/>
                    <a:pt x="1131" y="0"/>
                    <a:pt x="8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>
              <a:off x="10596103" y="1526995"/>
              <a:ext cx="41396" cy="35079"/>
            </a:xfrm>
            <a:custGeom>
              <a:avLst/>
              <a:gdLst/>
              <a:ahLst/>
              <a:cxnLst/>
              <a:rect l="l" t="t" r="r" b="b"/>
              <a:pathLst>
                <a:path w="1291" h="1094" extrusionOk="0">
                  <a:moveTo>
                    <a:pt x="718" y="0"/>
                  </a:moveTo>
                  <a:cubicBezTo>
                    <a:pt x="273" y="0"/>
                    <a:pt x="0" y="542"/>
                    <a:pt x="311" y="907"/>
                  </a:cubicBezTo>
                  <a:cubicBezTo>
                    <a:pt x="419" y="1035"/>
                    <a:pt x="566" y="1093"/>
                    <a:pt x="711" y="1093"/>
                  </a:cubicBezTo>
                  <a:cubicBezTo>
                    <a:pt x="972" y="1093"/>
                    <a:pt x="1229" y="907"/>
                    <a:pt x="1253" y="605"/>
                  </a:cubicBezTo>
                  <a:cubicBezTo>
                    <a:pt x="1290" y="304"/>
                    <a:pt x="1064" y="40"/>
                    <a:pt x="763" y="2"/>
                  </a:cubicBezTo>
                  <a:cubicBezTo>
                    <a:pt x="748" y="1"/>
                    <a:pt x="733" y="0"/>
                    <a:pt x="7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>
              <a:off x="10690791" y="1491980"/>
              <a:ext cx="22221" cy="19207"/>
            </a:xfrm>
            <a:custGeom>
              <a:avLst/>
              <a:gdLst/>
              <a:ahLst/>
              <a:cxnLst/>
              <a:rect l="l" t="t" r="r" b="b"/>
              <a:pathLst>
                <a:path w="693" h="599" extrusionOk="0">
                  <a:moveTo>
                    <a:pt x="387" y="0"/>
                  </a:moveTo>
                  <a:cubicBezTo>
                    <a:pt x="138" y="0"/>
                    <a:pt x="1" y="290"/>
                    <a:pt x="165" y="491"/>
                  </a:cubicBezTo>
                  <a:cubicBezTo>
                    <a:pt x="226" y="565"/>
                    <a:pt x="306" y="598"/>
                    <a:pt x="385" y="598"/>
                  </a:cubicBezTo>
                  <a:cubicBezTo>
                    <a:pt x="528" y="598"/>
                    <a:pt x="669" y="491"/>
                    <a:pt x="693" y="322"/>
                  </a:cubicBezTo>
                  <a:cubicBezTo>
                    <a:pt x="693" y="152"/>
                    <a:pt x="580" y="20"/>
                    <a:pt x="410" y="1"/>
                  </a:cubicBezTo>
                  <a:cubicBezTo>
                    <a:pt x="402" y="1"/>
                    <a:pt x="394" y="0"/>
                    <a:pt x="3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>
              <a:off x="10564583" y="1466777"/>
              <a:ext cx="32193" cy="30526"/>
            </a:xfrm>
            <a:custGeom>
              <a:avLst/>
              <a:gdLst/>
              <a:ahLst/>
              <a:cxnLst/>
              <a:rect l="l" t="t" r="r" b="b"/>
              <a:pathLst>
                <a:path w="1004" h="952" extrusionOk="0">
                  <a:moveTo>
                    <a:pt x="497" y="1"/>
                  </a:moveTo>
                  <a:cubicBezTo>
                    <a:pt x="277" y="1"/>
                    <a:pt x="57" y="139"/>
                    <a:pt x="31" y="429"/>
                  </a:cubicBezTo>
                  <a:cubicBezTo>
                    <a:pt x="1" y="771"/>
                    <a:pt x="255" y="952"/>
                    <a:pt x="507" y="952"/>
                  </a:cubicBezTo>
                  <a:cubicBezTo>
                    <a:pt x="728" y="952"/>
                    <a:pt x="947" y="814"/>
                    <a:pt x="973" y="523"/>
                  </a:cubicBezTo>
                  <a:cubicBezTo>
                    <a:pt x="1003" y="182"/>
                    <a:pt x="749" y="1"/>
                    <a:pt x="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0"/>
            <p:cNvSpPr/>
            <p:nvPr/>
          </p:nvSpPr>
          <p:spPr>
            <a:xfrm>
              <a:off x="10493367" y="1470176"/>
              <a:ext cx="28121" cy="23504"/>
            </a:xfrm>
            <a:custGeom>
              <a:avLst/>
              <a:gdLst/>
              <a:ahLst/>
              <a:cxnLst/>
              <a:rect l="l" t="t" r="r" b="b"/>
              <a:pathLst>
                <a:path w="877" h="733" extrusionOk="0">
                  <a:moveTo>
                    <a:pt x="472" y="0"/>
                  </a:moveTo>
                  <a:cubicBezTo>
                    <a:pt x="163" y="0"/>
                    <a:pt x="1" y="354"/>
                    <a:pt x="198" y="606"/>
                  </a:cubicBezTo>
                  <a:cubicBezTo>
                    <a:pt x="279" y="693"/>
                    <a:pt x="381" y="733"/>
                    <a:pt x="481" y="733"/>
                  </a:cubicBezTo>
                  <a:cubicBezTo>
                    <a:pt x="661" y="733"/>
                    <a:pt x="834" y="605"/>
                    <a:pt x="858" y="399"/>
                  </a:cubicBezTo>
                  <a:cubicBezTo>
                    <a:pt x="877" y="191"/>
                    <a:pt x="726" y="3"/>
                    <a:pt x="519" y="3"/>
                  </a:cubicBezTo>
                  <a:cubicBezTo>
                    <a:pt x="503" y="1"/>
                    <a:pt x="487" y="0"/>
                    <a:pt x="4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0"/>
            <p:cNvSpPr/>
            <p:nvPr/>
          </p:nvSpPr>
          <p:spPr>
            <a:xfrm>
              <a:off x="10530979" y="1437534"/>
              <a:ext cx="52138" cy="44859"/>
            </a:xfrm>
            <a:custGeom>
              <a:avLst/>
              <a:gdLst/>
              <a:ahLst/>
              <a:cxnLst/>
              <a:rect l="l" t="t" r="r" b="b"/>
              <a:pathLst>
                <a:path w="1626" h="1399" extrusionOk="0">
                  <a:moveTo>
                    <a:pt x="899" y="0"/>
                  </a:moveTo>
                  <a:cubicBezTo>
                    <a:pt x="319" y="0"/>
                    <a:pt x="1" y="699"/>
                    <a:pt x="382" y="1153"/>
                  </a:cubicBezTo>
                  <a:cubicBezTo>
                    <a:pt x="524" y="1322"/>
                    <a:pt x="715" y="1399"/>
                    <a:pt x="904" y="1399"/>
                  </a:cubicBezTo>
                  <a:cubicBezTo>
                    <a:pt x="1241" y="1399"/>
                    <a:pt x="1571" y="1155"/>
                    <a:pt x="1607" y="757"/>
                  </a:cubicBezTo>
                  <a:cubicBezTo>
                    <a:pt x="1626" y="380"/>
                    <a:pt x="1343" y="41"/>
                    <a:pt x="966" y="3"/>
                  </a:cubicBezTo>
                  <a:cubicBezTo>
                    <a:pt x="943" y="1"/>
                    <a:pt x="921" y="0"/>
                    <a:pt x="8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0"/>
            <p:cNvSpPr/>
            <p:nvPr/>
          </p:nvSpPr>
          <p:spPr>
            <a:xfrm>
              <a:off x="10565898" y="1394663"/>
              <a:ext cx="38959" cy="33283"/>
            </a:xfrm>
            <a:custGeom>
              <a:avLst/>
              <a:gdLst/>
              <a:ahLst/>
              <a:cxnLst/>
              <a:rect l="l" t="t" r="r" b="b"/>
              <a:pathLst>
                <a:path w="1215" h="1038" extrusionOk="0">
                  <a:moveTo>
                    <a:pt x="681" y="1"/>
                  </a:moveTo>
                  <a:cubicBezTo>
                    <a:pt x="255" y="1"/>
                    <a:pt x="0" y="523"/>
                    <a:pt x="292" y="850"/>
                  </a:cubicBezTo>
                  <a:cubicBezTo>
                    <a:pt x="401" y="980"/>
                    <a:pt x="544" y="1038"/>
                    <a:pt x="684" y="1038"/>
                  </a:cubicBezTo>
                  <a:cubicBezTo>
                    <a:pt x="933" y="1038"/>
                    <a:pt x="1172" y="857"/>
                    <a:pt x="1196" y="568"/>
                  </a:cubicBezTo>
                  <a:cubicBezTo>
                    <a:pt x="1215" y="285"/>
                    <a:pt x="1008" y="40"/>
                    <a:pt x="725" y="3"/>
                  </a:cubicBezTo>
                  <a:cubicBezTo>
                    <a:pt x="710" y="1"/>
                    <a:pt x="695" y="1"/>
                    <a:pt x="6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0"/>
            <p:cNvSpPr/>
            <p:nvPr/>
          </p:nvSpPr>
          <p:spPr>
            <a:xfrm>
              <a:off x="10546755" y="952839"/>
              <a:ext cx="130633" cy="110528"/>
            </a:xfrm>
            <a:custGeom>
              <a:avLst/>
              <a:gdLst/>
              <a:ahLst/>
              <a:cxnLst/>
              <a:rect l="l" t="t" r="r" b="b"/>
              <a:pathLst>
                <a:path w="4074" h="3447" extrusionOk="0">
                  <a:moveTo>
                    <a:pt x="2256" y="1"/>
                  </a:moveTo>
                  <a:cubicBezTo>
                    <a:pt x="826" y="1"/>
                    <a:pt x="0" y="1707"/>
                    <a:pt x="964" y="2834"/>
                  </a:cubicBezTo>
                  <a:cubicBezTo>
                    <a:pt x="1318" y="3256"/>
                    <a:pt x="1794" y="3447"/>
                    <a:pt x="2265" y="3447"/>
                  </a:cubicBezTo>
                  <a:cubicBezTo>
                    <a:pt x="3098" y="3447"/>
                    <a:pt x="3913" y="2848"/>
                    <a:pt x="3998" y="1873"/>
                  </a:cubicBezTo>
                  <a:cubicBezTo>
                    <a:pt x="4073" y="912"/>
                    <a:pt x="3376" y="83"/>
                    <a:pt x="2415" y="8"/>
                  </a:cubicBezTo>
                  <a:cubicBezTo>
                    <a:pt x="2361" y="3"/>
                    <a:pt x="2308" y="1"/>
                    <a:pt x="2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0"/>
            <p:cNvSpPr/>
            <p:nvPr/>
          </p:nvSpPr>
          <p:spPr>
            <a:xfrm>
              <a:off x="10515139" y="905864"/>
              <a:ext cx="38991" cy="33027"/>
            </a:xfrm>
            <a:custGeom>
              <a:avLst/>
              <a:gdLst/>
              <a:ahLst/>
              <a:cxnLst/>
              <a:rect l="l" t="t" r="r" b="b"/>
              <a:pathLst>
                <a:path w="1216" h="1030" extrusionOk="0">
                  <a:moveTo>
                    <a:pt x="680" y="1"/>
                  </a:moveTo>
                  <a:cubicBezTo>
                    <a:pt x="254" y="1"/>
                    <a:pt x="1" y="505"/>
                    <a:pt x="292" y="851"/>
                  </a:cubicBezTo>
                  <a:cubicBezTo>
                    <a:pt x="401" y="974"/>
                    <a:pt x="545" y="1030"/>
                    <a:pt x="686" y="1030"/>
                  </a:cubicBezTo>
                  <a:cubicBezTo>
                    <a:pt x="934" y="1030"/>
                    <a:pt x="1172" y="856"/>
                    <a:pt x="1196" y="568"/>
                  </a:cubicBezTo>
                  <a:cubicBezTo>
                    <a:pt x="1215" y="286"/>
                    <a:pt x="1008" y="22"/>
                    <a:pt x="725" y="3"/>
                  </a:cubicBezTo>
                  <a:cubicBezTo>
                    <a:pt x="710" y="2"/>
                    <a:pt x="695" y="1"/>
                    <a:pt x="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0"/>
            <p:cNvSpPr/>
            <p:nvPr/>
          </p:nvSpPr>
          <p:spPr>
            <a:xfrm>
              <a:off x="10542490" y="888902"/>
              <a:ext cx="49092" cy="41717"/>
            </a:xfrm>
            <a:custGeom>
              <a:avLst/>
              <a:gdLst/>
              <a:ahLst/>
              <a:cxnLst/>
              <a:rect l="l" t="t" r="r" b="b"/>
              <a:pathLst>
                <a:path w="1531" h="1301" extrusionOk="0">
                  <a:moveTo>
                    <a:pt x="843" y="1"/>
                  </a:moveTo>
                  <a:cubicBezTo>
                    <a:pt x="316" y="1"/>
                    <a:pt x="0" y="643"/>
                    <a:pt x="362" y="1059"/>
                  </a:cubicBezTo>
                  <a:cubicBezTo>
                    <a:pt x="500" y="1225"/>
                    <a:pt x="684" y="1300"/>
                    <a:pt x="865" y="1300"/>
                  </a:cubicBezTo>
                  <a:cubicBezTo>
                    <a:pt x="1176" y="1300"/>
                    <a:pt x="1476" y="1078"/>
                    <a:pt x="1512" y="720"/>
                  </a:cubicBezTo>
                  <a:cubicBezTo>
                    <a:pt x="1530" y="343"/>
                    <a:pt x="1267" y="42"/>
                    <a:pt x="909" y="4"/>
                  </a:cubicBezTo>
                  <a:cubicBezTo>
                    <a:pt x="886" y="2"/>
                    <a:pt x="864" y="1"/>
                    <a:pt x="8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0"/>
            <p:cNvSpPr/>
            <p:nvPr/>
          </p:nvSpPr>
          <p:spPr>
            <a:xfrm>
              <a:off x="10428595" y="865302"/>
              <a:ext cx="94720" cy="80611"/>
            </a:xfrm>
            <a:custGeom>
              <a:avLst/>
              <a:gdLst/>
              <a:ahLst/>
              <a:cxnLst/>
              <a:rect l="l" t="t" r="r" b="b"/>
              <a:pathLst>
                <a:path w="2954" h="2514" extrusionOk="0">
                  <a:moveTo>
                    <a:pt x="1650" y="1"/>
                  </a:moveTo>
                  <a:cubicBezTo>
                    <a:pt x="592" y="1"/>
                    <a:pt x="1" y="1241"/>
                    <a:pt x="692" y="2059"/>
                  </a:cubicBezTo>
                  <a:cubicBezTo>
                    <a:pt x="951" y="2372"/>
                    <a:pt x="1298" y="2513"/>
                    <a:pt x="1640" y="2513"/>
                  </a:cubicBezTo>
                  <a:cubicBezTo>
                    <a:pt x="2246" y="2513"/>
                    <a:pt x="2836" y="2072"/>
                    <a:pt x="2897" y="1362"/>
                  </a:cubicBezTo>
                  <a:cubicBezTo>
                    <a:pt x="2953" y="684"/>
                    <a:pt x="2444" y="62"/>
                    <a:pt x="1766" y="5"/>
                  </a:cubicBezTo>
                  <a:cubicBezTo>
                    <a:pt x="1727" y="2"/>
                    <a:pt x="1688" y="1"/>
                    <a:pt x="16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0"/>
            <p:cNvSpPr/>
            <p:nvPr/>
          </p:nvSpPr>
          <p:spPr>
            <a:xfrm>
              <a:off x="10611205" y="915548"/>
              <a:ext cx="37163" cy="31392"/>
            </a:xfrm>
            <a:custGeom>
              <a:avLst/>
              <a:gdLst/>
              <a:ahLst/>
              <a:cxnLst/>
              <a:rect l="l" t="t" r="r" b="b"/>
              <a:pathLst>
                <a:path w="1159" h="979" extrusionOk="0">
                  <a:moveTo>
                    <a:pt x="642" y="0"/>
                  </a:moveTo>
                  <a:cubicBezTo>
                    <a:pt x="236" y="0"/>
                    <a:pt x="0" y="485"/>
                    <a:pt x="273" y="813"/>
                  </a:cubicBezTo>
                  <a:cubicBezTo>
                    <a:pt x="374" y="927"/>
                    <a:pt x="508" y="979"/>
                    <a:pt x="640" y="979"/>
                  </a:cubicBezTo>
                  <a:cubicBezTo>
                    <a:pt x="880" y="979"/>
                    <a:pt x="1115" y="809"/>
                    <a:pt x="1140" y="530"/>
                  </a:cubicBezTo>
                  <a:cubicBezTo>
                    <a:pt x="1159" y="266"/>
                    <a:pt x="951" y="21"/>
                    <a:pt x="688" y="2"/>
                  </a:cubicBezTo>
                  <a:cubicBezTo>
                    <a:pt x="672" y="1"/>
                    <a:pt x="657" y="0"/>
                    <a:pt x="6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0"/>
            <p:cNvSpPr/>
            <p:nvPr/>
          </p:nvSpPr>
          <p:spPr>
            <a:xfrm>
              <a:off x="10551981" y="940943"/>
              <a:ext cx="49252" cy="42198"/>
            </a:xfrm>
            <a:custGeom>
              <a:avLst/>
              <a:gdLst/>
              <a:ahLst/>
              <a:cxnLst/>
              <a:rect l="l" t="t" r="r" b="b"/>
              <a:pathLst>
                <a:path w="1536" h="1316" extrusionOk="0">
                  <a:moveTo>
                    <a:pt x="868" y="0"/>
                  </a:moveTo>
                  <a:cubicBezTo>
                    <a:pt x="312" y="0"/>
                    <a:pt x="1" y="654"/>
                    <a:pt x="368" y="1076"/>
                  </a:cubicBezTo>
                  <a:cubicBezTo>
                    <a:pt x="498" y="1241"/>
                    <a:pt x="679" y="1315"/>
                    <a:pt x="859" y="1315"/>
                  </a:cubicBezTo>
                  <a:cubicBezTo>
                    <a:pt x="1171" y="1315"/>
                    <a:pt x="1481" y="1089"/>
                    <a:pt x="1517" y="718"/>
                  </a:cubicBezTo>
                  <a:cubicBezTo>
                    <a:pt x="1536" y="360"/>
                    <a:pt x="1272" y="39"/>
                    <a:pt x="914" y="2"/>
                  </a:cubicBezTo>
                  <a:cubicBezTo>
                    <a:pt x="898" y="1"/>
                    <a:pt x="883" y="0"/>
                    <a:pt x="8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0"/>
            <p:cNvSpPr/>
            <p:nvPr/>
          </p:nvSpPr>
          <p:spPr>
            <a:xfrm>
              <a:off x="10493687" y="945080"/>
              <a:ext cx="64643" cy="54703"/>
            </a:xfrm>
            <a:custGeom>
              <a:avLst/>
              <a:gdLst/>
              <a:ahLst/>
              <a:cxnLst/>
              <a:rect l="l" t="t" r="r" b="b"/>
              <a:pathLst>
                <a:path w="2016" h="1706" extrusionOk="0">
                  <a:moveTo>
                    <a:pt x="1114" y="0"/>
                  </a:moveTo>
                  <a:cubicBezTo>
                    <a:pt x="398" y="0"/>
                    <a:pt x="1" y="838"/>
                    <a:pt x="471" y="1399"/>
                  </a:cubicBezTo>
                  <a:cubicBezTo>
                    <a:pt x="648" y="1610"/>
                    <a:pt x="887" y="1706"/>
                    <a:pt x="1123" y="1706"/>
                  </a:cubicBezTo>
                  <a:cubicBezTo>
                    <a:pt x="1538" y="1706"/>
                    <a:pt x="1942" y="1409"/>
                    <a:pt x="1978" y="928"/>
                  </a:cubicBezTo>
                  <a:cubicBezTo>
                    <a:pt x="2016" y="457"/>
                    <a:pt x="1677" y="42"/>
                    <a:pt x="1206" y="5"/>
                  </a:cubicBezTo>
                  <a:cubicBezTo>
                    <a:pt x="1175" y="2"/>
                    <a:pt x="114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0"/>
            <p:cNvSpPr/>
            <p:nvPr/>
          </p:nvSpPr>
          <p:spPr>
            <a:xfrm>
              <a:off x="10466977" y="942707"/>
              <a:ext cx="67208" cy="56723"/>
            </a:xfrm>
            <a:custGeom>
              <a:avLst/>
              <a:gdLst/>
              <a:ahLst/>
              <a:cxnLst/>
              <a:rect l="l" t="t" r="r" b="b"/>
              <a:pathLst>
                <a:path w="2096" h="1769" extrusionOk="0">
                  <a:moveTo>
                    <a:pt x="1177" y="1"/>
                  </a:moveTo>
                  <a:cubicBezTo>
                    <a:pt x="429" y="1"/>
                    <a:pt x="0" y="869"/>
                    <a:pt x="494" y="1454"/>
                  </a:cubicBezTo>
                  <a:cubicBezTo>
                    <a:pt x="677" y="1671"/>
                    <a:pt x="920" y="1768"/>
                    <a:pt x="1161" y="1768"/>
                  </a:cubicBezTo>
                  <a:cubicBezTo>
                    <a:pt x="1590" y="1768"/>
                    <a:pt x="2009" y="1459"/>
                    <a:pt x="2058" y="964"/>
                  </a:cubicBezTo>
                  <a:cubicBezTo>
                    <a:pt x="2095" y="474"/>
                    <a:pt x="1737" y="41"/>
                    <a:pt x="1247" y="3"/>
                  </a:cubicBezTo>
                  <a:cubicBezTo>
                    <a:pt x="1224" y="2"/>
                    <a:pt x="1200" y="1"/>
                    <a:pt x="11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0"/>
            <p:cNvSpPr/>
            <p:nvPr/>
          </p:nvSpPr>
          <p:spPr>
            <a:xfrm>
              <a:off x="10790064" y="1101621"/>
              <a:ext cx="38350" cy="32450"/>
            </a:xfrm>
            <a:custGeom>
              <a:avLst/>
              <a:gdLst/>
              <a:ahLst/>
              <a:cxnLst/>
              <a:rect l="l" t="t" r="r" b="b"/>
              <a:pathLst>
                <a:path w="1196" h="1012" extrusionOk="0">
                  <a:moveTo>
                    <a:pt x="660" y="1"/>
                  </a:moveTo>
                  <a:cubicBezTo>
                    <a:pt x="236" y="1"/>
                    <a:pt x="0" y="504"/>
                    <a:pt x="291" y="832"/>
                  </a:cubicBezTo>
                  <a:cubicBezTo>
                    <a:pt x="394" y="955"/>
                    <a:pt x="533" y="1011"/>
                    <a:pt x="671" y="1011"/>
                  </a:cubicBezTo>
                  <a:cubicBezTo>
                    <a:pt x="914" y="1011"/>
                    <a:pt x="1153" y="838"/>
                    <a:pt x="1177" y="549"/>
                  </a:cubicBezTo>
                  <a:cubicBezTo>
                    <a:pt x="1196" y="267"/>
                    <a:pt x="988" y="22"/>
                    <a:pt x="706" y="3"/>
                  </a:cubicBezTo>
                  <a:cubicBezTo>
                    <a:pt x="690" y="2"/>
                    <a:pt x="675" y="1"/>
                    <a:pt x="6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0"/>
            <p:cNvSpPr/>
            <p:nvPr/>
          </p:nvSpPr>
          <p:spPr>
            <a:xfrm>
              <a:off x="10735329" y="1078374"/>
              <a:ext cx="40017" cy="33668"/>
            </a:xfrm>
            <a:custGeom>
              <a:avLst/>
              <a:gdLst/>
              <a:ahLst/>
              <a:cxnLst/>
              <a:rect l="l" t="t" r="r" b="b"/>
              <a:pathLst>
                <a:path w="1248" h="1050" extrusionOk="0">
                  <a:moveTo>
                    <a:pt x="693" y="0"/>
                  </a:moveTo>
                  <a:cubicBezTo>
                    <a:pt x="579" y="0"/>
                    <a:pt x="461" y="39"/>
                    <a:pt x="359" y="125"/>
                  </a:cubicBezTo>
                  <a:cubicBezTo>
                    <a:pt x="1" y="426"/>
                    <a:pt x="189" y="1011"/>
                    <a:pt x="660" y="1048"/>
                  </a:cubicBezTo>
                  <a:cubicBezTo>
                    <a:pt x="672" y="1049"/>
                    <a:pt x="684" y="1049"/>
                    <a:pt x="696" y="1049"/>
                  </a:cubicBezTo>
                  <a:cubicBezTo>
                    <a:pt x="963" y="1049"/>
                    <a:pt x="1189" y="848"/>
                    <a:pt x="1207" y="577"/>
                  </a:cubicBezTo>
                  <a:cubicBezTo>
                    <a:pt x="1247" y="241"/>
                    <a:pt x="980" y="0"/>
                    <a:pt x="6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0"/>
            <p:cNvSpPr/>
            <p:nvPr/>
          </p:nvSpPr>
          <p:spPr>
            <a:xfrm>
              <a:off x="10684602" y="1049002"/>
              <a:ext cx="72531" cy="61437"/>
            </a:xfrm>
            <a:custGeom>
              <a:avLst/>
              <a:gdLst/>
              <a:ahLst/>
              <a:cxnLst/>
              <a:rect l="l" t="t" r="r" b="b"/>
              <a:pathLst>
                <a:path w="2262" h="1916" extrusionOk="0">
                  <a:moveTo>
                    <a:pt x="1248" y="1"/>
                  </a:moveTo>
                  <a:cubicBezTo>
                    <a:pt x="455" y="1"/>
                    <a:pt x="1" y="951"/>
                    <a:pt x="528" y="1569"/>
                  </a:cubicBezTo>
                  <a:cubicBezTo>
                    <a:pt x="726" y="1808"/>
                    <a:pt x="993" y="1915"/>
                    <a:pt x="1257" y="1915"/>
                  </a:cubicBezTo>
                  <a:cubicBezTo>
                    <a:pt x="1721" y="1915"/>
                    <a:pt x="2176" y="1582"/>
                    <a:pt x="2224" y="1041"/>
                  </a:cubicBezTo>
                  <a:cubicBezTo>
                    <a:pt x="2261" y="513"/>
                    <a:pt x="1866" y="42"/>
                    <a:pt x="1338" y="5"/>
                  </a:cubicBezTo>
                  <a:cubicBezTo>
                    <a:pt x="1307" y="2"/>
                    <a:pt x="1277" y="1"/>
                    <a:pt x="12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0"/>
            <p:cNvSpPr/>
            <p:nvPr/>
          </p:nvSpPr>
          <p:spPr>
            <a:xfrm>
              <a:off x="10744756" y="1042429"/>
              <a:ext cx="48001" cy="40626"/>
            </a:xfrm>
            <a:custGeom>
              <a:avLst/>
              <a:gdLst/>
              <a:ahLst/>
              <a:cxnLst/>
              <a:rect l="l" t="t" r="r" b="b"/>
              <a:pathLst>
                <a:path w="1497" h="1267" extrusionOk="0">
                  <a:moveTo>
                    <a:pt x="847" y="1"/>
                  </a:moveTo>
                  <a:cubicBezTo>
                    <a:pt x="310" y="1"/>
                    <a:pt x="0" y="618"/>
                    <a:pt x="366" y="1039"/>
                  </a:cubicBezTo>
                  <a:cubicBezTo>
                    <a:pt x="496" y="1196"/>
                    <a:pt x="670" y="1266"/>
                    <a:pt x="843" y="1266"/>
                  </a:cubicBezTo>
                  <a:cubicBezTo>
                    <a:pt x="1146" y="1266"/>
                    <a:pt x="1442" y="1048"/>
                    <a:pt x="1478" y="699"/>
                  </a:cubicBezTo>
                  <a:cubicBezTo>
                    <a:pt x="1497" y="341"/>
                    <a:pt x="1252" y="40"/>
                    <a:pt x="894" y="2"/>
                  </a:cubicBezTo>
                  <a:cubicBezTo>
                    <a:pt x="878" y="1"/>
                    <a:pt x="862" y="1"/>
                    <a:pt x="8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2" name="Google Shape;722;p30"/>
          <p:cNvSpPr txBox="1">
            <a:spLocks noGrp="1"/>
          </p:cNvSpPr>
          <p:nvPr>
            <p:ph type="ctrTitle"/>
          </p:nvPr>
        </p:nvSpPr>
        <p:spPr>
          <a:xfrm>
            <a:off x="703700" y="991675"/>
            <a:ext cx="4154100" cy="91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PLANT CARE </a:t>
            </a:r>
            <a:endParaRPr dirty="0"/>
          </a:p>
        </p:txBody>
      </p:sp>
      <p:sp>
        <p:nvSpPr>
          <p:cNvPr id="723" name="Google Shape;723;p30"/>
          <p:cNvSpPr txBox="1">
            <a:spLocks noGrp="1"/>
          </p:cNvSpPr>
          <p:nvPr>
            <p:ph type="subTitle" idx="1"/>
          </p:nvPr>
        </p:nvSpPr>
        <p:spPr>
          <a:xfrm>
            <a:off x="768525" y="3356936"/>
            <a:ext cx="3113100" cy="7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 smtClean="0"/>
              <a:t>Name : Prajapati Kisha Mehulbhai</a:t>
            </a:r>
            <a:endParaRPr sz="1600" dirty="0"/>
          </a:p>
        </p:txBody>
      </p:sp>
      <p:grpSp>
        <p:nvGrpSpPr>
          <p:cNvPr id="724" name="Google Shape;724;p30"/>
          <p:cNvGrpSpPr/>
          <p:nvPr/>
        </p:nvGrpSpPr>
        <p:grpSpPr>
          <a:xfrm>
            <a:off x="3467100" y="4762500"/>
            <a:ext cx="5210100" cy="0"/>
            <a:chOff x="3467100" y="4762500"/>
            <a:chExt cx="5210100" cy="0"/>
          </a:xfrm>
        </p:grpSpPr>
        <p:cxnSp>
          <p:nvCxnSpPr>
            <p:cNvPr id="725" name="Google Shape;725;p30"/>
            <p:cNvCxnSpPr/>
            <p:nvPr/>
          </p:nvCxnSpPr>
          <p:spPr>
            <a:xfrm>
              <a:off x="4000500" y="4762500"/>
              <a:ext cx="46767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6" name="Google Shape;726;p30"/>
            <p:cNvCxnSpPr/>
            <p:nvPr/>
          </p:nvCxnSpPr>
          <p:spPr>
            <a:xfrm>
              <a:off x="3467100" y="4762500"/>
              <a:ext cx="4572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27" name="Google Shape;727;p30"/>
          <p:cNvSpPr txBox="1"/>
          <p:nvPr/>
        </p:nvSpPr>
        <p:spPr>
          <a:xfrm rot="1730">
            <a:off x="708289" y="1657091"/>
            <a:ext cx="4173301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 dirty="0" smtClean="0">
                <a:solidFill>
                  <a:schemeClr val="accent1"/>
                </a:solidFill>
                <a:latin typeface="Leckerli One"/>
                <a:ea typeface="Leckerli One"/>
                <a:cs typeface="Leckerli One"/>
                <a:sym typeface="Leckerli One"/>
              </a:rPr>
              <a:t>Analysis</a:t>
            </a:r>
            <a:endParaRPr sz="5600" dirty="0">
              <a:solidFill>
                <a:schemeClr val="accent1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  <p:grpSp>
        <p:nvGrpSpPr>
          <p:cNvPr id="728" name="Google Shape;728;p30"/>
          <p:cNvGrpSpPr/>
          <p:nvPr/>
        </p:nvGrpSpPr>
        <p:grpSpPr>
          <a:xfrm>
            <a:off x="4849829" y="2711800"/>
            <a:ext cx="2160331" cy="2004331"/>
            <a:chOff x="4849829" y="2635600"/>
            <a:chExt cx="2160331" cy="2004331"/>
          </a:xfrm>
        </p:grpSpPr>
        <p:grpSp>
          <p:nvGrpSpPr>
            <p:cNvPr id="729" name="Google Shape;729;p30"/>
            <p:cNvGrpSpPr/>
            <p:nvPr/>
          </p:nvGrpSpPr>
          <p:grpSpPr>
            <a:xfrm>
              <a:off x="4849829" y="2635600"/>
              <a:ext cx="2160331" cy="2004331"/>
              <a:chOff x="4086012" y="7971900"/>
              <a:chExt cx="2309033" cy="2142295"/>
            </a:xfrm>
          </p:grpSpPr>
          <p:sp>
            <p:nvSpPr>
              <p:cNvPr id="730" name="Google Shape;730;p30"/>
              <p:cNvSpPr/>
              <p:nvPr/>
            </p:nvSpPr>
            <p:spPr>
              <a:xfrm>
                <a:off x="4584463" y="8817967"/>
                <a:ext cx="936170" cy="214739"/>
              </a:xfrm>
              <a:custGeom>
                <a:avLst/>
                <a:gdLst/>
                <a:ahLst/>
                <a:cxnLst/>
                <a:rect l="l" t="t" r="r" b="b"/>
                <a:pathLst>
                  <a:path w="29196" h="6697" extrusionOk="0">
                    <a:moveTo>
                      <a:pt x="28758" y="1"/>
                    </a:moveTo>
                    <a:cubicBezTo>
                      <a:pt x="28737" y="1"/>
                      <a:pt x="28715" y="3"/>
                      <a:pt x="28691" y="7"/>
                    </a:cubicBezTo>
                    <a:lnTo>
                      <a:pt x="371" y="6093"/>
                    </a:lnTo>
                    <a:cubicBezTo>
                      <a:pt x="0" y="6149"/>
                      <a:pt x="49" y="6697"/>
                      <a:pt x="409" y="6697"/>
                    </a:cubicBezTo>
                    <a:cubicBezTo>
                      <a:pt x="415" y="6697"/>
                      <a:pt x="421" y="6697"/>
                      <a:pt x="427" y="6696"/>
                    </a:cubicBezTo>
                    <a:lnTo>
                      <a:pt x="503" y="6696"/>
                    </a:lnTo>
                    <a:lnTo>
                      <a:pt x="28823" y="610"/>
                    </a:lnTo>
                    <a:cubicBezTo>
                      <a:pt x="29196" y="539"/>
                      <a:pt x="29101" y="1"/>
                      <a:pt x="2875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0"/>
              <p:cNvSpPr/>
              <p:nvPr/>
            </p:nvSpPr>
            <p:spPr>
              <a:xfrm>
                <a:off x="5491934" y="8817967"/>
                <a:ext cx="903111" cy="368202"/>
              </a:xfrm>
              <a:custGeom>
                <a:avLst/>
                <a:gdLst/>
                <a:ahLst/>
                <a:cxnLst/>
                <a:rect l="l" t="t" r="r" b="b"/>
                <a:pathLst>
                  <a:path w="28165" h="11483" extrusionOk="0">
                    <a:moveTo>
                      <a:pt x="449" y="1"/>
                    </a:moveTo>
                    <a:cubicBezTo>
                      <a:pt x="139" y="1"/>
                      <a:pt x="1" y="460"/>
                      <a:pt x="334" y="610"/>
                    </a:cubicBezTo>
                    <a:lnTo>
                      <a:pt x="27618" y="11464"/>
                    </a:lnTo>
                    <a:cubicBezTo>
                      <a:pt x="27656" y="11482"/>
                      <a:pt x="27693" y="11482"/>
                      <a:pt x="27731" y="11482"/>
                    </a:cubicBezTo>
                    <a:cubicBezTo>
                      <a:pt x="28070" y="11482"/>
                      <a:pt x="28165" y="11011"/>
                      <a:pt x="27844" y="10879"/>
                    </a:cubicBezTo>
                    <a:lnTo>
                      <a:pt x="579" y="26"/>
                    </a:lnTo>
                    <a:cubicBezTo>
                      <a:pt x="533" y="9"/>
                      <a:pt x="490" y="1"/>
                      <a:pt x="44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0"/>
              <p:cNvSpPr/>
              <p:nvPr/>
            </p:nvSpPr>
            <p:spPr>
              <a:xfrm>
                <a:off x="4335927" y="9012569"/>
                <a:ext cx="275887" cy="394111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12291" extrusionOk="0">
                    <a:moveTo>
                      <a:pt x="8172" y="1"/>
                    </a:moveTo>
                    <a:cubicBezTo>
                      <a:pt x="8085" y="1"/>
                      <a:pt x="7998" y="41"/>
                      <a:pt x="7933" y="137"/>
                    </a:cubicBezTo>
                    <a:lnTo>
                      <a:pt x="95" y="11801"/>
                    </a:lnTo>
                    <a:cubicBezTo>
                      <a:pt x="0" y="11952"/>
                      <a:pt x="38" y="12140"/>
                      <a:pt x="189" y="12234"/>
                    </a:cubicBezTo>
                    <a:cubicBezTo>
                      <a:pt x="245" y="12272"/>
                      <a:pt x="302" y="12291"/>
                      <a:pt x="359" y="12291"/>
                    </a:cubicBezTo>
                    <a:cubicBezTo>
                      <a:pt x="453" y="12291"/>
                      <a:pt x="547" y="12234"/>
                      <a:pt x="622" y="12159"/>
                    </a:cubicBezTo>
                    <a:lnTo>
                      <a:pt x="8442" y="495"/>
                    </a:lnTo>
                    <a:cubicBezTo>
                      <a:pt x="8604" y="253"/>
                      <a:pt x="8390" y="1"/>
                      <a:pt x="817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0"/>
              <p:cNvSpPr/>
              <p:nvPr/>
            </p:nvSpPr>
            <p:spPr>
              <a:xfrm>
                <a:off x="4186696" y="8795329"/>
                <a:ext cx="2194464" cy="1301358"/>
              </a:xfrm>
              <a:custGeom>
                <a:avLst/>
                <a:gdLst/>
                <a:ahLst/>
                <a:cxnLst/>
                <a:rect l="l" t="t" r="r" b="b"/>
                <a:pathLst>
                  <a:path w="68438" h="40585" extrusionOk="0">
                    <a:moveTo>
                      <a:pt x="41727" y="1"/>
                    </a:moveTo>
                    <a:cubicBezTo>
                      <a:pt x="35810" y="1"/>
                      <a:pt x="33601" y="1876"/>
                      <a:pt x="20219" y="4256"/>
                    </a:cubicBezTo>
                    <a:cubicBezTo>
                      <a:pt x="14340" y="5292"/>
                      <a:pt x="14095" y="5047"/>
                      <a:pt x="12342" y="5801"/>
                    </a:cubicBezTo>
                    <a:cubicBezTo>
                      <a:pt x="5597" y="8684"/>
                      <a:pt x="1998" y="15354"/>
                      <a:pt x="0" y="20611"/>
                    </a:cubicBezTo>
                    <a:lnTo>
                      <a:pt x="11532" y="40584"/>
                    </a:lnTo>
                    <a:lnTo>
                      <a:pt x="53702" y="40584"/>
                    </a:lnTo>
                    <a:lnTo>
                      <a:pt x="68437" y="11887"/>
                    </a:lnTo>
                    <a:cubicBezTo>
                      <a:pt x="65554" y="7610"/>
                      <a:pt x="63161" y="6385"/>
                      <a:pt x="61465" y="6121"/>
                    </a:cubicBezTo>
                    <a:cubicBezTo>
                      <a:pt x="60919" y="6046"/>
                      <a:pt x="59016" y="5857"/>
                      <a:pt x="58677" y="4840"/>
                    </a:cubicBezTo>
                    <a:cubicBezTo>
                      <a:pt x="58432" y="4124"/>
                      <a:pt x="59035" y="3314"/>
                      <a:pt x="58752" y="3087"/>
                    </a:cubicBezTo>
                    <a:cubicBezTo>
                      <a:pt x="58712" y="3058"/>
                      <a:pt x="58668" y="3045"/>
                      <a:pt x="58620" y="3045"/>
                    </a:cubicBezTo>
                    <a:cubicBezTo>
                      <a:pt x="58333" y="3045"/>
                      <a:pt x="57901" y="3499"/>
                      <a:pt x="57360" y="3499"/>
                    </a:cubicBezTo>
                    <a:cubicBezTo>
                      <a:pt x="57304" y="3499"/>
                      <a:pt x="57246" y="3494"/>
                      <a:pt x="57188" y="3483"/>
                    </a:cubicBezTo>
                    <a:cubicBezTo>
                      <a:pt x="56415" y="3314"/>
                      <a:pt x="56415" y="2277"/>
                      <a:pt x="55511" y="1731"/>
                    </a:cubicBezTo>
                    <a:cubicBezTo>
                      <a:pt x="55131" y="1499"/>
                      <a:pt x="54720" y="1432"/>
                      <a:pt x="54352" y="1432"/>
                    </a:cubicBezTo>
                    <a:cubicBezTo>
                      <a:pt x="53972" y="1432"/>
                      <a:pt x="53640" y="1504"/>
                      <a:pt x="53438" y="1542"/>
                    </a:cubicBezTo>
                    <a:cubicBezTo>
                      <a:pt x="53174" y="1588"/>
                      <a:pt x="52880" y="1609"/>
                      <a:pt x="52563" y="1609"/>
                    </a:cubicBezTo>
                    <a:cubicBezTo>
                      <a:pt x="49881" y="1609"/>
                      <a:pt x="45545" y="136"/>
                      <a:pt x="43169" y="35"/>
                    </a:cubicBezTo>
                    <a:cubicBezTo>
                      <a:pt x="42662" y="12"/>
                      <a:pt x="42184" y="1"/>
                      <a:pt x="4172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0"/>
              <p:cNvSpPr/>
              <p:nvPr/>
            </p:nvSpPr>
            <p:spPr>
              <a:xfrm>
                <a:off x="4678509" y="7972701"/>
                <a:ext cx="1126251" cy="188157"/>
              </a:xfrm>
              <a:custGeom>
                <a:avLst/>
                <a:gdLst/>
                <a:ahLst/>
                <a:cxnLst/>
                <a:rect l="l" t="t" r="r" b="b"/>
                <a:pathLst>
                  <a:path w="35124" h="5868" extrusionOk="0">
                    <a:moveTo>
                      <a:pt x="337" y="1"/>
                    </a:moveTo>
                    <a:cubicBezTo>
                      <a:pt x="189" y="1"/>
                      <a:pt x="55" y="121"/>
                      <a:pt x="38" y="271"/>
                    </a:cubicBezTo>
                    <a:cubicBezTo>
                      <a:pt x="0" y="422"/>
                      <a:pt x="132" y="592"/>
                      <a:pt x="302" y="610"/>
                    </a:cubicBezTo>
                    <a:lnTo>
                      <a:pt x="34671" y="5867"/>
                    </a:lnTo>
                    <a:lnTo>
                      <a:pt x="34709" y="5867"/>
                    </a:lnTo>
                    <a:cubicBezTo>
                      <a:pt x="35085" y="5867"/>
                      <a:pt x="35123" y="5321"/>
                      <a:pt x="34746" y="5265"/>
                    </a:cubicBezTo>
                    <a:lnTo>
                      <a:pt x="396" y="7"/>
                    </a:lnTo>
                    <a:cubicBezTo>
                      <a:pt x="376" y="3"/>
                      <a:pt x="357" y="1"/>
                      <a:pt x="3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0"/>
              <p:cNvSpPr/>
              <p:nvPr/>
            </p:nvSpPr>
            <p:spPr>
              <a:xfrm>
                <a:off x="4587862" y="7971900"/>
                <a:ext cx="113093" cy="1060806"/>
              </a:xfrm>
              <a:custGeom>
                <a:avLst/>
                <a:gdLst/>
                <a:ahLst/>
                <a:cxnLst/>
                <a:rect l="l" t="t" r="r" b="b"/>
                <a:pathLst>
                  <a:path w="3527" h="33083" extrusionOk="0">
                    <a:moveTo>
                      <a:pt x="3178" y="1"/>
                    </a:moveTo>
                    <a:cubicBezTo>
                      <a:pt x="3021" y="1"/>
                      <a:pt x="2865" y="101"/>
                      <a:pt x="2865" y="315"/>
                    </a:cubicBezTo>
                    <a:lnTo>
                      <a:pt x="20" y="32743"/>
                    </a:lnTo>
                    <a:cubicBezTo>
                      <a:pt x="1" y="32932"/>
                      <a:pt x="152" y="33082"/>
                      <a:pt x="321" y="33082"/>
                    </a:cubicBezTo>
                    <a:cubicBezTo>
                      <a:pt x="491" y="33082"/>
                      <a:pt x="623" y="32969"/>
                      <a:pt x="642" y="32800"/>
                    </a:cubicBezTo>
                    <a:lnTo>
                      <a:pt x="3487" y="353"/>
                    </a:lnTo>
                    <a:cubicBezTo>
                      <a:pt x="3526" y="125"/>
                      <a:pt x="3352" y="1"/>
                      <a:pt x="31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0"/>
              <p:cNvSpPr/>
              <p:nvPr/>
            </p:nvSpPr>
            <p:spPr>
              <a:xfrm>
                <a:off x="4676682" y="7973150"/>
                <a:ext cx="840488" cy="865018"/>
              </a:xfrm>
              <a:custGeom>
                <a:avLst/>
                <a:gdLst/>
                <a:ahLst/>
                <a:cxnLst/>
                <a:rect l="l" t="t" r="r" b="b"/>
                <a:pathLst>
                  <a:path w="26212" h="26977" extrusionOk="0">
                    <a:moveTo>
                      <a:pt x="418" y="1"/>
                    </a:moveTo>
                    <a:cubicBezTo>
                      <a:pt x="191" y="1"/>
                      <a:pt x="1" y="285"/>
                      <a:pt x="189" y="502"/>
                    </a:cubicBezTo>
                    <a:lnTo>
                      <a:pt x="25646" y="26882"/>
                    </a:lnTo>
                    <a:cubicBezTo>
                      <a:pt x="25702" y="26938"/>
                      <a:pt x="25796" y="26976"/>
                      <a:pt x="25872" y="26976"/>
                    </a:cubicBezTo>
                    <a:cubicBezTo>
                      <a:pt x="25966" y="26976"/>
                      <a:pt x="26041" y="26938"/>
                      <a:pt x="26098" y="26882"/>
                    </a:cubicBezTo>
                    <a:cubicBezTo>
                      <a:pt x="26211" y="26769"/>
                      <a:pt x="26211" y="26561"/>
                      <a:pt x="26098" y="26448"/>
                    </a:cubicBezTo>
                    <a:lnTo>
                      <a:pt x="623" y="88"/>
                    </a:lnTo>
                    <a:cubicBezTo>
                      <a:pt x="557" y="27"/>
                      <a:pt x="486" y="1"/>
                      <a:pt x="4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0"/>
              <p:cNvSpPr/>
              <p:nvPr/>
            </p:nvSpPr>
            <p:spPr>
              <a:xfrm>
                <a:off x="5501425" y="8140786"/>
                <a:ext cx="302565" cy="687089"/>
              </a:xfrm>
              <a:custGeom>
                <a:avLst/>
                <a:gdLst/>
                <a:ahLst/>
                <a:cxnLst/>
                <a:rect l="l" t="t" r="r" b="b"/>
                <a:pathLst>
                  <a:path w="9436" h="21428" extrusionOk="0">
                    <a:moveTo>
                      <a:pt x="9037" y="1"/>
                    </a:moveTo>
                    <a:cubicBezTo>
                      <a:pt x="8926" y="1"/>
                      <a:pt x="8816" y="62"/>
                      <a:pt x="8762" y="211"/>
                    </a:cubicBezTo>
                    <a:lnTo>
                      <a:pt x="57" y="20994"/>
                    </a:lnTo>
                    <a:cubicBezTo>
                      <a:pt x="0" y="21145"/>
                      <a:pt x="75" y="21333"/>
                      <a:pt x="226" y="21390"/>
                    </a:cubicBezTo>
                    <a:cubicBezTo>
                      <a:pt x="264" y="21409"/>
                      <a:pt x="302" y="21409"/>
                      <a:pt x="358" y="21428"/>
                    </a:cubicBezTo>
                    <a:cubicBezTo>
                      <a:pt x="471" y="21409"/>
                      <a:pt x="584" y="21333"/>
                      <a:pt x="641" y="21220"/>
                    </a:cubicBezTo>
                    <a:lnTo>
                      <a:pt x="9327" y="437"/>
                    </a:lnTo>
                    <a:cubicBezTo>
                      <a:pt x="9436" y="196"/>
                      <a:pt x="9235" y="1"/>
                      <a:pt x="9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0"/>
              <p:cNvSpPr/>
              <p:nvPr/>
            </p:nvSpPr>
            <p:spPr>
              <a:xfrm>
                <a:off x="4095888" y="8580365"/>
                <a:ext cx="515573" cy="452341"/>
              </a:xfrm>
              <a:custGeom>
                <a:avLst/>
                <a:gdLst/>
                <a:ahLst/>
                <a:cxnLst/>
                <a:rect l="l" t="t" r="r" b="b"/>
                <a:pathLst>
                  <a:path w="16079" h="14107" extrusionOk="0">
                    <a:moveTo>
                      <a:pt x="452" y="0"/>
                    </a:moveTo>
                    <a:cubicBezTo>
                      <a:pt x="200" y="0"/>
                      <a:pt x="0" y="337"/>
                      <a:pt x="251" y="559"/>
                    </a:cubicBezTo>
                    <a:lnTo>
                      <a:pt x="15476" y="14031"/>
                    </a:lnTo>
                    <a:cubicBezTo>
                      <a:pt x="15513" y="14088"/>
                      <a:pt x="15589" y="14106"/>
                      <a:pt x="15664" y="14106"/>
                    </a:cubicBezTo>
                    <a:cubicBezTo>
                      <a:pt x="15947" y="14106"/>
                      <a:pt x="16079" y="13767"/>
                      <a:pt x="15872" y="13579"/>
                    </a:cubicBezTo>
                    <a:lnTo>
                      <a:pt x="665" y="87"/>
                    </a:lnTo>
                    <a:cubicBezTo>
                      <a:pt x="596" y="26"/>
                      <a:pt x="522" y="0"/>
                      <a:pt x="45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0"/>
              <p:cNvSpPr/>
              <p:nvPr/>
            </p:nvSpPr>
            <p:spPr>
              <a:xfrm>
                <a:off x="4086012" y="8598418"/>
                <a:ext cx="112195" cy="877747"/>
              </a:xfrm>
              <a:custGeom>
                <a:avLst/>
                <a:gdLst/>
                <a:ahLst/>
                <a:cxnLst/>
                <a:rect l="l" t="t" r="r" b="b"/>
                <a:pathLst>
                  <a:path w="3499" h="27374" extrusionOk="0">
                    <a:moveTo>
                      <a:pt x="335" y="1"/>
                    </a:moveTo>
                    <a:cubicBezTo>
                      <a:pt x="168" y="1"/>
                      <a:pt x="1" y="121"/>
                      <a:pt x="31" y="335"/>
                    </a:cubicBezTo>
                    <a:lnTo>
                      <a:pt x="2877" y="27091"/>
                    </a:lnTo>
                    <a:cubicBezTo>
                      <a:pt x="2895" y="27261"/>
                      <a:pt x="3027" y="27374"/>
                      <a:pt x="3178" y="27374"/>
                    </a:cubicBezTo>
                    <a:lnTo>
                      <a:pt x="3216" y="27374"/>
                    </a:lnTo>
                    <a:cubicBezTo>
                      <a:pt x="3385" y="27355"/>
                      <a:pt x="3498" y="27204"/>
                      <a:pt x="3480" y="27035"/>
                    </a:cubicBezTo>
                    <a:lnTo>
                      <a:pt x="634" y="278"/>
                    </a:lnTo>
                    <a:cubicBezTo>
                      <a:pt x="617" y="88"/>
                      <a:pt x="476" y="1"/>
                      <a:pt x="3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0"/>
              <p:cNvSpPr/>
              <p:nvPr/>
            </p:nvSpPr>
            <p:spPr>
              <a:xfrm>
                <a:off x="4322620" y="8771248"/>
                <a:ext cx="1644069" cy="429895"/>
              </a:xfrm>
              <a:custGeom>
                <a:avLst/>
                <a:gdLst/>
                <a:ahLst/>
                <a:cxnLst/>
                <a:rect l="l" t="t" r="r" b="b"/>
                <a:pathLst>
                  <a:path w="51273" h="13407" extrusionOk="0">
                    <a:moveTo>
                      <a:pt x="36946" y="0"/>
                    </a:moveTo>
                    <a:cubicBezTo>
                      <a:pt x="35888" y="0"/>
                      <a:pt x="34715" y="107"/>
                      <a:pt x="33409" y="484"/>
                    </a:cubicBezTo>
                    <a:cubicBezTo>
                      <a:pt x="32109" y="861"/>
                      <a:pt x="31958" y="1144"/>
                      <a:pt x="30978" y="1257"/>
                    </a:cubicBezTo>
                    <a:cubicBezTo>
                      <a:pt x="30790" y="1277"/>
                      <a:pt x="30611" y="1286"/>
                      <a:pt x="30440" y="1286"/>
                    </a:cubicBezTo>
                    <a:cubicBezTo>
                      <a:pt x="28498" y="1286"/>
                      <a:pt x="27633" y="106"/>
                      <a:pt x="25797" y="89"/>
                    </a:cubicBezTo>
                    <a:cubicBezTo>
                      <a:pt x="25781" y="89"/>
                      <a:pt x="25765" y="88"/>
                      <a:pt x="25750" y="88"/>
                    </a:cubicBezTo>
                    <a:cubicBezTo>
                      <a:pt x="24058" y="88"/>
                      <a:pt x="23797" y="1096"/>
                      <a:pt x="21538" y="2030"/>
                    </a:cubicBezTo>
                    <a:cubicBezTo>
                      <a:pt x="20372" y="2501"/>
                      <a:pt x="19431" y="2643"/>
                      <a:pt x="18591" y="2643"/>
                    </a:cubicBezTo>
                    <a:cubicBezTo>
                      <a:pt x="17333" y="2643"/>
                      <a:pt x="16305" y="2325"/>
                      <a:pt x="15096" y="2325"/>
                    </a:cubicBezTo>
                    <a:cubicBezTo>
                      <a:pt x="14372" y="2325"/>
                      <a:pt x="13585" y="2439"/>
                      <a:pt x="12644" y="2802"/>
                    </a:cubicBezTo>
                    <a:cubicBezTo>
                      <a:pt x="9592" y="4008"/>
                      <a:pt x="10176" y="5968"/>
                      <a:pt x="6652" y="7004"/>
                    </a:cubicBezTo>
                    <a:cubicBezTo>
                      <a:pt x="4580" y="7607"/>
                      <a:pt x="3167" y="7305"/>
                      <a:pt x="1885" y="8549"/>
                    </a:cubicBezTo>
                    <a:cubicBezTo>
                      <a:pt x="604" y="9812"/>
                      <a:pt x="1" y="12148"/>
                      <a:pt x="849" y="13015"/>
                    </a:cubicBezTo>
                    <a:cubicBezTo>
                      <a:pt x="1106" y="13284"/>
                      <a:pt x="1490" y="13406"/>
                      <a:pt x="1989" y="13406"/>
                    </a:cubicBezTo>
                    <a:cubicBezTo>
                      <a:pt x="3689" y="13406"/>
                      <a:pt x="6725" y="11994"/>
                      <a:pt x="10628" y="10188"/>
                    </a:cubicBezTo>
                    <a:cubicBezTo>
                      <a:pt x="13210" y="9001"/>
                      <a:pt x="13982" y="8474"/>
                      <a:pt x="15264" y="7871"/>
                    </a:cubicBezTo>
                    <a:cubicBezTo>
                      <a:pt x="24628" y="3405"/>
                      <a:pt x="35764" y="2802"/>
                      <a:pt x="38930" y="2764"/>
                    </a:cubicBezTo>
                    <a:cubicBezTo>
                      <a:pt x="39076" y="2763"/>
                      <a:pt x="39221" y="2763"/>
                      <a:pt x="39365" y="2763"/>
                    </a:cubicBezTo>
                    <a:cubicBezTo>
                      <a:pt x="45520" y="2763"/>
                      <a:pt x="49413" y="3720"/>
                      <a:pt x="50655" y="3720"/>
                    </a:cubicBezTo>
                    <a:cubicBezTo>
                      <a:pt x="50917" y="3720"/>
                      <a:pt x="51061" y="3678"/>
                      <a:pt x="51084" y="3575"/>
                    </a:cubicBezTo>
                    <a:cubicBezTo>
                      <a:pt x="51272" y="2783"/>
                      <a:pt x="43735" y="409"/>
                      <a:pt x="38855" y="89"/>
                    </a:cubicBezTo>
                    <a:cubicBezTo>
                      <a:pt x="38263" y="44"/>
                      <a:pt x="37629" y="0"/>
                      <a:pt x="3694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0"/>
              <p:cNvSpPr/>
              <p:nvPr/>
            </p:nvSpPr>
            <p:spPr>
              <a:xfrm>
                <a:off x="4500869" y="9042326"/>
                <a:ext cx="193384" cy="330526"/>
              </a:xfrm>
              <a:custGeom>
                <a:avLst/>
                <a:gdLst/>
                <a:ahLst/>
                <a:cxnLst/>
                <a:rect l="l" t="t" r="r" b="b"/>
                <a:pathLst>
                  <a:path w="6031" h="10308" extrusionOk="0">
                    <a:moveTo>
                      <a:pt x="3015" y="1"/>
                    </a:moveTo>
                    <a:cubicBezTo>
                      <a:pt x="1357" y="1"/>
                      <a:pt x="1" y="2318"/>
                      <a:pt x="1" y="5164"/>
                    </a:cubicBezTo>
                    <a:cubicBezTo>
                      <a:pt x="1" y="7990"/>
                      <a:pt x="1357" y="10308"/>
                      <a:pt x="3015" y="10308"/>
                    </a:cubicBezTo>
                    <a:cubicBezTo>
                      <a:pt x="4674" y="10308"/>
                      <a:pt x="6030" y="7990"/>
                      <a:pt x="6030" y="5164"/>
                    </a:cubicBezTo>
                    <a:cubicBezTo>
                      <a:pt x="6030" y="2318"/>
                      <a:pt x="4674" y="1"/>
                      <a:pt x="30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0"/>
              <p:cNvSpPr/>
              <p:nvPr/>
            </p:nvSpPr>
            <p:spPr>
              <a:xfrm>
                <a:off x="4386077" y="9172221"/>
                <a:ext cx="119057" cy="204863"/>
              </a:xfrm>
              <a:custGeom>
                <a:avLst/>
                <a:gdLst/>
                <a:ahLst/>
                <a:cxnLst/>
                <a:rect l="l" t="t" r="r" b="b"/>
                <a:pathLst>
                  <a:path w="3713" h="6389" extrusionOk="0">
                    <a:moveTo>
                      <a:pt x="1847" y="1"/>
                    </a:moveTo>
                    <a:cubicBezTo>
                      <a:pt x="830" y="1"/>
                      <a:pt x="0" y="1433"/>
                      <a:pt x="0" y="3204"/>
                    </a:cubicBezTo>
                    <a:cubicBezTo>
                      <a:pt x="0" y="4957"/>
                      <a:pt x="830" y="6389"/>
                      <a:pt x="1847" y="6389"/>
                    </a:cubicBezTo>
                    <a:cubicBezTo>
                      <a:pt x="2883" y="6389"/>
                      <a:pt x="3712" y="4957"/>
                      <a:pt x="3712" y="3204"/>
                    </a:cubicBezTo>
                    <a:cubicBezTo>
                      <a:pt x="3712" y="1433"/>
                      <a:pt x="2883" y="1"/>
                      <a:pt x="184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0"/>
              <p:cNvSpPr/>
              <p:nvPr/>
            </p:nvSpPr>
            <p:spPr>
              <a:xfrm>
                <a:off x="4441645" y="9172221"/>
                <a:ext cx="119667" cy="204863"/>
              </a:xfrm>
              <a:custGeom>
                <a:avLst/>
                <a:gdLst/>
                <a:ahLst/>
                <a:cxnLst/>
                <a:rect l="l" t="t" r="r" b="b"/>
                <a:pathLst>
                  <a:path w="3732" h="6389" extrusionOk="0">
                    <a:moveTo>
                      <a:pt x="1866" y="1"/>
                    </a:moveTo>
                    <a:cubicBezTo>
                      <a:pt x="830" y="1"/>
                      <a:pt x="1" y="1433"/>
                      <a:pt x="1" y="3204"/>
                    </a:cubicBezTo>
                    <a:cubicBezTo>
                      <a:pt x="1" y="4957"/>
                      <a:pt x="830" y="6389"/>
                      <a:pt x="1866" y="6389"/>
                    </a:cubicBezTo>
                    <a:cubicBezTo>
                      <a:pt x="2884" y="6389"/>
                      <a:pt x="3732" y="4957"/>
                      <a:pt x="3732" y="3204"/>
                    </a:cubicBezTo>
                    <a:cubicBezTo>
                      <a:pt x="3732" y="1433"/>
                      <a:pt x="2884" y="1"/>
                      <a:pt x="186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0"/>
              <p:cNvSpPr/>
              <p:nvPr/>
            </p:nvSpPr>
            <p:spPr>
              <a:xfrm>
                <a:off x="4606010" y="9187741"/>
                <a:ext cx="150481" cy="197007"/>
              </a:xfrm>
              <a:custGeom>
                <a:avLst/>
                <a:gdLst/>
                <a:ahLst/>
                <a:cxnLst/>
                <a:rect l="l" t="t" r="r" b="b"/>
                <a:pathLst>
                  <a:path w="4693" h="6144" extrusionOk="0">
                    <a:moveTo>
                      <a:pt x="3015" y="0"/>
                    </a:moveTo>
                    <a:cubicBezTo>
                      <a:pt x="2119" y="0"/>
                      <a:pt x="1076" y="991"/>
                      <a:pt x="565" y="2456"/>
                    </a:cubicBezTo>
                    <a:cubicBezTo>
                      <a:pt x="0" y="4115"/>
                      <a:pt x="302" y="5735"/>
                      <a:pt x="1281" y="6074"/>
                    </a:cubicBezTo>
                    <a:cubicBezTo>
                      <a:pt x="1409" y="6121"/>
                      <a:pt x="1541" y="6143"/>
                      <a:pt x="1676" y="6143"/>
                    </a:cubicBezTo>
                    <a:cubicBezTo>
                      <a:pt x="2578" y="6143"/>
                      <a:pt x="3600" y="5143"/>
                      <a:pt x="4108" y="3700"/>
                    </a:cubicBezTo>
                    <a:cubicBezTo>
                      <a:pt x="4692" y="2023"/>
                      <a:pt x="4372" y="403"/>
                      <a:pt x="3392" y="63"/>
                    </a:cubicBezTo>
                    <a:cubicBezTo>
                      <a:pt x="3271" y="21"/>
                      <a:pt x="3145" y="0"/>
                      <a:pt x="3015" y="0"/>
                    </a:cubicBezTo>
                    <a:close/>
                  </a:path>
                </a:pathLst>
              </a:custGeom>
              <a:solidFill>
                <a:srgbClr val="BF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0"/>
              <p:cNvSpPr/>
              <p:nvPr/>
            </p:nvSpPr>
            <p:spPr>
              <a:xfrm>
                <a:off x="4628969" y="9238339"/>
                <a:ext cx="191556" cy="167764"/>
              </a:xfrm>
              <a:custGeom>
                <a:avLst/>
                <a:gdLst/>
                <a:ahLst/>
                <a:cxnLst/>
                <a:rect l="l" t="t" r="r" b="b"/>
                <a:pathLst>
                  <a:path w="5974" h="5232" extrusionOk="0">
                    <a:moveTo>
                      <a:pt x="4280" y="1"/>
                    </a:moveTo>
                    <a:cubicBezTo>
                      <a:pt x="3501" y="1"/>
                      <a:pt x="2509" y="461"/>
                      <a:pt x="1677" y="1293"/>
                    </a:cubicBezTo>
                    <a:cubicBezTo>
                      <a:pt x="415" y="2537"/>
                      <a:pt x="0" y="4157"/>
                      <a:pt x="735" y="4873"/>
                    </a:cubicBezTo>
                    <a:cubicBezTo>
                      <a:pt x="972" y="5117"/>
                      <a:pt x="1307" y="5232"/>
                      <a:pt x="1693" y="5232"/>
                    </a:cubicBezTo>
                    <a:cubicBezTo>
                      <a:pt x="2473" y="5232"/>
                      <a:pt x="3465" y="4762"/>
                      <a:pt x="4296" y="3931"/>
                    </a:cubicBezTo>
                    <a:cubicBezTo>
                      <a:pt x="5559" y="2687"/>
                      <a:pt x="5973" y="1086"/>
                      <a:pt x="5238" y="351"/>
                    </a:cubicBezTo>
                    <a:cubicBezTo>
                      <a:pt x="5001" y="114"/>
                      <a:pt x="4667" y="1"/>
                      <a:pt x="428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0"/>
              <p:cNvSpPr/>
              <p:nvPr/>
            </p:nvSpPr>
            <p:spPr>
              <a:xfrm>
                <a:off x="4888150" y="8386789"/>
                <a:ext cx="202811" cy="704532"/>
              </a:xfrm>
              <a:custGeom>
                <a:avLst/>
                <a:gdLst/>
                <a:ahLst/>
                <a:cxnLst/>
                <a:rect l="l" t="t" r="r" b="b"/>
                <a:pathLst>
                  <a:path w="6325" h="21972" extrusionOk="0">
                    <a:moveTo>
                      <a:pt x="2431" y="1"/>
                    </a:moveTo>
                    <a:cubicBezTo>
                      <a:pt x="1546" y="1"/>
                      <a:pt x="773" y="2488"/>
                      <a:pt x="472" y="4240"/>
                    </a:cubicBezTo>
                    <a:cubicBezTo>
                      <a:pt x="1" y="7123"/>
                      <a:pt x="641" y="9215"/>
                      <a:pt x="1188" y="11532"/>
                    </a:cubicBezTo>
                    <a:cubicBezTo>
                      <a:pt x="2865" y="18749"/>
                      <a:pt x="2111" y="21915"/>
                      <a:pt x="2789" y="21971"/>
                    </a:cubicBezTo>
                    <a:cubicBezTo>
                      <a:pt x="2794" y="21971"/>
                      <a:pt x="2799" y="21972"/>
                      <a:pt x="2803" y="21972"/>
                    </a:cubicBezTo>
                    <a:cubicBezTo>
                      <a:pt x="3939" y="21972"/>
                      <a:pt x="6324" y="12741"/>
                      <a:pt x="4391" y="4259"/>
                    </a:cubicBezTo>
                    <a:cubicBezTo>
                      <a:pt x="4165" y="3260"/>
                      <a:pt x="3430" y="1"/>
                      <a:pt x="243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0"/>
              <p:cNvSpPr/>
              <p:nvPr/>
            </p:nvSpPr>
            <p:spPr>
              <a:xfrm>
                <a:off x="4784869" y="8526977"/>
                <a:ext cx="173408" cy="547798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17084" extrusionOk="0">
                    <a:moveTo>
                      <a:pt x="2103" y="0"/>
                    </a:moveTo>
                    <a:cubicBezTo>
                      <a:pt x="1218" y="0"/>
                      <a:pt x="0" y="3759"/>
                      <a:pt x="188" y="7462"/>
                    </a:cubicBezTo>
                    <a:cubicBezTo>
                      <a:pt x="463" y="12548"/>
                      <a:pt x="3402" y="17084"/>
                      <a:pt x="4452" y="17084"/>
                    </a:cubicBezTo>
                    <a:cubicBezTo>
                      <a:pt x="4483" y="17084"/>
                      <a:pt x="4513" y="17080"/>
                      <a:pt x="4541" y="17071"/>
                    </a:cubicBezTo>
                    <a:cubicBezTo>
                      <a:pt x="5408" y="16789"/>
                      <a:pt x="4767" y="12530"/>
                      <a:pt x="4013" y="7462"/>
                    </a:cubicBezTo>
                    <a:cubicBezTo>
                      <a:pt x="3391" y="3298"/>
                      <a:pt x="2901" y="19"/>
                      <a:pt x="2110" y="0"/>
                    </a:cubicBezTo>
                    <a:cubicBezTo>
                      <a:pt x="2108" y="0"/>
                      <a:pt x="2106" y="0"/>
                      <a:pt x="21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0"/>
              <p:cNvSpPr/>
              <p:nvPr/>
            </p:nvSpPr>
            <p:spPr>
              <a:xfrm>
                <a:off x="4636216" y="8632086"/>
                <a:ext cx="80996" cy="297307"/>
              </a:xfrm>
              <a:custGeom>
                <a:avLst/>
                <a:gdLst/>
                <a:ahLst/>
                <a:cxnLst/>
                <a:rect l="l" t="t" r="r" b="b"/>
                <a:pathLst>
                  <a:path w="2526" h="9272" extrusionOk="0">
                    <a:moveTo>
                      <a:pt x="1263" y="1"/>
                    </a:moveTo>
                    <a:cubicBezTo>
                      <a:pt x="566" y="1"/>
                      <a:pt x="0" y="2073"/>
                      <a:pt x="0" y="4636"/>
                    </a:cubicBezTo>
                    <a:cubicBezTo>
                      <a:pt x="0" y="7199"/>
                      <a:pt x="566" y="9271"/>
                      <a:pt x="1263" y="9271"/>
                    </a:cubicBezTo>
                    <a:cubicBezTo>
                      <a:pt x="1960" y="9271"/>
                      <a:pt x="2525" y="7199"/>
                      <a:pt x="2525" y="4636"/>
                    </a:cubicBezTo>
                    <a:cubicBezTo>
                      <a:pt x="2525" y="2073"/>
                      <a:pt x="1960" y="1"/>
                      <a:pt x="12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0"/>
              <p:cNvSpPr/>
              <p:nvPr/>
            </p:nvSpPr>
            <p:spPr>
              <a:xfrm>
                <a:off x="4676682" y="8717892"/>
                <a:ext cx="170425" cy="402416"/>
              </a:xfrm>
              <a:custGeom>
                <a:avLst/>
                <a:gdLst/>
                <a:ahLst/>
                <a:cxnLst/>
                <a:rect l="l" t="t" r="r" b="b"/>
                <a:pathLst>
                  <a:path w="5315" h="12550" extrusionOk="0">
                    <a:moveTo>
                      <a:pt x="2658" y="0"/>
                    </a:moveTo>
                    <a:cubicBezTo>
                      <a:pt x="1188" y="0"/>
                      <a:pt x="1" y="2808"/>
                      <a:pt x="1" y="6275"/>
                    </a:cubicBezTo>
                    <a:cubicBezTo>
                      <a:pt x="1" y="9761"/>
                      <a:pt x="1188" y="12550"/>
                      <a:pt x="2658" y="12550"/>
                    </a:cubicBezTo>
                    <a:cubicBezTo>
                      <a:pt x="4127" y="12550"/>
                      <a:pt x="5314" y="9742"/>
                      <a:pt x="5314" y="6275"/>
                    </a:cubicBezTo>
                    <a:cubicBezTo>
                      <a:pt x="5314" y="2808"/>
                      <a:pt x="4127" y="0"/>
                      <a:pt x="26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0"/>
              <p:cNvSpPr/>
              <p:nvPr/>
            </p:nvSpPr>
            <p:spPr>
              <a:xfrm>
                <a:off x="4511419" y="8717892"/>
                <a:ext cx="269218" cy="443331"/>
              </a:xfrm>
              <a:custGeom>
                <a:avLst/>
                <a:gdLst/>
                <a:ahLst/>
                <a:cxnLst/>
                <a:rect l="l" t="t" r="r" b="b"/>
                <a:pathLst>
                  <a:path w="8396" h="13826" extrusionOk="0">
                    <a:moveTo>
                      <a:pt x="1669" y="0"/>
                    </a:moveTo>
                    <a:cubicBezTo>
                      <a:pt x="1009" y="0"/>
                      <a:pt x="199" y="2130"/>
                      <a:pt x="143" y="3938"/>
                    </a:cubicBezTo>
                    <a:cubicBezTo>
                      <a:pt x="1" y="9284"/>
                      <a:pt x="6369" y="13826"/>
                      <a:pt x="7686" y="13826"/>
                    </a:cubicBezTo>
                    <a:cubicBezTo>
                      <a:pt x="7767" y="13826"/>
                      <a:pt x="7828" y="13809"/>
                      <a:pt x="7868" y="13774"/>
                    </a:cubicBezTo>
                    <a:cubicBezTo>
                      <a:pt x="8396" y="13360"/>
                      <a:pt x="5155" y="10533"/>
                      <a:pt x="3214" y="3938"/>
                    </a:cubicBezTo>
                    <a:cubicBezTo>
                      <a:pt x="2592" y="1847"/>
                      <a:pt x="2291" y="19"/>
                      <a:pt x="1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0"/>
              <p:cNvSpPr/>
              <p:nvPr/>
            </p:nvSpPr>
            <p:spPr>
              <a:xfrm>
                <a:off x="4217543" y="8683454"/>
                <a:ext cx="626550" cy="537025"/>
              </a:xfrm>
              <a:custGeom>
                <a:avLst/>
                <a:gdLst/>
                <a:ahLst/>
                <a:cxnLst/>
                <a:rect l="l" t="t" r="r" b="b"/>
                <a:pathLst>
                  <a:path w="19540" h="16748" extrusionOk="0">
                    <a:moveTo>
                      <a:pt x="3240" y="0"/>
                    </a:moveTo>
                    <a:cubicBezTo>
                      <a:pt x="2336" y="0"/>
                      <a:pt x="1544" y="1564"/>
                      <a:pt x="1356" y="2261"/>
                    </a:cubicBezTo>
                    <a:cubicBezTo>
                      <a:pt x="1" y="7339"/>
                      <a:pt x="16908" y="16748"/>
                      <a:pt x="18864" y="16748"/>
                    </a:cubicBezTo>
                    <a:cubicBezTo>
                      <a:pt x="18948" y="16748"/>
                      <a:pt x="19004" y="16730"/>
                      <a:pt x="19030" y="16695"/>
                    </a:cubicBezTo>
                    <a:cubicBezTo>
                      <a:pt x="19539" y="15960"/>
                      <a:pt x="7725" y="8329"/>
                      <a:pt x="5106" y="2261"/>
                    </a:cubicBezTo>
                    <a:cubicBezTo>
                      <a:pt x="4898" y="1772"/>
                      <a:pt x="4182" y="19"/>
                      <a:pt x="32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0"/>
              <p:cNvSpPr/>
              <p:nvPr/>
            </p:nvSpPr>
            <p:spPr>
              <a:xfrm>
                <a:off x="4265224" y="9049348"/>
                <a:ext cx="690648" cy="184630"/>
              </a:xfrm>
              <a:custGeom>
                <a:avLst/>
                <a:gdLst/>
                <a:ahLst/>
                <a:cxnLst/>
                <a:rect l="l" t="t" r="r" b="b"/>
                <a:pathLst>
                  <a:path w="21539" h="5758" extrusionOk="0">
                    <a:moveTo>
                      <a:pt x="1245" y="0"/>
                    </a:moveTo>
                    <a:cubicBezTo>
                      <a:pt x="966" y="0"/>
                      <a:pt x="698" y="61"/>
                      <a:pt x="491" y="234"/>
                    </a:cubicBezTo>
                    <a:cubicBezTo>
                      <a:pt x="1" y="649"/>
                      <a:pt x="20" y="1553"/>
                      <a:pt x="246" y="2175"/>
                    </a:cubicBezTo>
                    <a:cubicBezTo>
                      <a:pt x="717" y="3418"/>
                      <a:pt x="2224" y="3965"/>
                      <a:pt x="3468" y="4285"/>
                    </a:cubicBezTo>
                    <a:cubicBezTo>
                      <a:pt x="6766" y="5146"/>
                      <a:pt x="13279" y="5757"/>
                      <a:pt x="17513" y="5757"/>
                    </a:cubicBezTo>
                    <a:cubicBezTo>
                      <a:pt x="19859" y="5757"/>
                      <a:pt x="21506" y="5570"/>
                      <a:pt x="21519" y="5133"/>
                    </a:cubicBezTo>
                    <a:cubicBezTo>
                      <a:pt x="21538" y="4285"/>
                      <a:pt x="15678" y="4737"/>
                      <a:pt x="9366" y="2062"/>
                    </a:cubicBezTo>
                    <a:cubicBezTo>
                      <a:pt x="7199" y="1157"/>
                      <a:pt x="4768" y="1082"/>
                      <a:pt x="2545" y="291"/>
                    </a:cubicBezTo>
                    <a:cubicBezTo>
                      <a:pt x="2246" y="183"/>
                      <a:pt x="1729" y="0"/>
                      <a:pt x="12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0"/>
              <p:cNvSpPr/>
              <p:nvPr/>
            </p:nvSpPr>
            <p:spPr>
              <a:xfrm>
                <a:off x="4765502" y="8964408"/>
                <a:ext cx="101550" cy="269474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8404" extrusionOk="0">
                    <a:moveTo>
                      <a:pt x="1583" y="0"/>
                    </a:moveTo>
                    <a:cubicBezTo>
                      <a:pt x="717" y="0"/>
                      <a:pt x="1" y="1884"/>
                      <a:pt x="1" y="4202"/>
                    </a:cubicBezTo>
                    <a:cubicBezTo>
                      <a:pt x="1" y="6520"/>
                      <a:pt x="717" y="8404"/>
                      <a:pt x="1583" y="8404"/>
                    </a:cubicBezTo>
                    <a:cubicBezTo>
                      <a:pt x="2469" y="8404"/>
                      <a:pt x="3166" y="6520"/>
                      <a:pt x="3166" y="4202"/>
                    </a:cubicBezTo>
                    <a:cubicBezTo>
                      <a:pt x="3166" y="1884"/>
                      <a:pt x="2469" y="0"/>
                      <a:pt x="15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0"/>
              <p:cNvSpPr/>
              <p:nvPr/>
            </p:nvSpPr>
            <p:spPr>
              <a:xfrm>
                <a:off x="5071241" y="8441171"/>
                <a:ext cx="208968" cy="586854"/>
              </a:xfrm>
              <a:custGeom>
                <a:avLst/>
                <a:gdLst/>
                <a:ahLst/>
                <a:cxnLst/>
                <a:rect l="l" t="t" r="r" b="b"/>
                <a:pathLst>
                  <a:path w="6517" h="18302" extrusionOk="0">
                    <a:moveTo>
                      <a:pt x="3400" y="0"/>
                    </a:moveTo>
                    <a:cubicBezTo>
                      <a:pt x="3397" y="0"/>
                      <a:pt x="3395" y="0"/>
                      <a:pt x="3392" y="0"/>
                    </a:cubicBezTo>
                    <a:cubicBezTo>
                      <a:pt x="3128" y="0"/>
                      <a:pt x="2544" y="264"/>
                      <a:pt x="1771" y="3411"/>
                    </a:cubicBezTo>
                    <a:cubicBezTo>
                      <a:pt x="320" y="9271"/>
                      <a:pt x="0" y="18071"/>
                      <a:pt x="1564" y="18297"/>
                    </a:cubicBezTo>
                    <a:cubicBezTo>
                      <a:pt x="1586" y="18300"/>
                      <a:pt x="1609" y="18302"/>
                      <a:pt x="1632" y="18302"/>
                    </a:cubicBezTo>
                    <a:cubicBezTo>
                      <a:pt x="3207" y="18302"/>
                      <a:pt x="6517" y="10097"/>
                      <a:pt x="5031" y="3411"/>
                    </a:cubicBezTo>
                    <a:cubicBezTo>
                      <a:pt x="4918" y="2904"/>
                      <a:pt x="4282" y="0"/>
                      <a:pt x="34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0"/>
              <p:cNvSpPr/>
              <p:nvPr/>
            </p:nvSpPr>
            <p:spPr>
              <a:xfrm>
                <a:off x="5028948" y="8526977"/>
                <a:ext cx="103794" cy="522050"/>
              </a:xfrm>
              <a:custGeom>
                <a:avLst/>
                <a:gdLst/>
                <a:ahLst/>
                <a:cxnLst/>
                <a:rect l="l" t="t" r="r" b="b"/>
                <a:pathLst>
                  <a:path w="3237" h="16281" extrusionOk="0">
                    <a:moveTo>
                      <a:pt x="1602" y="0"/>
                    </a:moveTo>
                    <a:cubicBezTo>
                      <a:pt x="1168" y="0"/>
                      <a:pt x="867" y="2299"/>
                      <a:pt x="716" y="3298"/>
                    </a:cubicBezTo>
                    <a:cubicBezTo>
                      <a:pt x="0" y="8687"/>
                      <a:pt x="57" y="16224"/>
                      <a:pt x="886" y="16280"/>
                    </a:cubicBezTo>
                    <a:cubicBezTo>
                      <a:pt x="890" y="16281"/>
                      <a:pt x="895" y="16281"/>
                      <a:pt x="899" y="16281"/>
                    </a:cubicBezTo>
                    <a:cubicBezTo>
                      <a:pt x="1731" y="16281"/>
                      <a:pt x="3237" y="9463"/>
                      <a:pt x="2469" y="3298"/>
                    </a:cubicBezTo>
                    <a:cubicBezTo>
                      <a:pt x="2412" y="2808"/>
                      <a:pt x="2073" y="0"/>
                      <a:pt x="16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0"/>
              <p:cNvSpPr/>
              <p:nvPr/>
            </p:nvSpPr>
            <p:spPr>
              <a:xfrm>
                <a:off x="5115331" y="8696152"/>
                <a:ext cx="203484" cy="458465"/>
              </a:xfrm>
              <a:custGeom>
                <a:avLst/>
                <a:gdLst/>
                <a:ahLst/>
                <a:cxnLst/>
                <a:rect l="l" t="t" r="r" b="b"/>
                <a:pathLst>
                  <a:path w="6346" h="14298" extrusionOk="0">
                    <a:moveTo>
                      <a:pt x="4579" y="0"/>
                    </a:moveTo>
                    <a:cubicBezTo>
                      <a:pt x="4146" y="0"/>
                      <a:pt x="3845" y="1639"/>
                      <a:pt x="3713" y="2318"/>
                    </a:cubicBezTo>
                    <a:cubicBezTo>
                      <a:pt x="2224" y="9855"/>
                      <a:pt x="1" y="14000"/>
                      <a:pt x="641" y="14283"/>
                    </a:cubicBezTo>
                    <a:cubicBezTo>
                      <a:pt x="663" y="14293"/>
                      <a:pt x="688" y="14297"/>
                      <a:pt x="716" y="14297"/>
                    </a:cubicBezTo>
                    <a:cubicBezTo>
                      <a:pt x="1740" y="14297"/>
                      <a:pt x="6345" y="7566"/>
                      <a:pt x="5446" y="2318"/>
                    </a:cubicBezTo>
                    <a:cubicBezTo>
                      <a:pt x="5390" y="2054"/>
                      <a:pt x="5050" y="0"/>
                      <a:pt x="45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0"/>
              <p:cNvSpPr/>
              <p:nvPr/>
            </p:nvSpPr>
            <p:spPr>
              <a:xfrm>
                <a:off x="5154610" y="8648407"/>
                <a:ext cx="338542" cy="492358"/>
              </a:xfrm>
              <a:custGeom>
                <a:avLst/>
                <a:gdLst/>
                <a:ahLst/>
                <a:cxnLst/>
                <a:rect l="l" t="t" r="r" b="b"/>
                <a:pathLst>
                  <a:path w="10558" h="15355" extrusionOk="0">
                    <a:moveTo>
                      <a:pt x="8348" y="0"/>
                    </a:moveTo>
                    <a:cubicBezTo>
                      <a:pt x="7820" y="0"/>
                      <a:pt x="7462" y="1564"/>
                      <a:pt x="7179" y="2563"/>
                    </a:cubicBezTo>
                    <a:cubicBezTo>
                      <a:pt x="5201" y="9422"/>
                      <a:pt x="0" y="12795"/>
                      <a:pt x="1301" y="14754"/>
                    </a:cubicBezTo>
                    <a:cubicBezTo>
                      <a:pt x="1489" y="15018"/>
                      <a:pt x="1753" y="15206"/>
                      <a:pt x="2073" y="15301"/>
                    </a:cubicBezTo>
                    <a:cubicBezTo>
                      <a:pt x="2197" y="15337"/>
                      <a:pt x="2328" y="15355"/>
                      <a:pt x="2465" y="15355"/>
                    </a:cubicBezTo>
                    <a:cubicBezTo>
                      <a:pt x="5235" y="15355"/>
                      <a:pt x="10557" y="8146"/>
                      <a:pt x="9516" y="2563"/>
                    </a:cubicBezTo>
                    <a:cubicBezTo>
                      <a:pt x="9365" y="1753"/>
                      <a:pt x="8894" y="0"/>
                      <a:pt x="8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0"/>
              <p:cNvSpPr/>
              <p:nvPr/>
            </p:nvSpPr>
            <p:spPr>
              <a:xfrm>
                <a:off x="4867019" y="8964408"/>
                <a:ext cx="156509" cy="155900"/>
              </a:xfrm>
              <a:custGeom>
                <a:avLst/>
                <a:gdLst/>
                <a:ahLst/>
                <a:cxnLst/>
                <a:rect l="l" t="t" r="r" b="b"/>
                <a:pathLst>
                  <a:path w="4881" h="4862" extrusionOk="0">
                    <a:moveTo>
                      <a:pt x="2431" y="0"/>
                    </a:moveTo>
                    <a:cubicBezTo>
                      <a:pt x="1093" y="0"/>
                      <a:pt x="0" y="1074"/>
                      <a:pt x="0" y="2431"/>
                    </a:cubicBezTo>
                    <a:cubicBezTo>
                      <a:pt x="0" y="3769"/>
                      <a:pt x="1093" y="4862"/>
                      <a:pt x="2431" y="4862"/>
                    </a:cubicBezTo>
                    <a:cubicBezTo>
                      <a:pt x="3788" y="4862"/>
                      <a:pt x="4881" y="3769"/>
                      <a:pt x="4881" y="2431"/>
                    </a:cubicBezTo>
                    <a:cubicBezTo>
                      <a:pt x="4881" y="1074"/>
                      <a:pt x="3788" y="0"/>
                      <a:pt x="2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0"/>
              <p:cNvSpPr/>
              <p:nvPr/>
            </p:nvSpPr>
            <p:spPr>
              <a:xfrm>
                <a:off x="5004161" y="8928752"/>
                <a:ext cx="322670" cy="203645"/>
              </a:xfrm>
              <a:custGeom>
                <a:avLst/>
                <a:gdLst/>
                <a:ahLst/>
                <a:cxnLst/>
                <a:rect l="l" t="t" r="r" b="b"/>
                <a:pathLst>
                  <a:path w="10063" h="6351" extrusionOk="0">
                    <a:moveTo>
                      <a:pt x="5032" y="0"/>
                    </a:moveTo>
                    <a:cubicBezTo>
                      <a:pt x="2262" y="0"/>
                      <a:pt x="1" y="1414"/>
                      <a:pt x="1" y="3185"/>
                    </a:cubicBezTo>
                    <a:cubicBezTo>
                      <a:pt x="1" y="4937"/>
                      <a:pt x="2262" y="6350"/>
                      <a:pt x="5032" y="6350"/>
                    </a:cubicBezTo>
                    <a:cubicBezTo>
                      <a:pt x="7820" y="6350"/>
                      <a:pt x="10063" y="4937"/>
                      <a:pt x="10063" y="3185"/>
                    </a:cubicBezTo>
                    <a:cubicBezTo>
                      <a:pt x="10063" y="1432"/>
                      <a:pt x="7820" y="0"/>
                      <a:pt x="50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0"/>
              <p:cNvSpPr/>
              <p:nvPr/>
            </p:nvSpPr>
            <p:spPr>
              <a:xfrm>
                <a:off x="4673700" y="9049925"/>
                <a:ext cx="577010" cy="283871"/>
              </a:xfrm>
              <a:custGeom>
                <a:avLst/>
                <a:gdLst/>
                <a:ahLst/>
                <a:cxnLst/>
                <a:rect l="l" t="t" r="r" b="b"/>
                <a:pathLst>
                  <a:path w="17995" h="8853" extrusionOk="0">
                    <a:moveTo>
                      <a:pt x="13224" y="1"/>
                    </a:moveTo>
                    <a:cubicBezTo>
                      <a:pt x="12495" y="1"/>
                      <a:pt x="11738" y="81"/>
                      <a:pt x="10966" y="273"/>
                    </a:cubicBezTo>
                    <a:cubicBezTo>
                      <a:pt x="10156" y="480"/>
                      <a:pt x="9892" y="668"/>
                      <a:pt x="8856" y="1102"/>
                    </a:cubicBezTo>
                    <a:cubicBezTo>
                      <a:pt x="3636" y="3231"/>
                      <a:pt x="716" y="2458"/>
                      <a:pt x="395" y="3495"/>
                    </a:cubicBezTo>
                    <a:cubicBezTo>
                      <a:pt x="0" y="4835"/>
                      <a:pt x="4100" y="8852"/>
                      <a:pt x="8867" y="8852"/>
                    </a:cubicBezTo>
                    <a:cubicBezTo>
                      <a:pt x="9329" y="8852"/>
                      <a:pt x="9798" y="8814"/>
                      <a:pt x="10269" y="8733"/>
                    </a:cubicBezTo>
                    <a:cubicBezTo>
                      <a:pt x="13849" y="8111"/>
                      <a:pt x="16845" y="5115"/>
                      <a:pt x="17994" y="1045"/>
                    </a:cubicBezTo>
                    <a:cubicBezTo>
                      <a:pt x="16737" y="518"/>
                      <a:pt x="15073" y="1"/>
                      <a:pt x="1322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0"/>
              <p:cNvSpPr/>
              <p:nvPr/>
            </p:nvSpPr>
            <p:spPr>
              <a:xfrm>
                <a:off x="4515138" y="8940006"/>
                <a:ext cx="316866" cy="243149"/>
              </a:xfrm>
              <a:custGeom>
                <a:avLst/>
                <a:gdLst/>
                <a:ahLst/>
                <a:cxnLst/>
                <a:rect l="l" t="t" r="r" b="b"/>
                <a:pathLst>
                  <a:path w="9882" h="7583" extrusionOk="0">
                    <a:moveTo>
                      <a:pt x="521" y="1"/>
                    </a:moveTo>
                    <a:cubicBezTo>
                      <a:pt x="226" y="1"/>
                      <a:pt x="0" y="425"/>
                      <a:pt x="328" y="648"/>
                    </a:cubicBezTo>
                    <a:lnTo>
                      <a:pt x="9184" y="7507"/>
                    </a:lnTo>
                    <a:cubicBezTo>
                      <a:pt x="9241" y="7563"/>
                      <a:pt x="9316" y="7582"/>
                      <a:pt x="9391" y="7582"/>
                    </a:cubicBezTo>
                    <a:cubicBezTo>
                      <a:pt x="9731" y="7582"/>
                      <a:pt x="9881" y="7149"/>
                      <a:pt x="9618" y="6942"/>
                    </a:cubicBezTo>
                    <a:lnTo>
                      <a:pt x="761" y="102"/>
                    </a:lnTo>
                    <a:cubicBezTo>
                      <a:pt x="683" y="31"/>
                      <a:pt x="600" y="1"/>
                      <a:pt x="5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0"/>
              <p:cNvSpPr/>
              <p:nvPr/>
            </p:nvSpPr>
            <p:spPr>
              <a:xfrm>
                <a:off x="4630668" y="9134320"/>
                <a:ext cx="183219" cy="85678"/>
              </a:xfrm>
              <a:custGeom>
                <a:avLst/>
                <a:gdLst/>
                <a:ahLst/>
                <a:cxnLst/>
                <a:rect l="l" t="t" r="r" b="b"/>
                <a:pathLst>
                  <a:path w="5714" h="2672" extrusionOk="0">
                    <a:moveTo>
                      <a:pt x="511" y="0"/>
                    </a:moveTo>
                    <a:cubicBezTo>
                      <a:pt x="171" y="0"/>
                      <a:pt x="1" y="526"/>
                      <a:pt x="381" y="674"/>
                    </a:cubicBezTo>
                    <a:lnTo>
                      <a:pt x="5091" y="2653"/>
                    </a:lnTo>
                    <a:cubicBezTo>
                      <a:pt x="5129" y="2672"/>
                      <a:pt x="5167" y="2672"/>
                      <a:pt x="5223" y="2672"/>
                    </a:cubicBezTo>
                    <a:cubicBezTo>
                      <a:pt x="5600" y="2672"/>
                      <a:pt x="5713" y="2144"/>
                      <a:pt x="5355" y="1993"/>
                    </a:cubicBezTo>
                    <a:lnTo>
                      <a:pt x="663" y="34"/>
                    </a:lnTo>
                    <a:cubicBezTo>
                      <a:pt x="610" y="10"/>
                      <a:pt x="559" y="0"/>
                      <a:pt x="5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0"/>
              <p:cNvSpPr/>
              <p:nvPr/>
            </p:nvSpPr>
            <p:spPr>
              <a:xfrm>
                <a:off x="4271284" y="8723022"/>
                <a:ext cx="111811" cy="95810"/>
              </a:xfrm>
              <a:custGeom>
                <a:avLst/>
                <a:gdLst/>
                <a:ahLst/>
                <a:cxnLst/>
                <a:rect l="l" t="t" r="r" b="b"/>
                <a:pathLst>
                  <a:path w="3487" h="2988" extrusionOk="0">
                    <a:moveTo>
                      <a:pt x="1489" y="707"/>
                    </a:moveTo>
                    <a:cubicBezTo>
                      <a:pt x="2167" y="707"/>
                      <a:pt x="2525" y="1555"/>
                      <a:pt x="2035" y="2045"/>
                    </a:cubicBezTo>
                    <a:cubicBezTo>
                      <a:pt x="1878" y="2202"/>
                      <a:pt x="1684" y="2272"/>
                      <a:pt x="1493" y="2272"/>
                    </a:cubicBezTo>
                    <a:cubicBezTo>
                      <a:pt x="1089" y="2272"/>
                      <a:pt x="698" y="1959"/>
                      <a:pt x="698" y="1499"/>
                    </a:cubicBezTo>
                    <a:lnTo>
                      <a:pt x="716" y="1499"/>
                    </a:lnTo>
                    <a:cubicBezTo>
                      <a:pt x="716" y="1065"/>
                      <a:pt x="1056" y="726"/>
                      <a:pt x="1489" y="707"/>
                    </a:cubicBezTo>
                    <a:close/>
                    <a:moveTo>
                      <a:pt x="1496" y="1"/>
                    </a:moveTo>
                    <a:cubicBezTo>
                      <a:pt x="731" y="1"/>
                      <a:pt x="0" y="595"/>
                      <a:pt x="0" y="1499"/>
                    </a:cubicBezTo>
                    <a:cubicBezTo>
                      <a:pt x="0" y="2309"/>
                      <a:pt x="660" y="2987"/>
                      <a:pt x="1489" y="2987"/>
                    </a:cubicBezTo>
                    <a:cubicBezTo>
                      <a:pt x="2808" y="2987"/>
                      <a:pt x="3486" y="1385"/>
                      <a:pt x="2544" y="443"/>
                    </a:cubicBezTo>
                    <a:cubicBezTo>
                      <a:pt x="2238" y="138"/>
                      <a:pt x="1863" y="1"/>
                      <a:pt x="14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0"/>
              <p:cNvSpPr/>
              <p:nvPr/>
            </p:nvSpPr>
            <p:spPr>
              <a:xfrm>
                <a:off x="4723208" y="8847018"/>
                <a:ext cx="152886" cy="131306"/>
              </a:xfrm>
              <a:custGeom>
                <a:avLst/>
                <a:gdLst/>
                <a:ahLst/>
                <a:cxnLst/>
                <a:rect l="l" t="t" r="r" b="b"/>
                <a:pathLst>
                  <a:path w="4768" h="4095" extrusionOk="0">
                    <a:moveTo>
                      <a:pt x="2036" y="722"/>
                    </a:moveTo>
                    <a:cubicBezTo>
                      <a:pt x="3223" y="722"/>
                      <a:pt x="3807" y="2154"/>
                      <a:pt x="2978" y="3002"/>
                    </a:cubicBezTo>
                    <a:cubicBezTo>
                      <a:pt x="2704" y="3270"/>
                      <a:pt x="2369" y="3390"/>
                      <a:pt x="2040" y="3390"/>
                    </a:cubicBezTo>
                    <a:cubicBezTo>
                      <a:pt x="1354" y="3390"/>
                      <a:pt x="698" y="2863"/>
                      <a:pt x="698" y="2060"/>
                    </a:cubicBezTo>
                    <a:cubicBezTo>
                      <a:pt x="717" y="1325"/>
                      <a:pt x="1301" y="722"/>
                      <a:pt x="2036" y="722"/>
                    </a:cubicBezTo>
                    <a:close/>
                    <a:moveTo>
                      <a:pt x="2060" y="0"/>
                    </a:moveTo>
                    <a:cubicBezTo>
                      <a:pt x="1010" y="0"/>
                      <a:pt x="1" y="823"/>
                      <a:pt x="1" y="2060"/>
                    </a:cubicBezTo>
                    <a:cubicBezTo>
                      <a:pt x="1" y="3190"/>
                      <a:pt x="905" y="4095"/>
                      <a:pt x="2036" y="4095"/>
                    </a:cubicBezTo>
                    <a:cubicBezTo>
                      <a:pt x="3863" y="4095"/>
                      <a:pt x="4768" y="1890"/>
                      <a:pt x="3487" y="609"/>
                    </a:cubicBezTo>
                    <a:cubicBezTo>
                      <a:pt x="3072" y="188"/>
                      <a:pt x="2561" y="0"/>
                      <a:pt x="20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0"/>
              <p:cNvSpPr/>
              <p:nvPr/>
            </p:nvSpPr>
            <p:spPr>
              <a:xfrm>
                <a:off x="4933458" y="9002533"/>
                <a:ext cx="73750" cy="63393"/>
              </a:xfrm>
              <a:custGeom>
                <a:avLst/>
                <a:gdLst/>
                <a:ahLst/>
                <a:cxnLst/>
                <a:rect l="l" t="t" r="r" b="b"/>
                <a:pathLst>
                  <a:path w="2300" h="1977" extrusionOk="0">
                    <a:moveTo>
                      <a:pt x="981" y="714"/>
                    </a:moveTo>
                    <a:cubicBezTo>
                      <a:pt x="1226" y="714"/>
                      <a:pt x="1339" y="1016"/>
                      <a:pt x="1169" y="1185"/>
                    </a:cubicBezTo>
                    <a:cubicBezTo>
                      <a:pt x="1116" y="1238"/>
                      <a:pt x="1053" y="1262"/>
                      <a:pt x="990" y="1262"/>
                    </a:cubicBezTo>
                    <a:cubicBezTo>
                      <a:pt x="851" y="1262"/>
                      <a:pt x="717" y="1147"/>
                      <a:pt x="717" y="978"/>
                    </a:cubicBezTo>
                    <a:cubicBezTo>
                      <a:pt x="717" y="846"/>
                      <a:pt x="849" y="714"/>
                      <a:pt x="981" y="714"/>
                    </a:cubicBezTo>
                    <a:close/>
                    <a:moveTo>
                      <a:pt x="1009" y="1"/>
                    </a:moveTo>
                    <a:cubicBezTo>
                      <a:pt x="496" y="1"/>
                      <a:pt x="1" y="389"/>
                      <a:pt x="1" y="978"/>
                    </a:cubicBezTo>
                    <a:cubicBezTo>
                      <a:pt x="1" y="1524"/>
                      <a:pt x="453" y="1977"/>
                      <a:pt x="1000" y="1977"/>
                    </a:cubicBezTo>
                    <a:cubicBezTo>
                      <a:pt x="1866" y="1977"/>
                      <a:pt x="2300" y="903"/>
                      <a:pt x="1697" y="281"/>
                    </a:cubicBezTo>
                    <a:cubicBezTo>
                      <a:pt x="1497" y="87"/>
                      <a:pt x="1251" y="1"/>
                      <a:pt x="10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0"/>
              <p:cNvSpPr/>
              <p:nvPr/>
            </p:nvSpPr>
            <p:spPr>
              <a:xfrm>
                <a:off x="4932272" y="8722926"/>
                <a:ext cx="55601" cy="47552"/>
              </a:xfrm>
              <a:custGeom>
                <a:avLst/>
                <a:gdLst/>
                <a:ahLst/>
                <a:cxnLst/>
                <a:rect l="l" t="t" r="r" b="b"/>
                <a:pathLst>
                  <a:path w="1734" h="1483" extrusionOk="0">
                    <a:moveTo>
                      <a:pt x="753" y="1"/>
                    </a:moveTo>
                    <a:cubicBezTo>
                      <a:pt x="373" y="1"/>
                      <a:pt x="0" y="301"/>
                      <a:pt x="0" y="748"/>
                    </a:cubicBezTo>
                    <a:cubicBezTo>
                      <a:pt x="0" y="1143"/>
                      <a:pt x="339" y="1483"/>
                      <a:pt x="754" y="1483"/>
                    </a:cubicBezTo>
                    <a:cubicBezTo>
                      <a:pt x="1395" y="1483"/>
                      <a:pt x="1734" y="691"/>
                      <a:pt x="1263" y="220"/>
                    </a:cubicBezTo>
                    <a:cubicBezTo>
                      <a:pt x="1117" y="69"/>
                      <a:pt x="934" y="1"/>
                      <a:pt x="75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0"/>
              <p:cNvSpPr/>
              <p:nvPr/>
            </p:nvSpPr>
            <p:spPr>
              <a:xfrm>
                <a:off x="4804781" y="8694934"/>
                <a:ext cx="68908" cy="87634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2733" extrusionOk="0">
                    <a:moveTo>
                      <a:pt x="1074" y="716"/>
                    </a:moveTo>
                    <a:cubicBezTo>
                      <a:pt x="1225" y="716"/>
                      <a:pt x="1414" y="999"/>
                      <a:pt x="1414" y="1376"/>
                    </a:cubicBezTo>
                    <a:cubicBezTo>
                      <a:pt x="1414" y="1734"/>
                      <a:pt x="1225" y="2016"/>
                      <a:pt x="1074" y="2016"/>
                    </a:cubicBezTo>
                    <a:cubicBezTo>
                      <a:pt x="905" y="2016"/>
                      <a:pt x="716" y="1734"/>
                      <a:pt x="716" y="1376"/>
                    </a:cubicBezTo>
                    <a:cubicBezTo>
                      <a:pt x="716" y="999"/>
                      <a:pt x="905" y="716"/>
                      <a:pt x="1074" y="716"/>
                    </a:cubicBezTo>
                    <a:close/>
                    <a:moveTo>
                      <a:pt x="1074" y="0"/>
                    </a:moveTo>
                    <a:cubicBezTo>
                      <a:pt x="472" y="0"/>
                      <a:pt x="0" y="603"/>
                      <a:pt x="0" y="1376"/>
                    </a:cubicBezTo>
                    <a:cubicBezTo>
                      <a:pt x="0" y="2130"/>
                      <a:pt x="472" y="2733"/>
                      <a:pt x="1074" y="2733"/>
                    </a:cubicBezTo>
                    <a:cubicBezTo>
                      <a:pt x="1677" y="2733"/>
                      <a:pt x="2149" y="2130"/>
                      <a:pt x="2149" y="1376"/>
                    </a:cubicBezTo>
                    <a:cubicBezTo>
                      <a:pt x="2149" y="603"/>
                      <a:pt x="1677" y="0"/>
                      <a:pt x="107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0"/>
              <p:cNvSpPr/>
              <p:nvPr/>
            </p:nvSpPr>
            <p:spPr>
              <a:xfrm>
                <a:off x="5154001" y="8795746"/>
                <a:ext cx="67112" cy="5691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1775" extrusionOk="0">
                    <a:moveTo>
                      <a:pt x="896" y="719"/>
                    </a:moveTo>
                    <a:cubicBezTo>
                      <a:pt x="985" y="719"/>
                      <a:pt x="1075" y="776"/>
                      <a:pt x="1075" y="889"/>
                    </a:cubicBezTo>
                    <a:cubicBezTo>
                      <a:pt x="1075" y="992"/>
                      <a:pt x="985" y="1044"/>
                      <a:pt x="896" y="1044"/>
                    </a:cubicBezTo>
                    <a:cubicBezTo>
                      <a:pt x="806" y="1044"/>
                      <a:pt x="717" y="992"/>
                      <a:pt x="717" y="889"/>
                    </a:cubicBezTo>
                    <a:cubicBezTo>
                      <a:pt x="717" y="776"/>
                      <a:pt x="806" y="719"/>
                      <a:pt x="896" y="719"/>
                    </a:cubicBezTo>
                    <a:close/>
                    <a:moveTo>
                      <a:pt x="896" y="1"/>
                    </a:moveTo>
                    <a:cubicBezTo>
                      <a:pt x="438" y="1"/>
                      <a:pt x="1" y="355"/>
                      <a:pt x="1" y="889"/>
                    </a:cubicBezTo>
                    <a:cubicBezTo>
                      <a:pt x="1" y="1379"/>
                      <a:pt x="396" y="1774"/>
                      <a:pt x="905" y="1774"/>
                    </a:cubicBezTo>
                    <a:cubicBezTo>
                      <a:pt x="1696" y="1774"/>
                      <a:pt x="2092" y="813"/>
                      <a:pt x="1527" y="267"/>
                    </a:cubicBezTo>
                    <a:cubicBezTo>
                      <a:pt x="1343" y="83"/>
                      <a:pt x="1117" y="1"/>
                      <a:pt x="8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0"/>
              <p:cNvSpPr/>
              <p:nvPr/>
            </p:nvSpPr>
            <p:spPr>
              <a:xfrm>
                <a:off x="5201746" y="8901240"/>
                <a:ext cx="89429" cy="77084"/>
              </a:xfrm>
              <a:custGeom>
                <a:avLst/>
                <a:gdLst/>
                <a:ahLst/>
                <a:cxnLst/>
                <a:rect l="l" t="t" r="r" b="b"/>
                <a:pathLst>
                  <a:path w="2789" h="2404" extrusionOk="0">
                    <a:moveTo>
                      <a:pt x="1187" y="727"/>
                    </a:moveTo>
                    <a:cubicBezTo>
                      <a:pt x="1621" y="727"/>
                      <a:pt x="1828" y="1235"/>
                      <a:pt x="1526" y="1556"/>
                    </a:cubicBezTo>
                    <a:cubicBezTo>
                      <a:pt x="1428" y="1654"/>
                      <a:pt x="1306" y="1698"/>
                      <a:pt x="1186" y="1698"/>
                    </a:cubicBezTo>
                    <a:cubicBezTo>
                      <a:pt x="937" y="1698"/>
                      <a:pt x="697" y="1509"/>
                      <a:pt x="697" y="1216"/>
                    </a:cubicBezTo>
                    <a:cubicBezTo>
                      <a:pt x="697" y="934"/>
                      <a:pt x="923" y="727"/>
                      <a:pt x="1187" y="727"/>
                    </a:cubicBezTo>
                    <a:close/>
                    <a:moveTo>
                      <a:pt x="1208" y="0"/>
                    </a:moveTo>
                    <a:cubicBezTo>
                      <a:pt x="592" y="0"/>
                      <a:pt x="0" y="486"/>
                      <a:pt x="0" y="1216"/>
                    </a:cubicBezTo>
                    <a:cubicBezTo>
                      <a:pt x="0" y="1876"/>
                      <a:pt x="528" y="2404"/>
                      <a:pt x="1187" y="2404"/>
                    </a:cubicBezTo>
                    <a:cubicBezTo>
                      <a:pt x="2261" y="2404"/>
                      <a:pt x="2789" y="1122"/>
                      <a:pt x="2035" y="350"/>
                    </a:cubicBezTo>
                    <a:cubicBezTo>
                      <a:pt x="1794" y="108"/>
                      <a:pt x="1498" y="0"/>
                      <a:pt x="1208" y="0"/>
                    </a:cubicBezTo>
                    <a:close/>
                  </a:path>
                </a:pathLst>
              </a:custGeom>
              <a:solidFill>
                <a:srgbClr val="889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0"/>
              <p:cNvSpPr/>
              <p:nvPr/>
            </p:nvSpPr>
            <p:spPr>
              <a:xfrm>
                <a:off x="4628552" y="8701924"/>
                <a:ext cx="57845" cy="273995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8545" extrusionOk="0">
                    <a:moveTo>
                      <a:pt x="390" y="0"/>
                    </a:moveTo>
                    <a:cubicBezTo>
                      <a:pt x="198" y="0"/>
                      <a:pt x="1" y="145"/>
                      <a:pt x="32" y="404"/>
                    </a:cubicBezTo>
                    <a:lnTo>
                      <a:pt x="1068" y="8224"/>
                    </a:lnTo>
                    <a:cubicBezTo>
                      <a:pt x="1106" y="8412"/>
                      <a:pt x="1257" y="8544"/>
                      <a:pt x="1426" y="8544"/>
                    </a:cubicBezTo>
                    <a:lnTo>
                      <a:pt x="1483" y="8544"/>
                    </a:lnTo>
                    <a:cubicBezTo>
                      <a:pt x="1671" y="8506"/>
                      <a:pt x="1803" y="8337"/>
                      <a:pt x="1784" y="8130"/>
                    </a:cubicBezTo>
                    <a:lnTo>
                      <a:pt x="729" y="310"/>
                    </a:lnTo>
                    <a:cubicBezTo>
                      <a:pt x="704" y="98"/>
                      <a:pt x="548" y="0"/>
                      <a:pt x="3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0"/>
              <p:cNvSpPr/>
              <p:nvPr/>
            </p:nvSpPr>
            <p:spPr>
              <a:xfrm>
                <a:off x="4689989" y="8747456"/>
                <a:ext cx="44731" cy="245361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7652" extrusionOk="0">
                    <a:moveTo>
                      <a:pt x="1021" y="0"/>
                    </a:moveTo>
                    <a:cubicBezTo>
                      <a:pt x="829" y="0"/>
                      <a:pt x="678" y="144"/>
                      <a:pt x="660" y="322"/>
                    </a:cubicBezTo>
                    <a:lnTo>
                      <a:pt x="19" y="7256"/>
                    </a:lnTo>
                    <a:cubicBezTo>
                      <a:pt x="0" y="7463"/>
                      <a:pt x="132" y="7633"/>
                      <a:pt x="340" y="7652"/>
                    </a:cubicBezTo>
                    <a:lnTo>
                      <a:pt x="377" y="7652"/>
                    </a:lnTo>
                    <a:cubicBezTo>
                      <a:pt x="547" y="7652"/>
                      <a:pt x="698" y="7501"/>
                      <a:pt x="716" y="7331"/>
                    </a:cubicBezTo>
                    <a:lnTo>
                      <a:pt x="1376" y="397"/>
                    </a:lnTo>
                    <a:cubicBezTo>
                      <a:pt x="1395" y="190"/>
                      <a:pt x="1244" y="20"/>
                      <a:pt x="1056" y="2"/>
                    </a:cubicBezTo>
                    <a:cubicBezTo>
                      <a:pt x="1044" y="1"/>
                      <a:pt x="1032" y="0"/>
                      <a:pt x="10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30"/>
              <p:cNvSpPr/>
              <p:nvPr/>
            </p:nvSpPr>
            <p:spPr>
              <a:xfrm>
                <a:off x="4885713" y="8787954"/>
                <a:ext cx="33893" cy="204863"/>
              </a:xfrm>
              <a:custGeom>
                <a:avLst/>
                <a:gdLst/>
                <a:ahLst/>
                <a:cxnLst/>
                <a:rect l="l" t="t" r="r" b="b"/>
                <a:pathLst>
                  <a:path w="1057" h="6389" extrusionOk="0">
                    <a:moveTo>
                      <a:pt x="396" y="1"/>
                    </a:moveTo>
                    <a:cubicBezTo>
                      <a:pt x="198" y="1"/>
                      <a:pt x="0" y="142"/>
                      <a:pt x="39" y="416"/>
                    </a:cubicBezTo>
                    <a:lnTo>
                      <a:pt x="341" y="6050"/>
                    </a:lnTo>
                    <a:cubicBezTo>
                      <a:pt x="341" y="6238"/>
                      <a:pt x="510" y="6389"/>
                      <a:pt x="699" y="6389"/>
                    </a:cubicBezTo>
                    <a:cubicBezTo>
                      <a:pt x="887" y="6389"/>
                      <a:pt x="1057" y="6219"/>
                      <a:pt x="1038" y="6012"/>
                    </a:cubicBezTo>
                    <a:lnTo>
                      <a:pt x="755" y="378"/>
                    </a:lnTo>
                    <a:cubicBezTo>
                      <a:pt x="764" y="124"/>
                      <a:pt x="581" y="1"/>
                      <a:pt x="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30"/>
              <p:cNvSpPr/>
              <p:nvPr/>
            </p:nvSpPr>
            <p:spPr>
              <a:xfrm>
                <a:off x="4854193" y="8955943"/>
                <a:ext cx="56338" cy="209737"/>
              </a:xfrm>
              <a:custGeom>
                <a:avLst/>
                <a:gdLst/>
                <a:ahLst/>
                <a:cxnLst/>
                <a:rect l="l" t="t" r="r" b="b"/>
                <a:pathLst>
                  <a:path w="1757" h="6541" extrusionOk="0">
                    <a:moveTo>
                      <a:pt x="408" y="0"/>
                    </a:moveTo>
                    <a:cubicBezTo>
                      <a:pt x="205" y="0"/>
                      <a:pt x="0" y="151"/>
                      <a:pt x="42" y="415"/>
                    </a:cubicBezTo>
                    <a:lnTo>
                      <a:pt x="1022" y="6256"/>
                    </a:lnTo>
                    <a:cubicBezTo>
                      <a:pt x="1057" y="6415"/>
                      <a:pt x="1192" y="6541"/>
                      <a:pt x="1348" y="6541"/>
                    </a:cubicBezTo>
                    <a:cubicBezTo>
                      <a:pt x="1358" y="6541"/>
                      <a:pt x="1369" y="6540"/>
                      <a:pt x="1380" y="6539"/>
                    </a:cubicBezTo>
                    <a:lnTo>
                      <a:pt x="1437" y="6539"/>
                    </a:lnTo>
                    <a:cubicBezTo>
                      <a:pt x="1625" y="6520"/>
                      <a:pt x="1757" y="6331"/>
                      <a:pt x="1738" y="6143"/>
                    </a:cubicBezTo>
                    <a:lnTo>
                      <a:pt x="758" y="302"/>
                    </a:lnTo>
                    <a:cubicBezTo>
                      <a:pt x="725" y="94"/>
                      <a:pt x="567" y="0"/>
                      <a:pt x="4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30"/>
              <p:cNvSpPr/>
              <p:nvPr/>
            </p:nvSpPr>
            <p:spPr>
              <a:xfrm>
                <a:off x="4825816" y="8955045"/>
                <a:ext cx="69613" cy="188831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5889" extrusionOk="0">
                    <a:moveTo>
                      <a:pt x="428" y="0"/>
                    </a:moveTo>
                    <a:cubicBezTo>
                      <a:pt x="217" y="0"/>
                      <a:pt x="1" y="181"/>
                      <a:pt x="79" y="462"/>
                    </a:cubicBezTo>
                    <a:lnTo>
                      <a:pt x="1436" y="5625"/>
                    </a:lnTo>
                    <a:cubicBezTo>
                      <a:pt x="1474" y="5775"/>
                      <a:pt x="1606" y="5888"/>
                      <a:pt x="1775" y="5888"/>
                    </a:cubicBezTo>
                    <a:cubicBezTo>
                      <a:pt x="1813" y="5888"/>
                      <a:pt x="1832" y="5888"/>
                      <a:pt x="1869" y="5870"/>
                    </a:cubicBezTo>
                    <a:cubicBezTo>
                      <a:pt x="2058" y="5832"/>
                      <a:pt x="2171" y="5625"/>
                      <a:pt x="2114" y="5436"/>
                    </a:cubicBezTo>
                    <a:lnTo>
                      <a:pt x="758" y="273"/>
                    </a:lnTo>
                    <a:cubicBezTo>
                      <a:pt x="712" y="83"/>
                      <a:pt x="571" y="0"/>
                      <a:pt x="4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0"/>
              <p:cNvSpPr/>
              <p:nvPr/>
            </p:nvSpPr>
            <p:spPr>
              <a:xfrm>
                <a:off x="4891164" y="8613296"/>
                <a:ext cx="76186" cy="374680"/>
              </a:xfrm>
              <a:custGeom>
                <a:avLst/>
                <a:gdLst/>
                <a:ahLst/>
                <a:cxnLst/>
                <a:rect l="l" t="t" r="r" b="b"/>
                <a:pathLst>
                  <a:path w="2376" h="11685" extrusionOk="0">
                    <a:moveTo>
                      <a:pt x="357" y="1"/>
                    </a:moveTo>
                    <a:cubicBezTo>
                      <a:pt x="345" y="1"/>
                      <a:pt x="333" y="1"/>
                      <a:pt x="321" y="3"/>
                    </a:cubicBezTo>
                    <a:cubicBezTo>
                      <a:pt x="133" y="40"/>
                      <a:pt x="1" y="210"/>
                      <a:pt x="20" y="417"/>
                    </a:cubicBezTo>
                    <a:lnTo>
                      <a:pt x="1659" y="11384"/>
                    </a:lnTo>
                    <a:cubicBezTo>
                      <a:pt x="1678" y="11553"/>
                      <a:pt x="1829" y="11685"/>
                      <a:pt x="1998" y="11685"/>
                    </a:cubicBezTo>
                    <a:lnTo>
                      <a:pt x="2055" y="11685"/>
                    </a:lnTo>
                    <a:cubicBezTo>
                      <a:pt x="2243" y="11647"/>
                      <a:pt x="2375" y="11478"/>
                      <a:pt x="2356" y="11270"/>
                    </a:cubicBezTo>
                    <a:lnTo>
                      <a:pt x="736" y="304"/>
                    </a:lnTo>
                    <a:cubicBezTo>
                      <a:pt x="701" y="128"/>
                      <a:pt x="533" y="1"/>
                      <a:pt x="35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30"/>
              <p:cNvSpPr/>
              <p:nvPr/>
            </p:nvSpPr>
            <p:spPr>
              <a:xfrm>
                <a:off x="4973347" y="8597007"/>
                <a:ext cx="42935" cy="407290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12702" extrusionOk="0">
                    <a:moveTo>
                      <a:pt x="949" y="0"/>
                    </a:moveTo>
                    <a:cubicBezTo>
                      <a:pt x="773" y="0"/>
                      <a:pt x="621" y="145"/>
                      <a:pt x="604" y="341"/>
                    </a:cubicBezTo>
                    <a:lnTo>
                      <a:pt x="19" y="12325"/>
                    </a:lnTo>
                    <a:cubicBezTo>
                      <a:pt x="1" y="12513"/>
                      <a:pt x="170" y="12683"/>
                      <a:pt x="359" y="12702"/>
                    </a:cubicBezTo>
                    <a:lnTo>
                      <a:pt x="377" y="12702"/>
                    </a:lnTo>
                    <a:cubicBezTo>
                      <a:pt x="566" y="12702"/>
                      <a:pt x="717" y="12551"/>
                      <a:pt x="735" y="12363"/>
                    </a:cubicBezTo>
                    <a:lnTo>
                      <a:pt x="1320" y="379"/>
                    </a:lnTo>
                    <a:cubicBezTo>
                      <a:pt x="1338" y="171"/>
                      <a:pt x="1188" y="2"/>
                      <a:pt x="980" y="2"/>
                    </a:cubicBezTo>
                    <a:cubicBezTo>
                      <a:pt x="970" y="1"/>
                      <a:pt x="959" y="0"/>
                      <a:pt x="9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30"/>
              <p:cNvSpPr/>
              <p:nvPr/>
            </p:nvSpPr>
            <p:spPr>
              <a:xfrm>
                <a:off x="5012017" y="8646195"/>
                <a:ext cx="36330" cy="379265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11828" extrusionOk="0">
                    <a:moveTo>
                      <a:pt x="732" y="1"/>
                    </a:moveTo>
                    <a:cubicBezTo>
                      <a:pt x="548" y="1"/>
                      <a:pt x="369" y="96"/>
                      <a:pt x="396" y="296"/>
                    </a:cubicBezTo>
                    <a:lnTo>
                      <a:pt x="1" y="11469"/>
                    </a:lnTo>
                    <a:cubicBezTo>
                      <a:pt x="1" y="11658"/>
                      <a:pt x="151" y="11827"/>
                      <a:pt x="340" y="11827"/>
                    </a:cubicBezTo>
                    <a:lnTo>
                      <a:pt x="359" y="11827"/>
                    </a:lnTo>
                    <a:cubicBezTo>
                      <a:pt x="547" y="11827"/>
                      <a:pt x="698" y="11677"/>
                      <a:pt x="717" y="11488"/>
                    </a:cubicBezTo>
                    <a:lnTo>
                      <a:pt x="1093" y="314"/>
                    </a:lnTo>
                    <a:cubicBezTo>
                      <a:pt x="1132" y="110"/>
                      <a:pt x="929" y="1"/>
                      <a:pt x="7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30"/>
              <p:cNvSpPr/>
              <p:nvPr/>
            </p:nvSpPr>
            <p:spPr>
              <a:xfrm>
                <a:off x="5023497" y="8989515"/>
                <a:ext cx="75096" cy="176101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5492" extrusionOk="0">
                    <a:moveTo>
                      <a:pt x="1907" y="1"/>
                    </a:moveTo>
                    <a:cubicBezTo>
                      <a:pt x="1770" y="1"/>
                      <a:pt x="1635" y="77"/>
                      <a:pt x="1583" y="253"/>
                    </a:cubicBezTo>
                    <a:lnTo>
                      <a:pt x="57" y="5040"/>
                    </a:lnTo>
                    <a:cubicBezTo>
                      <a:pt x="1" y="5228"/>
                      <a:pt x="95" y="5416"/>
                      <a:pt x="283" y="5492"/>
                    </a:cubicBezTo>
                    <a:lnTo>
                      <a:pt x="377" y="5492"/>
                    </a:lnTo>
                    <a:cubicBezTo>
                      <a:pt x="528" y="5492"/>
                      <a:pt x="679" y="5398"/>
                      <a:pt x="717" y="5247"/>
                    </a:cubicBezTo>
                    <a:lnTo>
                      <a:pt x="2262" y="461"/>
                    </a:lnTo>
                    <a:cubicBezTo>
                      <a:pt x="2342" y="185"/>
                      <a:pt x="2122" y="1"/>
                      <a:pt x="19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30"/>
              <p:cNvSpPr/>
              <p:nvPr/>
            </p:nvSpPr>
            <p:spPr>
              <a:xfrm>
                <a:off x="4932753" y="9078944"/>
                <a:ext cx="35785" cy="109630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3419" extrusionOk="0">
                    <a:moveTo>
                      <a:pt x="394" y="0"/>
                    </a:moveTo>
                    <a:cubicBezTo>
                      <a:pt x="198" y="0"/>
                      <a:pt x="0" y="145"/>
                      <a:pt x="42" y="404"/>
                    </a:cubicBezTo>
                    <a:lnTo>
                      <a:pt x="381" y="3117"/>
                    </a:lnTo>
                    <a:cubicBezTo>
                      <a:pt x="400" y="3287"/>
                      <a:pt x="551" y="3419"/>
                      <a:pt x="720" y="3419"/>
                    </a:cubicBezTo>
                    <a:lnTo>
                      <a:pt x="777" y="3419"/>
                    </a:lnTo>
                    <a:cubicBezTo>
                      <a:pt x="965" y="3400"/>
                      <a:pt x="1116" y="3211"/>
                      <a:pt x="1078" y="3023"/>
                    </a:cubicBezTo>
                    <a:lnTo>
                      <a:pt x="739" y="310"/>
                    </a:lnTo>
                    <a:cubicBezTo>
                      <a:pt x="714" y="98"/>
                      <a:pt x="554" y="0"/>
                      <a:pt x="3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30"/>
              <p:cNvSpPr/>
              <p:nvPr/>
            </p:nvSpPr>
            <p:spPr>
              <a:xfrm>
                <a:off x="5102056" y="9016481"/>
                <a:ext cx="112965" cy="172093"/>
              </a:xfrm>
              <a:custGeom>
                <a:avLst/>
                <a:gdLst/>
                <a:ahLst/>
                <a:cxnLst/>
                <a:rect l="l" t="t" r="r" b="b"/>
                <a:pathLst>
                  <a:path w="3523" h="5367" extrusionOk="0">
                    <a:moveTo>
                      <a:pt x="3036" y="1"/>
                    </a:moveTo>
                    <a:cubicBezTo>
                      <a:pt x="2923" y="1"/>
                      <a:pt x="2809" y="55"/>
                      <a:pt x="2732" y="185"/>
                    </a:cubicBezTo>
                    <a:lnTo>
                      <a:pt x="94" y="4839"/>
                    </a:lnTo>
                    <a:cubicBezTo>
                      <a:pt x="0" y="5009"/>
                      <a:pt x="57" y="5216"/>
                      <a:pt x="226" y="5329"/>
                    </a:cubicBezTo>
                    <a:cubicBezTo>
                      <a:pt x="283" y="5348"/>
                      <a:pt x="339" y="5367"/>
                      <a:pt x="396" y="5367"/>
                    </a:cubicBezTo>
                    <a:cubicBezTo>
                      <a:pt x="528" y="5367"/>
                      <a:pt x="641" y="5291"/>
                      <a:pt x="716" y="5197"/>
                    </a:cubicBezTo>
                    <a:lnTo>
                      <a:pt x="3354" y="543"/>
                    </a:lnTo>
                    <a:cubicBezTo>
                      <a:pt x="3522" y="259"/>
                      <a:pt x="3282" y="1"/>
                      <a:pt x="3036" y="1"/>
                    </a:cubicBezTo>
                    <a:close/>
                  </a:path>
                </a:pathLst>
              </a:custGeom>
              <a:solidFill>
                <a:srgbClr val="889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30"/>
              <p:cNvSpPr/>
              <p:nvPr/>
            </p:nvSpPr>
            <p:spPr>
              <a:xfrm>
                <a:off x="5080893" y="8620575"/>
                <a:ext cx="45949" cy="355344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11082" extrusionOk="0">
                    <a:moveTo>
                      <a:pt x="1059" y="0"/>
                    </a:moveTo>
                    <a:cubicBezTo>
                      <a:pt x="867" y="0"/>
                      <a:pt x="716" y="144"/>
                      <a:pt x="698" y="322"/>
                    </a:cubicBezTo>
                    <a:lnTo>
                      <a:pt x="19" y="10685"/>
                    </a:lnTo>
                    <a:cubicBezTo>
                      <a:pt x="1" y="10893"/>
                      <a:pt x="151" y="11062"/>
                      <a:pt x="359" y="11081"/>
                    </a:cubicBezTo>
                    <a:lnTo>
                      <a:pt x="377" y="11081"/>
                    </a:lnTo>
                    <a:cubicBezTo>
                      <a:pt x="566" y="11081"/>
                      <a:pt x="717" y="10930"/>
                      <a:pt x="735" y="10742"/>
                    </a:cubicBezTo>
                    <a:lnTo>
                      <a:pt x="1414" y="379"/>
                    </a:lnTo>
                    <a:cubicBezTo>
                      <a:pt x="1433" y="171"/>
                      <a:pt x="1282" y="2"/>
                      <a:pt x="1093" y="2"/>
                    </a:cubicBezTo>
                    <a:cubicBezTo>
                      <a:pt x="1082" y="1"/>
                      <a:pt x="1070" y="0"/>
                      <a:pt x="10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30"/>
              <p:cNvSpPr/>
              <p:nvPr/>
            </p:nvSpPr>
            <p:spPr>
              <a:xfrm>
                <a:off x="5118954" y="8727351"/>
                <a:ext cx="139290" cy="309588"/>
              </a:xfrm>
              <a:custGeom>
                <a:avLst/>
                <a:gdLst/>
                <a:ahLst/>
                <a:cxnLst/>
                <a:rect l="l" t="t" r="r" b="b"/>
                <a:pathLst>
                  <a:path w="4344" h="9655" extrusionOk="0">
                    <a:moveTo>
                      <a:pt x="3898" y="1"/>
                    </a:moveTo>
                    <a:cubicBezTo>
                      <a:pt x="3773" y="1"/>
                      <a:pt x="3649" y="65"/>
                      <a:pt x="3581" y="214"/>
                    </a:cubicBezTo>
                    <a:lnTo>
                      <a:pt x="95" y="9164"/>
                    </a:lnTo>
                    <a:cubicBezTo>
                      <a:pt x="1" y="9409"/>
                      <a:pt x="170" y="9654"/>
                      <a:pt x="415" y="9654"/>
                    </a:cubicBezTo>
                    <a:cubicBezTo>
                      <a:pt x="566" y="9654"/>
                      <a:pt x="698" y="9560"/>
                      <a:pt x="754" y="9428"/>
                    </a:cubicBezTo>
                    <a:lnTo>
                      <a:pt x="4259" y="478"/>
                    </a:lnTo>
                    <a:cubicBezTo>
                      <a:pt x="4343" y="201"/>
                      <a:pt x="4120" y="1"/>
                      <a:pt x="38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30"/>
              <p:cNvSpPr/>
              <p:nvPr/>
            </p:nvSpPr>
            <p:spPr>
              <a:xfrm>
                <a:off x="5011408" y="8870682"/>
                <a:ext cx="36298" cy="148108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4619" extrusionOk="0">
                    <a:moveTo>
                      <a:pt x="372" y="1"/>
                    </a:moveTo>
                    <a:cubicBezTo>
                      <a:pt x="361" y="1"/>
                      <a:pt x="351" y="1"/>
                      <a:pt x="340" y="3"/>
                    </a:cubicBezTo>
                    <a:cubicBezTo>
                      <a:pt x="133" y="21"/>
                      <a:pt x="1" y="210"/>
                      <a:pt x="20" y="398"/>
                    </a:cubicBezTo>
                    <a:lnTo>
                      <a:pt x="396" y="4299"/>
                    </a:lnTo>
                    <a:cubicBezTo>
                      <a:pt x="415" y="4487"/>
                      <a:pt x="566" y="4619"/>
                      <a:pt x="754" y="4619"/>
                    </a:cubicBezTo>
                    <a:lnTo>
                      <a:pt x="792" y="4619"/>
                    </a:lnTo>
                    <a:cubicBezTo>
                      <a:pt x="999" y="4600"/>
                      <a:pt x="1131" y="4431"/>
                      <a:pt x="1112" y="4223"/>
                    </a:cubicBezTo>
                    <a:lnTo>
                      <a:pt x="717" y="323"/>
                    </a:lnTo>
                    <a:cubicBezTo>
                      <a:pt x="699" y="145"/>
                      <a:pt x="547" y="1"/>
                      <a:pt x="3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30"/>
              <p:cNvSpPr/>
              <p:nvPr/>
            </p:nvSpPr>
            <p:spPr>
              <a:xfrm>
                <a:off x="5231951" y="8933112"/>
                <a:ext cx="128100" cy="140060"/>
              </a:xfrm>
              <a:custGeom>
                <a:avLst/>
                <a:gdLst/>
                <a:ahLst/>
                <a:cxnLst/>
                <a:rect l="l" t="t" r="r" b="b"/>
                <a:pathLst>
                  <a:path w="3995" h="4368" extrusionOk="0">
                    <a:moveTo>
                      <a:pt x="3479" y="0"/>
                    </a:moveTo>
                    <a:cubicBezTo>
                      <a:pt x="3390" y="0"/>
                      <a:pt x="3298" y="38"/>
                      <a:pt x="3222" y="128"/>
                    </a:cubicBezTo>
                    <a:lnTo>
                      <a:pt x="132" y="3784"/>
                    </a:lnTo>
                    <a:cubicBezTo>
                      <a:pt x="0" y="3934"/>
                      <a:pt x="19" y="4161"/>
                      <a:pt x="170" y="4274"/>
                    </a:cubicBezTo>
                    <a:cubicBezTo>
                      <a:pt x="226" y="4330"/>
                      <a:pt x="302" y="4368"/>
                      <a:pt x="396" y="4368"/>
                    </a:cubicBezTo>
                    <a:cubicBezTo>
                      <a:pt x="490" y="4368"/>
                      <a:pt x="603" y="4330"/>
                      <a:pt x="660" y="4255"/>
                    </a:cubicBezTo>
                    <a:lnTo>
                      <a:pt x="3769" y="599"/>
                    </a:lnTo>
                    <a:cubicBezTo>
                      <a:pt x="3994" y="331"/>
                      <a:pt x="3745" y="0"/>
                      <a:pt x="3479" y="0"/>
                    </a:cubicBezTo>
                    <a:close/>
                  </a:path>
                </a:pathLst>
              </a:custGeom>
              <a:solidFill>
                <a:srgbClr val="889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30"/>
              <p:cNvSpPr/>
              <p:nvPr/>
            </p:nvSpPr>
            <p:spPr>
              <a:xfrm>
                <a:off x="5153392" y="8858561"/>
                <a:ext cx="66631" cy="156605"/>
              </a:xfrm>
              <a:custGeom>
                <a:avLst/>
                <a:gdLst/>
                <a:ahLst/>
                <a:cxnLst/>
                <a:rect l="l" t="t" r="r" b="b"/>
                <a:pathLst>
                  <a:path w="2078" h="4884" extrusionOk="0">
                    <a:moveTo>
                      <a:pt x="1647" y="0"/>
                    </a:moveTo>
                    <a:cubicBezTo>
                      <a:pt x="1504" y="0"/>
                      <a:pt x="1361" y="80"/>
                      <a:pt x="1301" y="267"/>
                    </a:cubicBezTo>
                    <a:lnTo>
                      <a:pt x="57" y="4432"/>
                    </a:lnTo>
                    <a:cubicBezTo>
                      <a:pt x="1" y="4601"/>
                      <a:pt x="114" y="4809"/>
                      <a:pt x="302" y="4865"/>
                    </a:cubicBezTo>
                    <a:cubicBezTo>
                      <a:pt x="340" y="4884"/>
                      <a:pt x="378" y="4884"/>
                      <a:pt x="415" y="4884"/>
                    </a:cubicBezTo>
                    <a:cubicBezTo>
                      <a:pt x="566" y="4884"/>
                      <a:pt x="698" y="4771"/>
                      <a:pt x="754" y="4620"/>
                    </a:cubicBezTo>
                    <a:lnTo>
                      <a:pt x="1998" y="456"/>
                    </a:lnTo>
                    <a:cubicBezTo>
                      <a:pt x="2077" y="184"/>
                      <a:pt x="1863" y="0"/>
                      <a:pt x="1647" y="0"/>
                    </a:cubicBezTo>
                    <a:close/>
                  </a:path>
                </a:pathLst>
              </a:custGeom>
              <a:solidFill>
                <a:srgbClr val="889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30"/>
              <p:cNvSpPr/>
              <p:nvPr/>
            </p:nvSpPr>
            <p:spPr>
              <a:xfrm>
                <a:off x="4917971" y="8871099"/>
                <a:ext cx="37901" cy="123546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3853" extrusionOk="0">
                    <a:moveTo>
                      <a:pt x="393" y="0"/>
                    </a:moveTo>
                    <a:cubicBezTo>
                      <a:pt x="197" y="0"/>
                      <a:pt x="1" y="145"/>
                      <a:pt x="32" y="404"/>
                    </a:cubicBezTo>
                    <a:lnTo>
                      <a:pt x="465" y="3532"/>
                    </a:lnTo>
                    <a:cubicBezTo>
                      <a:pt x="484" y="3720"/>
                      <a:pt x="635" y="3852"/>
                      <a:pt x="804" y="3852"/>
                    </a:cubicBezTo>
                    <a:lnTo>
                      <a:pt x="861" y="3852"/>
                    </a:lnTo>
                    <a:cubicBezTo>
                      <a:pt x="1049" y="3815"/>
                      <a:pt x="1181" y="3645"/>
                      <a:pt x="1162" y="3438"/>
                    </a:cubicBezTo>
                    <a:lnTo>
                      <a:pt x="748" y="310"/>
                    </a:lnTo>
                    <a:cubicBezTo>
                      <a:pt x="714" y="98"/>
                      <a:pt x="554" y="0"/>
                      <a:pt x="3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30"/>
              <p:cNvSpPr/>
              <p:nvPr/>
            </p:nvSpPr>
            <p:spPr>
              <a:xfrm>
                <a:off x="4848871" y="8969795"/>
                <a:ext cx="32065" cy="102191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3187" extrusionOk="0">
                    <a:moveTo>
                      <a:pt x="372" y="0"/>
                    </a:moveTo>
                    <a:cubicBezTo>
                      <a:pt x="362" y="0"/>
                      <a:pt x="351" y="1"/>
                      <a:pt x="340" y="2"/>
                    </a:cubicBezTo>
                    <a:cubicBezTo>
                      <a:pt x="133" y="21"/>
                      <a:pt x="1" y="209"/>
                      <a:pt x="20" y="397"/>
                    </a:cubicBezTo>
                    <a:lnTo>
                      <a:pt x="284" y="2885"/>
                    </a:lnTo>
                    <a:cubicBezTo>
                      <a:pt x="302" y="3054"/>
                      <a:pt x="453" y="3186"/>
                      <a:pt x="642" y="3186"/>
                    </a:cubicBezTo>
                    <a:lnTo>
                      <a:pt x="679" y="3186"/>
                    </a:lnTo>
                    <a:cubicBezTo>
                      <a:pt x="868" y="3167"/>
                      <a:pt x="1000" y="2998"/>
                      <a:pt x="981" y="2809"/>
                    </a:cubicBezTo>
                    <a:lnTo>
                      <a:pt x="736" y="322"/>
                    </a:lnTo>
                    <a:cubicBezTo>
                      <a:pt x="718" y="144"/>
                      <a:pt x="549" y="0"/>
                      <a:pt x="3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30"/>
              <p:cNvSpPr/>
              <p:nvPr/>
            </p:nvSpPr>
            <p:spPr>
              <a:xfrm>
                <a:off x="4668826" y="8913585"/>
                <a:ext cx="28442" cy="152341"/>
              </a:xfrm>
              <a:custGeom>
                <a:avLst/>
                <a:gdLst/>
                <a:ahLst/>
                <a:cxnLst/>
                <a:rect l="l" t="t" r="r" b="b"/>
                <a:pathLst>
                  <a:path w="887" h="4751" extrusionOk="0">
                    <a:moveTo>
                      <a:pt x="372" y="1"/>
                    </a:moveTo>
                    <a:cubicBezTo>
                      <a:pt x="361" y="1"/>
                      <a:pt x="351" y="1"/>
                      <a:pt x="340" y="2"/>
                    </a:cubicBezTo>
                    <a:cubicBezTo>
                      <a:pt x="152" y="21"/>
                      <a:pt x="1" y="172"/>
                      <a:pt x="1" y="379"/>
                    </a:cubicBezTo>
                    <a:lnTo>
                      <a:pt x="170" y="4412"/>
                    </a:lnTo>
                    <a:cubicBezTo>
                      <a:pt x="189" y="4600"/>
                      <a:pt x="340" y="4751"/>
                      <a:pt x="528" y="4751"/>
                    </a:cubicBezTo>
                    <a:cubicBezTo>
                      <a:pt x="736" y="4732"/>
                      <a:pt x="886" y="4581"/>
                      <a:pt x="886" y="4374"/>
                    </a:cubicBezTo>
                    <a:lnTo>
                      <a:pt x="717" y="342"/>
                    </a:lnTo>
                    <a:cubicBezTo>
                      <a:pt x="717" y="163"/>
                      <a:pt x="564" y="1"/>
                      <a:pt x="3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30"/>
              <p:cNvSpPr/>
              <p:nvPr/>
            </p:nvSpPr>
            <p:spPr>
              <a:xfrm>
                <a:off x="4335318" y="9079553"/>
                <a:ext cx="239301" cy="109021"/>
              </a:xfrm>
              <a:custGeom>
                <a:avLst/>
                <a:gdLst/>
                <a:ahLst/>
                <a:cxnLst/>
                <a:rect l="l" t="t" r="r" b="b"/>
                <a:pathLst>
                  <a:path w="7463" h="3400" extrusionOk="0">
                    <a:moveTo>
                      <a:pt x="430" y="1"/>
                    </a:moveTo>
                    <a:cubicBezTo>
                      <a:pt x="286" y="1"/>
                      <a:pt x="152" y="86"/>
                      <a:pt x="95" y="215"/>
                    </a:cubicBezTo>
                    <a:cubicBezTo>
                      <a:pt x="1" y="404"/>
                      <a:pt x="95" y="630"/>
                      <a:pt x="283" y="686"/>
                    </a:cubicBezTo>
                    <a:lnTo>
                      <a:pt x="6822" y="3381"/>
                    </a:lnTo>
                    <a:cubicBezTo>
                      <a:pt x="6859" y="3400"/>
                      <a:pt x="6916" y="3400"/>
                      <a:pt x="6972" y="3400"/>
                    </a:cubicBezTo>
                    <a:cubicBezTo>
                      <a:pt x="7349" y="3400"/>
                      <a:pt x="7462" y="2872"/>
                      <a:pt x="7104" y="2721"/>
                    </a:cubicBezTo>
                    <a:lnTo>
                      <a:pt x="566" y="27"/>
                    </a:lnTo>
                    <a:cubicBezTo>
                      <a:pt x="521" y="9"/>
                      <a:pt x="475" y="1"/>
                      <a:pt x="4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30"/>
              <p:cNvSpPr/>
              <p:nvPr/>
            </p:nvSpPr>
            <p:spPr>
              <a:xfrm>
                <a:off x="4567821" y="9198450"/>
                <a:ext cx="331039" cy="85614"/>
              </a:xfrm>
              <a:custGeom>
                <a:avLst/>
                <a:gdLst/>
                <a:ahLst/>
                <a:cxnLst/>
                <a:rect l="l" t="t" r="r" b="b"/>
                <a:pathLst>
                  <a:path w="10324" h="2670" extrusionOk="0">
                    <a:moveTo>
                      <a:pt x="491" y="0"/>
                    </a:moveTo>
                    <a:cubicBezTo>
                      <a:pt x="98" y="0"/>
                      <a:pt x="1" y="622"/>
                      <a:pt x="437" y="709"/>
                    </a:cubicBezTo>
                    <a:lnTo>
                      <a:pt x="9746" y="2669"/>
                    </a:lnTo>
                    <a:lnTo>
                      <a:pt x="9821" y="2669"/>
                    </a:lnTo>
                    <a:cubicBezTo>
                      <a:pt x="9828" y="2669"/>
                      <a:pt x="9834" y="2669"/>
                      <a:pt x="9840" y="2669"/>
                    </a:cubicBezTo>
                    <a:cubicBezTo>
                      <a:pt x="10275" y="2669"/>
                      <a:pt x="10324" y="2027"/>
                      <a:pt x="9897" y="1953"/>
                    </a:cubicBezTo>
                    <a:lnTo>
                      <a:pt x="588" y="12"/>
                    </a:lnTo>
                    <a:cubicBezTo>
                      <a:pt x="554" y="4"/>
                      <a:pt x="521" y="0"/>
                      <a:pt x="4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30"/>
              <p:cNvSpPr/>
              <p:nvPr/>
            </p:nvSpPr>
            <p:spPr>
              <a:xfrm>
                <a:off x="4850185" y="9209000"/>
                <a:ext cx="150385" cy="77469"/>
              </a:xfrm>
              <a:custGeom>
                <a:avLst/>
                <a:gdLst/>
                <a:ahLst/>
                <a:cxnLst/>
                <a:rect l="l" t="t" r="r" b="b"/>
                <a:pathLst>
                  <a:path w="4690" h="2416" extrusionOk="0">
                    <a:moveTo>
                      <a:pt x="508" y="0"/>
                    </a:moveTo>
                    <a:cubicBezTo>
                      <a:pt x="174" y="0"/>
                      <a:pt x="0" y="503"/>
                      <a:pt x="375" y="682"/>
                    </a:cubicBezTo>
                    <a:lnTo>
                      <a:pt x="4068" y="2378"/>
                    </a:lnTo>
                    <a:cubicBezTo>
                      <a:pt x="4105" y="2396"/>
                      <a:pt x="4162" y="2415"/>
                      <a:pt x="4218" y="2415"/>
                    </a:cubicBezTo>
                    <a:cubicBezTo>
                      <a:pt x="4576" y="2396"/>
                      <a:pt x="4689" y="1906"/>
                      <a:pt x="4369" y="1737"/>
                    </a:cubicBezTo>
                    <a:lnTo>
                      <a:pt x="676" y="41"/>
                    </a:lnTo>
                    <a:cubicBezTo>
                      <a:pt x="617" y="13"/>
                      <a:pt x="560" y="0"/>
                      <a:pt x="5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30"/>
              <p:cNvSpPr/>
              <p:nvPr/>
            </p:nvSpPr>
            <p:spPr>
              <a:xfrm>
                <a:off x="4280390" y="8812644"/>
                <a:ext cx="343769" cy="290156"/>
              </a:xfrm>
              <a:custGeom>
                <a:avLst/>
                <a:gdLst/>
                <a:ahLst/>
                <a:cxnLst/>
                <a:rect l="l" t="t" r="r" b="b"/>
                <a:pathLst>
                  <a:path w="10721" h="9049" extrusionOk="0">
                    <a:moveTo>
                      <a:pt x="517" y="1"/>
                    </a:moveTo>
                    <a:cubicBezTo>
                      <a:pt x="231" y="1"/>
                      <a:pt x="0" y="392"/>
                      <a:pt x="282" y="644"/>
                    </a:cubicBezTo>
                    <a:lnTo>
                      <a:pt x="10099" y="8954"/>
                    </a:lnTo>
                    <a:cubicBezTo>
                      <a:pt x="10155" y="9010"/>
                      <a:pt x="10249" y="9048"/>
                      <a:pt x="10325" y="9048"/>
                    </a:cubicBezTo>
                    <a:cubicBezTo>
                      <a:pt x="10438" y="9048"/>
                      <a:pt x="10532" y="8992"/>
                      <a:pt x="10607" y="8916"/>
                    </a:cubicBezTo>
                    <a:cubicBezTo>
                      <a:pt x="10720" y="8765"/>
                      <a:pt x="10720" y="8539"/>
                      <a:pt x="10570" y="8407"/>
                    </a:cubicBezTo>
                    <a:lnTo>
                      <a:pt x="753" y="98"/>
                    </a:lnTo>
                    <a:cubicBezTo>
                      <a:pt x="676" y="29"/>
                      <a:pt x="595" y="1"/>
                      <a:pt x="5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30"/>
              <p:cNvSpPr/>
              <p:nvPr/>
            </p:nvSpPr>
            <p:spPr>
              <a:xfrm>
                <a:off x="4294114" y="8933144"/>
                <a:ext cx="544528" cy="255430"/>
              </a:xfrm>
              <a:custGeom>
                <a:avLst/>
                <a:gdLst/>
                <a:ahLst/>
                <a:cxnLst/>
                <a:rect l="l" t="t" r="r" b="b"/>
                <a:pathLst>
                  <a:path w="16982" h="7966" extrusionOk="0">
                    <a:moveTo>
                      <a:pt x="519" y="0"/>
                    </a:moveTo>
                    <a:cubicBezTo>
                      <a:pt x="187" y="0"/>
                      <a:pt x="1" y="532"/>
                      <a:pt x="419" y="693"/>
                    </a:cubicBezTo>
                    <a:lnTo>
                      <a:pt x="16322" y="7928"/>
                    </a:lnTo>
                    <a:cubicBezTo>
                      <a:pt x="16379" y="7947"/>
                      <a:pt x="16416" y="7966"/>
                      <a:pt x="16473" y="7966"/>
                    </a:cubicBezTo>
                    <a:cubicBezTo>
                      <a:pt x="16869" y="7966"/>
                      <a:pt x="16982" y="7438"/>
                      <a:pt x="16624" y="7287"/>
                    </a:cubicBezTo>
                    <a:lnTo>
                      <a:pt x="702" y="52"/>
                    </a:lnTo>
                    <a:cubicBezTo>
                      <a:pt x="638" y="16"/>
                      <a:pt x="577" y="0"/>
                      <a:pt x="5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30"/>
              <p:cNvSpPr/>
              <p:nvPr/>
            </p:nvSpPr>
            <p:spPr>
              <a:xfrm>
                <a:off x="5012627" y="8855002"/>
                <a:ext cx="345019" cy="323311"/>
              </a:xfrm>
              <a:custGeom>
                <a:avLst/>
                <a:gdLst/>
                <a:ahLst/>
                <a:cxnLst/>
                <a:rect l="l" t="t" r="r" b="b"/>
                <a:pathLst>
                  <a:path w="10760" h="10083" extrusionOk="0">
                    <a:moveTo>
                      <a:pt x="3039" y="1"/>
                    </a:moveTo>
                    <a:cubicBezTo>
                      <a:pt x="2414" y="1"/>
                      <a:pt x="1859" y="176"/>
                      <a:pt x="1432" y="548"/>
                    </a:cubicBezTo>
                    <a:cubicBezTo>
                      <a:pt x="0" y="1811"/>
                      <a:pt x="603" y="4844"/>
                      <a:pt x="2789" y="7313"/>
                    </a:cubicBezTo>
                    <a:cubicBezTo>
                      <a:pt x="4319" y="9069"/>
                      <a:pt x="6234" y="10083"/>
                      <a:pt x="7732" y="10083"/>
                    </a:cubicBezTo>
                    <a:cubicBezTo>
                      <a:pt x="8355" y="10083"/>
                      <a:pt x="8907" y="9907"/>
                      <a:pt x="9328" y="9536"/>
                    </a:cubicBezTo>
                    <a:cubicBezTo>
                      <a:pt x="10760" y="8274"/>
                      <a:pt x="10157" y="5240"/>
                      <a:pt x="7971" y="2753"/>
                    </a:cubicBezTo>
                    <a:cubicBezTo>
                      <a:pt x="6442" y="1011"/>
                      <a:pt x="4537" y="1"/>
                      <a:pt x="30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30"/>
              <p:cNvSpPr/>
              <p:nvPr/>
            </p:nvSpPr>
            <p:spPr>
              <a:xfrm>
                <a:off x="4999929" y="8843427"/>
                <a:ext cx="371024" cy="346398"/>
              </a:xfrm>
              <a:custGeom>
                <a:avLst/>
                <a:gdLst/>
                <a:ahLst/>
                <a:cxnLst/>
                <a:rect l="l" t="t" r="r" b="b"/>
                <a:pathLst>
                  <a:path w="11571" h="10803" extrusionOk="0">
                    <a:moveTo>
                      <a:pt x="3428" y="718"/>
                    </a:moveTo>
                    <a:cubicBezTo>
                      <a:pt x="4817" y="718"/>
                      <a:pt x="6661" y="1699"/>
                      <a:pt x="8103" y="3359"/>
                    </a:cubicBezTo>
                    <a:cubicBezTo>
                      <a:pt x="10119" y="5657"/>
                      <a:pt x="10741" y="8521"/>
                      <a:pt x="9479" y="9633"/>
                    </a:cubicBezTo>
                    <a:cubicBezTo>
                      <a:pt x="9129" y="9941"/>
                      <a:pt x="8666" y="10085"/>
                      <a:pt x="8136" y="10085"/>
                    </a:cubicBezTo>
                    <a:cubicBezTo>
                      <a:pt x="6750" y="10085"/>
                      <a:pt x="4907" y="9097"/>
                      <a:pt x="3449" y="7447"/>
                    </a:cubicBezTo>
                    <a:cubicBezTo>
                      <a:pt x="1433" y="5149"/>
                      <a:pt x="811" y="2303"/>
                      <a:pt x="2073" y="1173"/>
                    </a:cubicBezTo>
                    <a:cubicBezTo>
                      <a:pt x="2425" y="864"/>
                      <a:pt x="2893" y="718"/>
                      <a:pt x="3428" y="718"/>
                    </a:cubicBezTo>
                    <a:close/>
                    <a:moveTo>
                      <a:pt x="3453" y="0"/>
                    </a:moveTo>
                    <a:cubicBezTo>
                      <a:pt x="2737" y="0"/>
                      <a:pt x="2098" y="208"/>
                      <a:pt x="1602" y="645"/>
                    </a:cubicBezTo>
                    <a:cubicBezTo>
                      <a:pt x="1" y="2058"/>
                      <a:pt x="566" y="5243"/>
                      <a:pt x="2921" y="7919"/>
                    </a:cubicBezTo>
                    <a:cubicBezTo>
                      <a:pt x="4542" y="9765"/>
                      <a:pt x="6520" y="10801"/>
                      <a:pt x="8103" y="10801"/>
                    </a:cubicBezTo>
                    <a:cubicBezTo>
                      <a:pt x="8129" y="10802"/>
                      <a:pt x="8155" y="10803"/>
                      <a:pt x="8181" y="10803"/>
                    </a:cubicBezTo>
                    <a:cubicBezTo>
                      <a:pt x="8832" y="10803"/>
                      <a:pt x="9460" y="10577"/>
                      <a:pt x="9950" y="10161"/>
                    </a:cubicBezTo>
                    <a:cubicBezTo>
                      <a:pt x="11570" y="8748"/>
                      <a:pt x="10967" y="5563"/>
                      <a:pt x="8649" y="2888"/>
                    </a:cubicBezTo>
                    <a:cubicBezTo>
                      <a:pt x="7035" y="1039"/>
                      <a:pt x="5053" y="0"/>
                      <a:pt x="34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30"/>
              <p:cNvSpPr/>
              <p:nvPr/>
            </p:nvSpPr>
            <p:spPr>
              <a:xfrm>
                <a:off x="5260938" y="8758198"/>
                <a:ext cx="278581" cy="368940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11506" extrusionOk="0">
                    <a:moveTo>
                      <a:pt x="5636" y="0"/>
                    </a:moveTo>
                    <a:cubicBezTo>
                      <a:pt x="3968" y="0"/>
                      <a:pt x="2033" y="1884"/>
                      <a:pt x="1094" y="4603"/>
                    </a:cubicBezTo>
                    <a:cubicBezTo>
                      <a:pt x="1" y="7712"/>
                      <a:pt x="547" y="10765"/>
                      <a:pt x="2356" y="11387"/>
                    </a:cubicBezTo>
                    <a:cubicBezTo>
                      <a:pt x="2580" y="11467"/>
                      <a:pt x="2813" y="11506"/>
                      <a:pt x="3052" y="11506"/>
                    </a:cubicBezTo>
                    <a:cubicBezTo>
                      <a:pt x="4720" y="11506"/>
                      <a:pt x="6655" y="9622"/>
                      <a:pt x="7594" y="6902"/>
                    </a:cubicBezTo>
                    <a:cubicBezTo>
                      <a:pt x="8687" y="3793"/>
                      <a:pt x="8141" y="760"/>
                      <a:pt x="6332" y="119"/>
                    </a:cubicBezTo>
                    <a:cubicBezTo>
                      <a:pt x="6108" y="39"/>
                      <a:pt x="5875" y="0"/>
                      <a:pt x="5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30"/>
              <p:cNvSpPr/>
              <p:nvPr/>
            </p:nvSpPr>
            <p:spPr>
              <a:xfrm>
                <a:off x="5247054" y="8746590"/>
                <a:ext cx="306349" cy="392444"/>
              </a:xfrm>
              <a:custGeom>
                <a:avLst/>
                <a:gdLst/>
                <a:ahLst/>
                <a:cxnLst/>
                <a:rect l="l" t="t" r="r" b="b"/>
                <a:pathLst>
                  <a:path w="9554" h="12239" extrusionOk="0">
                    <a:moveTo>
                      <a:pt x="6068" y="726"/>
                    </a:moveTo>
                    <a:cubicBezTo>
                      <a:pt x="6275" y="726"/>
                      <a:pt x="6463" y="745"/>
                      <a:pt x="6652" y="820"/>
                    </a:cubicBezTo>
                    <a:cubicBezTo>
                      <a:pt x="8235" y="1385"/>
                      <a:pt x="8725" y="4287"/>
                      <a:pt x="7707" y="7151"/>
                    </a:cubicBezTo>
                    <a:cubicBezTo>
                      <a:pt x="6789" y="9706"/>
                      <a:pt x="4968" y="11521"/>
                      <a:pt x="3464" y="11521"/>
                    </a:cubicBezTo>
                    <a:cubicBezTo>
                      <a:pt x="3270" y="11521"/>
                      <a:pt x="3082" y="11491"/>
                      <a:pt x="2902" y="11428"/>
                    </a:cubicBezTo>
                    <a:cubicBezTo>
                      <a:pt x="1319" y="10863"/>
                      <a:pt x="848" y="7961"/>
                      <a:pt x="1847" y="5097"/>
                    </a:cubicBezTo>
                    <a:cubicBezTo>
                      <a:pt x="2751" y="2554"/>
                      <a:pt x="4579" y="726"/>
                      <a:pt x="6068" y="726"/>
                    </a:cubicBezTo>
                    <a:close/>
                    <a:moveTo>
                      <a:pt x="6056" y="0"/>
                    </a:moveTo>
                    <a:cubicBezTo>
                      <a:pt x="4232" y="0"/>
                      <a:pt x="2200" y="1945"/>
                      <a:pt x="1187" y="4852"/>
                    </a:cubicBezTo>
                    <a:cubicBezTo>
                      <a:pt x="0" y="8206"/>
                      <a:pt x="660" y="11391"/>
                      <a:pt x="2676" y="12088"/>
                    </a:cubicBezTo>
                    <a:cubicBezTo>
                      <a:pt x="2940" y="12182"/>
                      <a:pt x="3204" y="12239"/>
                      <a:pt x="3486" y="12239"/>
                    </a:cubicBezTo>
                    <a:cubicBezTo>
                      <a:pt x="5333" y="12239"/>
                      <a:pt x="7349" y="10298"/>
                      <a:pt x="8367" y="7377"/>
                    </a:cubicBezTo>
                    <a:cubicBezTo>
                      <a:pt x="9554" y="4042"/>
                      <a:pt x="8894" y="839"/>
                      <a:pt x="6878" y="142"/>
                    </a:cubicBezTo>
                    <a:cubicBezTo>
                      <a:pt x="6612" y="46"/>
                      <a:pt x="6337" y="0"/>
                      <a:pt x="605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30"/>
              <p:cNvSpPr/>
              <p:nvPr/>
            </p:nvSpPr>
            <p:spPr>
              <a:xfrm>
                <a:off x="5378168" y="8942764"/>
                <a:ext cx="390936" cy="275022"/>
              </a:xfrm>
              <a:custGeom>
                <a:avLst/>
                <a:gdLst/>
                <a:ahLst/>
                <a:cxnLst/>
                <a:rect l="l" t="t" r="r" b="b"/>
                <a:pathLst>
                  <a:path w="12192" h="8577" extrusionOk="0">
                    <a:moveTo>
                      <a:pt x="8556" y="0"/>
                    </a:moveTo>
                    <a:cubicBezTo>
                      <a:pt x="7279" y="0"/>
                      <a:pt x="5747" y="448"/>
                      <a:pt x="4296" y="1335"/>
                    </a:cubicBezTo>
                    <a:cubicBezTo>
                      <a:pt x="1489" y="3049"/>
                      <a:pt x="0" y="5781"/>
                      <a:pt x="999" y="7402"/>
                    </a:cubicBezTo>
                    <a:cubicBezTo>
                      <a:pt x="1481" y="8185"/>
                      <a:pt x="2452" y="8576"/>
                      <a:pt x="3643" y="8576"/>
                    </a:cubicBezTo>
                    <a:cubicBezTo>
                      <a:pt x="4918" y="8576"/>
                      <a:pt x="6444" y="8128"/>
                      <a:pt x="7895" y="7232"/>
                    </a:cubicBezTo>
                    <a:cubicBezTo>
                      <a:pt x="10703" y="5518"/>
                      <a:pt x="12191" y="2804"/>
                      <a:pt x="11193" y="1184"/>
                    </a:cubicBezTo>
                    <a:cubicBezTo>
                      <a:pt x="10719" y="392"/>
                      <a:pt x="9749" y="0"/>
                      <a:pt x="85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30"/>
              <p:cNvSpPr/>
              <p:nvPr/>
            </p:nvSpPr>
            <p:spPr>
              <a:xfrm>
                <a:off x="5382977" y="8931092"/>
                <a:ext cx="400011" cy="298589"/>
              </a:xfrm>
              <a:custGeom>
                <a:avLst/>
                <a:gdLst/>
                <a:ahLst/>
                <a:cxnLst/>
                <a:rect l="l" t="t" r="r" b="b"/>
                <a:pathLst>
                  <a:path w="12475" h="9312" extrusionOk="0">
                    <a:moveTo>
                      <a:pt x="8424" y="719"/>
                    </a:moveTo>
                    <a:cubicBezTo>
                      <a:pt x="9517" y="719"/>
                      <a:pt x="10346" y="1077"/>
                      <a:pt x="10741" y="1717"/>
                    </a:cubicBezTo>
                    <a:cubicBezTo>
                      <a:pt x="11627" y="3150"/>
                      <a:pt x="10157" y="5712"/>
                      <a:pt x="7557" y="7295"/>
                    </a:cubicBezTo>
                    <a:cubicBezTo>
                      <a:pt x="6167" y="8141"/>
                      <a:pt x="4681" y="8572"/>
                      <a:pt x="3466" y="8572"/>
                    </a:cubicBezTo>
                    <a:cubicBezTo>
                      <a:pt x="2407" y="8572"/>
                      <a:pt x="1554" y="8244"/>
                      <a:pt x="1150" y="7578"/>
                    </a:cubicBezTo>
                    <a:cubicBezTo>
                      <a:pt x="736" y="6899"/>
                      <a:pt x="830" y="5976"/>
                      <a:pt x="1376" y="4940"/>
                    </a:cubicBezTo>
                    <a:cubicBezTo>
                      <a:pt x="2884" y="2509"/>
                      <a:pt x="5446" y="945"/>
                      <a:pt x="8292" y="719"/>
                    </a:cubicBezTo>
                    <a:close/>
                    <a:moveTo>
                      <a:pt x="8426" y="1"/>
                    </a:moveTo>
                    <a:cubicBezTo>
                      <a:pt x="8375" y="1"/>
                      <a:pt x="8324" y="1"/>
                      <a:pt x="8273" y="3"/>
                    </a:cubicBezTo>
                    <a:cubicBezTo>
                      <a:pt x="6916" y="40"/>
                      <a:pt x="5390" y="530"/>
                      <a:pt x="3958" y="1397"/>
                    </a:cubicBezTo>
                    <a:cubicBezTo>
                      <a:pt x="2545" y="2264"/>
                      <a:pt x="1414" y="3394"/>
                      <a:pt x="755" y="4600"/>
                    </a:cubicBezTo>
                    <a:cubicBezTo>
                      <a:pt x="76" y="5863"/>
                      <a:pt x="1" y="7050"/>
                      <a:pt x="547" y="7954"/>
                    </a:cubicBezTo>
                    <a:cubicBezTo>
                      <a:pt x="1094" y="8859"/>
                      <a:pt x="2149" y="9311"/>
                      <a:pt x="3487" y="9311"/>
                    </a:cubicBezTo>
                    <a:cubicBezTo>
                      <a:pt x="4825" y="9311"/>
                      <a:pt x="6407" y="8840"/>
                      <a:pt x="7934" y="7898"/>
                    </a:cubicBezTo>
                    <a:cubicBezTo>
                      <a:pt x="10967" y="6070"/>
                      <a:pt x="12475" y="3187"/>
                      <a:pt x="11363" y="1359"/>
                    </a:cubicBezTo>
                    <a:cubicBezTo>
                      <a:pt x="10836" y="487"/>
                      <a:pt x="9784" y="1"/>
                      <a:pt x="84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30"/>
              <p:cNvSpPr/>
              <p:nvPr/>
            </p:nvSpPr>
            <p:spPr>
              <a:xfrm>
                <a:off x="4928039" y="9061501"/>
                <a:ext cx="393341" cy="223333"/>
              </a:xfrm>
              <a:custGeom>
                <a:avLst/>
                <a:gdLst/>
                <a:ahLst/>
                <a:cxnLst/>
                <a:rect l="l" t="t" r="r" b="b"/>
                <a:pathLst>
                  <a:path w="12267" h="6965" extrusionOk="0">
                    <a:moveTo>
                      <a:pt x="6767" y="0"/>
                    </a:moveTo>
                    <a:cubicBezTo>
                      <a:pt x="6458" y="0"/>
                      <a:pt x="6143" y="14"/>
                      <a:pt x="5823" y="43"/>
                    </a:cubicBezTo>
                    <a:cubicBezTo>
                      <a:pt x="2525" y="345"/>
                      <a:pt x="0" y="2116"/>
                      <a:pt x="170" y="4019"/>
                    </a:cubicBezTo>
                    <a:cubicBezTo>
                      <a:pt x="323" y="5738"/>
                      <a:pt x="2627" y="6964"/>
                      <a:pt x="5500" y="6964"/>
                    </a:cubicBezTo>
                    <a:cubicBezTo>
                      <a:pt x="5809" y="6964"/>
                      <a:pt x="6125" y="6950"/>
                      <a:pt x="6445" y="6921"/>
                    </a:cubicBezTo>
                    <a:cubicBezTo>
                      <a:pt x="9742" y="6620"/>
                      <a:pt x="12267" y="4830"/>
                      <a:pt x="12097" y="2945"/>
                    </a:cubicBezTo>
                    <a:cubicBezTo>
                      <a:pt x="11944" y="1227"/>
                      <a:pt x="9640" y="0"/>
                      <a:pt x="6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30"/>
              <p:cNvSpPr/>
              <p:nvPr/>
            </p:nvSpPr>
            <p:spPr>
              <a:xfrm>
                <a:off x="4918965" y="9049957"/>
                <a:ext cx="410881" cy="246163"/>
              </a:xfrm>
              <a:custGeom>
                <a:avLst/>
                <a:gdLst/>
                <a:ahLst/>
                <a:cxnLst/>
                <a:rect l="l" t="t" r="r" b="b"/>
                <a:pathLst>
                  <a:path w="12814" h="7677" extrusionOk="0">
                    <a:moveTo>
                      <a:pt x="7010" y="705"/>
                    </a:moveTo>
                    <a:cubicBezTo>
                      <a:pt x="9667" y="705"/>
                      <a:pt x="11872" y="1817"/>
                      <a:pt x="12022" y="3324"/>
                    </a:cubicBezTo>
                    <a:cubicBezTo>
                      <a:pt x="12079" y="4115"/>
                      <a:pt x="11589" y="4926"/>
                      <a:pt x="10647" y="5604"/>
                    </a:cubicBezTo>
                    <a:cubicBezTo>
                      <a:pt x="9629" y="6320"/>
                      <a:pt x="8216" y="6791"/>
                      <a:pt x="6690" y="6923"/>
                    </a:cubicBezTo>
                    <a:cubicBezTo>
                      <a:pt x="6388" y="6951"/>
                      <a:pt x="6090" y="6965"/>
                      <a:pt x="5797" y="6965"/>
                    </a:cubicBezTo>
                    <a:cubicBezTo>
                      <a:pt x="3145" y="6965"/>
                      <a:pt x="947" y="5852"/>
                      <a:pt x="811" y="4342"/>
                    </a:cubicBezTo>
                    <a:cubicBezTo>
                      <a:pt x="736" y="3569"/>
                      <a:pt x="1226" y="2759"/>
                      <a:pt x="2186" y="2080"/>
                    </a:cubicBezTo>
                    <a:cubicBezTo>
                      <a:pt x="3185" y="1364"/>
                      <a:pt x="4598" y="893"/>
                      <a:pt x="6125" y="761"/>
                    </a:cubicBezTo>
                    <a:cubicBezTo>
                      <a:pt x="6426" y="724"/>
                      <a:pt x="6728" y="705"/>
                      <a:pt x="7010" y="705"/>
                    </a:cubicBezTo>
                    <a:close/>
                    <a:moveTo>
                      <a:pt x="7055" y="0"/>
                    </a:moveTo>
                    <a:cubicBezTo>
                      <a:pt x="6732" y="0"/>
                      <a:pt x="6403" y="15"/>
                      <a:pt x="6068" y="45"/>
                    </a:cubicBezTo>
                    <a:cubicBezTo>
                      <a:pt x="4410" y="196"/>
                      <a:pt x="2884" y="705"/>
                      <a:pt x="1772" y="1496"/>
                    </a:cubicBezTo>
                    <a:cubicBezTo>
                      <a:pt x="585" y="2325"/>
                      <a:pt x="1" y="3362"/>
                      <a:pt x="95" y="4417"/>
                    </a:cubicBezTo>
                    <a:cubicBezTo>
                      <a:pt x="283" y="6339"/>
                      <a:pt x="2695" y="7677"/>
                      <a:pt x="5767" y="7677"/>
                    </a:cubicBezTo>
                    <a:cubicBezTo>
                      <a:pt x="6087" y="7677"/>
                      <a:pt x="6407" y="7658"/>
                      <a:pt x="6746" y="7639"/>
                    </a:cubicBezTo>
                    <a:cubicBezTo>
                      <a:pt x="8405" y="7488"/>
                      <a:pt x="9931" y="6961"/>
                      <a:pt x="11043" y="6188"/>
                    </a:cubicBezTo>
                    <a:cubicBezTo>
                      <a:pt x="12211" y="5359"/>
                      <a:pt x="12814" y="4323"/>
                      <a:pt x="12720" y="3268"/>
                    </a:cubicBezTo>
                    <a:cubicBezTo>
                      <a:pt x="12532" y="1341"/>
                      <a:pt x="10122" y="0"/>
                      <a:pt x="70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30"/>
              <p:cNvSpPr/>
              <p:nvPr/>
            </p:nvSpPr>
            <p:spPr>
              <a:xfrm>
                <a:off x="5120782" y="9145383"/>
                <a:ext cx="288232" cy="361886"/>
              </a:xfrm>
              <a:custGeom>
                <a:avLst/>
                <a:gdLst/>
                <a:ahLst/>
                <a:cxnLst/>
                <a:rect l="l" t="t" r="r" b="b"/>
                <a:pathLst>
                  <a:path w="8989" h="11286" extrusionOk="0">
                    <a:moveTo>
                      <a:pt x="6066" y="0"/>
                    </a:moveTo>
                    <a:cubicBezTo>
                      <a:pt x="4428" y="0"/>
                      <a:pt x="2467" y="1686"/>
                      <a:pt x="1338" y="4230"/>
                    </a:cubicBezTo>
                    <a:cubicBezTo>
                      <a:pt x="0" y="7263"/>
                      <a:pt x="321" y="10335"/>
                      <a:pt x="2073" y="11107"/>
                    </a:cubicBezTo>
                    <a:cubicBezTo>
                      <a:pt x="2344" y="11228"/>
                      <a:pt x="2633" y="11286"/>
                      <a:pt x="2934" y="11286"/>
                    </a:cubicBezTo>
                    <a:cubicBezTo>
                      <a:pt x="4560" y="11286"/>
                      <a:pt x="6521" y="9600"/>
                      <a:pt x="7650" y="7056"/>
                    </a:cubicBezTo>
                    <a:cubicBezTo>
                      <a:pt x="8988" y="4022"/>
                      <a:pt x="8668" y="951"/>
                      <a:pt x="6934" y="179"/>
                    </a:cubicBezTo>
                    <a:cubicBezTo>
                      <a:pt x="6661" y="58"/>
                      <a:pt x="6369" y="0"/>
                      <a:pt x="60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30"/>
              <p:cNvSpPr/>
              <p:nvPr/>
            </p:nvSpPr>
            <p:spPr>
              <a:xfrm>
                <a:off x="5121968" y="9134032"/>
                <a:ext cx="285827" cy="384427"/>
              </a:xfrm>
              <a:custGeom>
                <a:avLst/>
                <a:gdLst/>
                <a:ahLst/>
                <a:cxnLst/>
                <a:rect l="l" t="t" r="r" b="b"/>
                <a:pathLst>
                  <a:path w="8914" h="11989" extrusionOk="0">
                    <a:moveTo>
                      <a:pt x="6049" y="721"/>
                    </a:moveTo>
                    <a:cubicBezTo>
                      <a:pt x="6276" y="721"/>
                      <a:pt x="6520" y="777"/>
                      <a:pt x="6747" y="872"/>
                    </a:cubicBezTo>
                    <a:cubicBezTo>
                      <a:pt x="7463" y="1192"/>
                      <a:pt x="7934" y="2002"/>
                      <a:pt x="8066" y="3170"/>
                    </a:cubicBezTo>
                    <a:cubicBezTo>
                      <a:pt x="8160" y="4584"/>
                      <a:pt x="7896" y="5997"/>
                      <a:pt x="7293" y="7259"/>
                    </a:cubicBezTo>
                    <a:cubicBezTo>
                      <a:pt x="6671" y="8654"/>
                      <a:pt x="5767" y="9822"/>
                      <a:pt x="4768" y="10557"/>
                    </a:cubicBezTo>
                    <a:cubicBezTo>
                      <a:pt x="4114" y="11041"/>
                      <a:pt x="3469" y="11279"/>
                      <a:pt x="2890" y="11279"/>
                    </a:cubicBezTo>
                    <a:cubicBezTo>
                      <a:pt x="2635" y="11279"/>
                      <a:pt x="2393" y="11233"/>
                      <a:pt x="2168" y="11141"/>
                    </a:cubicBezTo>
                    <a:cubicBezTo>
                      <a:pt x="1452" y="10821"/>
                      <a:pt x="981" y="9991"/>
                      <a:pt x="868" y="8823"/>
                    </a:cubicBezTo>
                    <a:cubicBezTo>
                      <a:pt x="755" y="7429"/>
                      <a:pt x="1018" y="6016"/>
                      <a:pt x="1621" y="4734"/>
                    </a:cubicBezTo>
                    <a:cubicBezTo>
                      <a:pt x="2695" y="2360"/>
                      <a:pt x="4561" y="721"/>
                      <a:pt x="6049" y="721"/>
                    </a:cubicBezTo>
                    <a:close/>
                    <a:moveTo>
                      <a:pt x="6008" y="0"/>
                    </a:moveTo>
                    <a:cubicBezTo>
                      <a:pt x="4224" y="0"/>
                      <a:pt x="2176" y="1747"/>
                      <a:pt x="981" y="4452"/>
                    </a:cubicBezTo>
                    <a:cubicBezTo>
                      <a:pt x="302" y="5959"/>
                      <a:pt x="1" y="7542"/>
                      <a:pt x="152" y="8899"/>
                    </a:cubicBezTo>
                    <a:cubicBezTo>
                      <a:pt x="302" y="10331"/>
                      <a:pt x="924" y="11348"/>
                      <a:pt x="1885" y="11782"/>
                    </a:cubicBezTo>
                    <a:cubicBezTo>
                      <a:pt x="2205" y="11932"/>
                      <a:pt x="2545" y="11989"/>
                      <a:pt x="2903" y="11989"/>
                    </a:cubicBezTo>
                    <a:cubicBezTo>
                      <a:pt x="3732" y="11951"/>
                      <a:pt x="4523" y="11650"/>
                      <a:pt x="5183" y="11141"/>
                    </a:cubicBezTo>
                    <a:cubicBezTo>
                      <a:pt x="6294" y="10331"/>
                      <a:pt x="7274" y="9049"/>
                      <a:pt x="7934" y="7542"/>
                    </a:cubicBezTo>
                    <a:cubicBezTo>
                      <a:pt x="8612" y="6035"/>
                      <a:pt x="8913" y="4452"/>
                      <a:pt x="8763" y="3095"/>
                    </a:cubicBezTo>
                    <a:cubicBezTo>
                      <a:pt x="8612" y="1663"/>
                      <a:pt x="7990" y="627"/>
                      <a:pt x="7029" y="212"/>
                    </a:cubicBezTo>
                    <a:cubicBezTo>
                      <a:pt x="6705" y="69"/>
                      <a:pt x="6362" y="0"/>
                      <a:pt x="600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30"/>
              <p:cNvSpPr/>
              <p:nvPr/>
            </p:nvSpPr>
            <p:spPr>
              <a:xfrm>
                <a:off x="5298390" y="9114696"/>
                <a:ext cx="368619" cy="303463"/>
              </a:xfrm>
              <a:custGeom>
                <a:avLst/>
                <a:gdLst/>
                <a:ahLst/>
                <a:cxnLst/>
                <a:rect l="l" t="t" r="r" b="b"/>
                <a:pathLst>
                  <a:path w="11496" h="9464" extrusionOk="0">
                    <a:moveTo>
                      <a:pt x="3252" y="1"/>
                    </a:moveTo>
                    <a:cubicBezTo>
                      <a:pt x="2428" y="1"/>
                      <a:pt x="1726" y="252"/>
                      <a:pt x="1263" y="777"/>
                    </a:cubicBezTo>
                    <a:cubicBezTo>
                      <a:pt x="1" y="2210"/>
                      <a:pt x="981" y="5149"/>
                      <a:pt x="3468" y="7335"/>
                    </a:cubicBezTo>
                    <a:cubicBezTo>
                      <a:pt x="5035" y="8710"/>
                      <a:pt x="6830" y="9463"/>
                      <a:pt x="8255" y="9463"/>
                    </a:cubicBezTo>
                    <a:cubicBezTo>
                      <a:pt x="9074" y="9463"/>
                      <a:pt x="9772" y="9214"/>
                      <a:pt x="10233" y="8691"/>
                    </a:cubicBezTo>
                    <a:cubicBezTo>
                      <a:pt x="11495" y="7241"/>
                      <a:pt x="10515" y="4320"/>
                      <a:pt x="8028" y="2134"/>
                    </a:cubicBezTo>
                    <a:cubicBezTo>
                      <a:pt x="6465" y="750"/>
                      <a:pt x="4675" y="1"/>
                      <a:pt x="32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30"/>
              <p:cNvSpPr/>
              <p:nvPr/>
            </p:nvSpPr>
            <p:spPr>
              <a:xfrm>
                <a:off x="5303232" y="9102800"/>
                <a:ext cx="358326" cy="326261"/>
              </a:xfrm>
              <a:custGeom>
                <a:avLst/>
                <a:gdLst/>
                <a:ahLst/>
                <a:cxnLst/>
                <a:rect l="l" t="t" r="r" b="b"/>
                <a:pathLst>
                  <a:path w="11175" h="10175" extrusionOk="0">
                    <a:moveTo>
                      <a:pt x="3072" y="734"/>
                    </a:moveTo>
                    <a:cubicBezTo>
                      <a:pt x="4410" y="734"/>
                      <a:pt x="6143" y="1450"/>
                      <a:pt x="7632" y="2769"/>
                    </a:cubicBezTo>
                    <a:cubicBezTo>
                      <a:pt x="8800" y="3786"/>
                      <a:pt x="9648" y="4992"/>
                      <a:pt x="10044" y="6161"/>
                    </a:cubicBezTo>
                    <a:cubicBezTo>
                      <a:pt x="10402" y="7272"/>
                      <a:pt x="10327" y="8214"/>
                      <a:pt x="9799" y="8817"/>
                    </a:cubicBezTo>
                    <a:cubicBezTo>
                      <a:pt x="9431" y="9240"/>
                      <a:pt x="8847" y="9465"/>
                      <a:pt x="8117" y="9465"/>
                    </a:cubicBezTo>
                    <a:cubicBezTo>
                      <a:pt x="7837" y="9465"/>
                      <a:pt x="7536" y="9432"/>
                      <a:pt x="7217" y="9364"/>
                    </a:cubicBezTo>
                    <a:cubicBezTo>
                      <a:pt x="5993" y="9119"/>
                      <a:pt x="4693" y="8441"/>
                      <a:pt x="3543" y="7423"/>
                    </a:cubicBezTo>
                    <a:cubicBezTo>
                      <a:pt x="2394" y="6406"/>
                      <a:pt x="1527" y="5200"/>
                      <a:pt x="1131" y="4013"/>
                    </a:cubicBezTo>
                    <a:cubicBezTo>
                      <a:pt x="773" y="2901"/>
                      <a:pt x="849" y="1978"/>
                      <a:pt x="1376" y="1375"/>
                    </a:cubicBezTo>
                    <a:cubicBezTo>
                      <a:pt x="1772" y="941"/>
                      <a:pt x="2356" y="734"/>
                      <a:pt x="3072" y="734"/>
                    </a:cubicBezTo>
                    <a:close/>
                    <a:moveTo>
                      <a:pt x="3107" y="1"/>
                    </a:moveTo>
                    <a:cubicBezTo>
                      <a:pt x="2182" y="1"/>
                      <a:pt x="1387" y="294"/>
                      <a:pt x="849" y="904"/>
                    </a:cubicBezTo>
                    <a:cubicBezTo>
                      <a:pt x="151" y="1695"/>
                      <a:pt x="1" y="2882"/>
                      <a:pt x="472" y="4239"/>
                    </a:cubicBezTo>
                    <a:cubicBezTo>
                      <a:pt x="905" y="5539"/>
                      <a:pt x="1847" y="6858"/>
                      <a:pt x="3072" y="7951"/>
                    </a:cubicBezTo>
                    <a:cubicBezTo>
                      <a:pt x="4316" y="9044"/>
                      <a:pt x="5748" y="9797"/>
                      <a:pt x="7086" y="10080"/>
                    </a:cubicBezTo>
                    <a:cubicBezTo>
                      <a:pt x="7425" y="10136"/>
                      <a:pt x="7764" y="10174"/>
                      <a:pt x="8103" y="10174"/>
                    </a:cubicBezTo>
                    <a:cubicBezTo>
                      <a:pt x="9045" y="10174"/>
                      <a:pt x="9837" y="9873"/>
                      <a:pt x="10345" y="9270"/>
                    </a:cubicBezTo>
                    <a:cubicBezTo>
                      <a:pt x="11043" y="8478"/>
                      <a:pt x="11174" y="7291"/>
                      <a:pt x="10722" y="5935"/>
                    </a:cubicBezTo>
                    <a:cubicBezTo>
                      <a:pt x="10289" y="4634"/>
                      <a:pt x="9366" y="3315"/>
                      <a:pt x="8122" y="2223"/>
                    </a:cubicBezTo>
                    <a:cubicBezTo>
                      <a:pt x="6465" y="776"/>
                      <a:pt x="4613" y="1"/>
                      <a:pt x="310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30"/>
              <p:cNvSpPr/>
              <p:nvPr/>
            </p:nvSpPr>
            <p:spPr>
              <a:xfrm>
                <a:off x="5169104" y="8855194"/>
                <a:ext cx="217529" cy="273611"/>
              </a:xfrm>
              <a:custGeom>
                <a:avLst/>
                <a:gdLst/>
                <a:ahLst/>
                <a:cxnLst/>
                <a:rect l="l" t="t" r="r" b="b"/>
                <a:pathLst>
                  <a:path w="6784" h="8533" extrusionOk="0">
                    <a:moveTo>
                      <a:pt x="2218" y="1"/>
                    </a:moveTo>
                    <a:cubicBezTo>
                      <a:pt x="1997" y="1"/>
                      <a:pt x="1784" y="42"/>
                      <a:pt x="1583" y="128"/>
                    </a:cubicBezTo>
                    <a:cubicBezTo>
                      <a:pt x="264" y="693"/>
                      <a:pt x="1" y="3010"/>
                      <a:pt x="999" y="5309"/>
                    </a:cubicBezTo>
                    <a:cubicBezTo>
                      <a:pt x="1844" y="7238"/>
                      <a:pt x="3309" y="8533"/>
                      <a:pt x="4550" y="8533"/>
                    </a:cubicBezTo>
                    <a:cubicBezTo>
                      <a:pt x="4776" y="8533"/>
                      <a:pt x="4995" y="8489"/>
                      <a:pt x="5201" y="8399"/>
                    </a:cubicBezTo>
                    <a:cubicBezTo>
                      <a:pt x="6520" y="7834"/>
                      <a:pt x="6784" y="5517"/>
                      <a:pt x="5785" y="3218"/>
                    </a:cubicBezTo>
                    <a:cubicBezTo>
                      <a:pt x="4938" y="1284"/>
                      <a:pt x="3454" y="1"/>
                      <a:pt x="22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30"/>
              <p:cNvSpPr/>
              <p:nvPr/>
            </p:nvSpPr>
            <p:spPr>
              <a:xfrm>
                <a:off x="5155220" y="8843362"/>
                <a:ext cx="233850" cy="297499"/>
              </a:xfrm>
              <a:custGeom>
                <a:avLst/>
                <a:gdLst/>
                <a:ahLst/>
                <a:cxnLst/>
                <a:rect l="l" t="t" r="r" b="b"/>
                <a:pathLst>
                  <a:path w="7293" h="9278" extrusionOk="0">
                    <a:moveTo>
                      <a:pt x="2657" y="704"/>
                    </a:moveTo>
                    <a:cubicBezTo>
                      <a:pt x="3166" y="741"/>
                      <a:pt x="3637" y="930"/>
                      <a:pt x="4033" y="1250"/>
                    </a:cubicBezTo>
                    <a:cubicBezTo>
                      <a:pt x="5672" y="2607"/>
                      <a:pt x="6558" y="4661"/>
                      <a:pt x="6444" y="6790"/>
                    </a:cubicBezTo>
                    <a:cubicBezTo>
                      <a:pt x="6350" y="7638"/>
                      <a:pt x="6011" y="8241"/>
                      <a:pt x="5483" y="8467"/>
                    </a:cubicBezTo>
                    <a:cubicBezTo>
                      <a:pt x="5335" y="8533"/>
                      <a:pt x="5172" y="8565"/>
                      <a:pt x="4999" y="8565"/>
                    </a:cubicBezTo>
                    <a:cubicBezTo>
                      <a:pt x="4579" y="8565"/>
                      <a:pt x="4098" y="8375"/>
                      <a:pt x="3618" y="8015"/>
                    </a:cubicBezTo>
                    <a:cubicBezTo>
                      <a:pt x="2789" y="7374"/>
                      <a:pt x="2148" y="6507"/>
                      <a:pt x="1753" y="5546"/>
                    </a:cubicBezTo>
                    <a:cubicBezTo>
                      <a:pt x="848" y="3474"/>
                      <a:pt x="1037" y="1307"/>
                      <a:pt x="2167" y="817"/>
                    </a:cubicBezTo>
                    <a:cubicBezTo>
                      <a:pt x="2318" y="741"/>
                      <a:pt x="2487" y="704"/>
                      <a:pt x="2657" y="704"/>
                    </a:cubicBezTo>
                    <a:close/>
                    <a:moveTo>
                      <a:pt x="2666" y="1"/>
                    </a:moveTo>
                    <a:cubicBezTo>
                      <a:pt x="2392" y="1"/>
                      <a:pt x="2129" y="53"/>
                      <a:pt x="1885" y="157"/>
                    </a:cubicBezTo>
                    <a:cubicBezTo>
                      <a:pt x="358" y="817"/>
                      <a:pt x="0" y="3304"/>
                      <a:pt x="1093" y="5810"/>
                    </a:cubicBezTo>
                    <a:cubicBezTo>
                      <a:pt x="1545" y="6903"/>
                      <a:pt x="2261" y="7864"/>
                      <a:pt x="3203" y="8580"/>
                    </a:cubicBezTo>
                    <a:cubicBezTo>
                      <a:pt x="3693" y="8995"/>
                      <a:pt x="4334" y="9239"/>
                      <a:pt x="4994" y="9277"/>
                    </a:cubicBezTo>
                    <a:cubicBezTo>
                      <a:pt x="5257" y="9277"/>
                      <a:pt x="5521" y="9221"/>
                      <a:pt x="5766" y="9108"/>
                    </a:cubicBezTo>
                    <a:cubicBezTo>
                      <a:pt x="6539" y="8787"/>
                      <a:pt x="7029" y="7977"/>
                      <a:pt x="7142" y="6865"/>
                    </a:cubicBezTo>
                    <a:cubicBezTo>
                      <a:pt x="7292" y="4491"/>
                      <a:pt x="6294" y="2192"/>
                      <a:pt x="4447" y="685"/>
                    </a:cubicBezTo>
                    <a:cubicBezTo>
                      <a:pt x="3849" y="227"/>
                      <a:pt x="3234" y="1"/>
                      <a:pt x="266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30"/>
              <p:cNvSpPr/>
              <p:nvPr/>
            </p:nvSpPr>
            <p:spPr>
              <a:xfrm>
                <a:off x="5033180" y="9072339"/>
                <a:ext cx="304521" cy="185336"/>
              </a:xfrm>
              <a:custGeom>
                <a:avLst/>
                <a:gdLst/>
                <a:ahLst/>
                <a:cxnLst/>
                <a:rect l="l" t="t" r="r" b="b"/>
                <a:pathLst>
                  <a:path w="9497" h="5780" extrusionOk="0">
                    <a:moveTo>
                      <a:pt x="6218" y="0"/>
                    </a:moveTo>
                    <a:cubicBezTo>
                      <a:pt x="5494" y="0"/>
                      <a:pt x="4693" y="136"/>
                      <a:pt x="3882" y="422"/>
                    </a:cubicBezTo>
                    <a:cubicBezTo>
                      <a:pt x="1526" y="1251"/>
                      <a:pt x="0" y="3041"/>
                      <a:pt x="490" y="4397"/>
                    </a:cubicBezTo>
                    <a:cubicBezTo>
                      <a:pt x="799" y="5287"/>
                      <a:pt x="1902" y="5779"/>
                      <a:pt x="3289" y="5779"/>
                    </a:cubicBezTo>
                    <a:cubicBezTo>
                      <a:pt x="4017" y="5779"/>
                      <a:pt x="4823" y="5644"/>
                      <a:pt x="5634" y="5358"/>
                    </a:cubicBezTo>
                    <a:cubicBezTo>
                      <a:pt x="7989" y="4510"/>
                      <a:pt x="9497" y="2739"/>
                      <a:pt x="9026" y="1382"/>
                    </a:cubicBezTo>
                    <a:cubicBezTo>
                      <a:pt x="8692" y="493"/>
                      <a:pt x="7597" y="0"/>
                      <a:pt x="62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30"/>
              <p:cNvSpPr/>
              <p:nvPr/>
            </p:nvSpPr>
            <p:spPr>
              <a:xfrm>
                <a:off x="5028948" y="9061533"/>
                <a:ext cx="312986" cy="207428"/>
              </a:xfrm>
              <a:custGeom>
                <a:avLst/>
                <a:gdLst/>
                <a:ahLst/>
                <a:cxnLst/>
                <a:rect l="l" t="t" r="r" b="b"/>
                <a:pathLst>
                  <a:path w="9761" h="6469" extrusionOk="0">
                    <a:moveTo>
                      <a:pt x="6331" y="683"/>
                    </a:moveTo>
                    <a:cubicBezTo>
                      <a:pt x="6633" y="683"/>
                      <a:pt x="6915" y="721"/>
                      <a:pt x="7198" y="759"/>
                    </a:cubicBezTo>
                    <a:cubicBezTo>
                      <a:pt x="8046" y="928"/>
                      <a:pt x="8611" y="1305"/>
                      <a:pt x="8800" y="1833"/>
                    </a:cubicBezTo>
                    <a:cubicBezTo>
                      <a:pt x="8988" y="2360"/>
                      <a:pt x="8781" y="3020"/>
                      <a:pt x="8216" y="3660"/>
                    </a:cubicBezTo>
                    <a:cubicBezTo>
                      <a:pt x="7518" y="4452"/>
                      <a:pt x="6614" y="5017"/>
                      <a:pt x="5615" y="5356"/>
                    </a:cubicBezTo>
                    <a:cubicBezTo>
                      <a:pt x="4852" y="5629"/>
                      <a:pt x="4083" y="5758"/>
                      <a:pt x="3394" y="5758"/>
                    </a:cubicBezTo>
                    <a:cubicBezTo>
                      <a:pt x="2178" y="5758"/>
                      <a:pt x="1207" y="5355"/>
                      <a:pt x="942" y="4621"/>
                    </a:cubicBezTo>
                    <a:cubicBezTo>
                      <a:pt x="754" y="4075"/>
                      <a:pt x="961" y="3434"/>
                      <a:pt x="1508" y="2775"/>
                    </a:cubicBezTo>
                    <a:cubicBezTo>
                      <a:pt x="2224" y="2002"/>
                      <a:pt x="3128" y="1418"/>
                      <a:pt x="4127" y="1098"/>
                    </a:cubicBezTo>
                    <a:cubicBezTo>
                      <a:pt x="4824" y="834"/>
                      <a:pt x="5578" y="702"/>
                      <a:pt x="6331" y="683"/>
                    </a:cubicBezTo>
                    <a:close/>
                    <a:moveTo>
                      <a:pt x="6377" y="0"/>
                    </a:moveTo>
                    <a:cubicBezTo>
                      <a:pt x="4351" y="0"/>
                      <a:pt x="2398" y="823"/>
                      <a:pt x="980" y="2322"/>
                    </a:cubicBezTo>
                    <a:cubicBezTo>
                      <a:pt x="245" y="3170"/>
                      <a:pt x="0" y="4075"/>
                      <a:pt x="264" y="4847"/>
                    </a:cubicBezTo>
                    <a:cubicBezTo>
                      <a:pt x="635" y="5886"/>
                      <a:pt x="1809" y="6468"/>
                      <a:pt x="3302" y="6468"/>
                    </a:cubicBezTo>
                    <a:cubicBezTo>
                      <a:pt x="3325" y="6468"/>
                      <a:pt x="3349" y="6468"/>
                      <a:pt x="3373" y="6468"/>
                    </a:cubicBezTo>
                    <a:cubicBezTo>
                      <a:pt x="4221" y="6449"/>
                      <a:pt x="5069" y="6298"/>
                      <a:pt x="5860" y="6016"/>
                    </a:cubicBezTo>
                    <a:cubicBezTo>
                      <a:pt x="6972" y="5639"/>
                      <a:pt x="7971" y="4998"/>
                      <a:pt x="8762" y="4131"/>
                    </a:cubicBezTo>
                    <a:cubicBezTo>
                      <a:pt x="9516" y="3283"/>
                      <a:pt x="9761" y="2379"/>
                      <a:pt x="9478" y="1588"/>
                    </a:cubicBezTo>
                    <a:cubicBezTo>
                      <a:pt x="9195" y="815"/>
                      <a:pt x="8442" y="269"/>
                      <a:pt x="7330" y="61"/>
                    </a:cubicBezTo>
                    <a:cubicBezTo>
                      <a:pt x="7012" y="21"/>
                      <a:pt x="6693" y="0"/>
                      <a:pt x="637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30"/>
              <p:cNvSpPr/>
              <p:nvPr/>
            </p:nvSpPr>
            <p:spPr>
              <a:xfrm>
                <a:off x="5254301" y="9120115"/>
                <a:ext cx="190338" cy="299423"/>
              </a:xfrm>
              <a:custGeom>
                <a:avLst/>
                <a:gdLst/>
                <a:ahLst/>
                <a:cxnLst/>
                <a:rect l="l" t="t" r="r" b="b"/>
                <a:pathLst>
                  <a:path w="5936" h="9338" extrusionOk="0">
                    <a:moveTo>
                      <a:pt x="2743" y="1"/>
                    </a:moveTo>
                    <a:cubicBezTo>
                      <a:pt x="2702" y="1"/>
                      <a:pt x="2661" y="2"/>
                      <a:pt x="2620" y="6"/>
                    </a:cubicBezTo>
                    <a:cubicBezTo>
                      <a:pt x="1093" y="119"/>
                      <a:pt x="0" y="2304"/>
                      <a:pt x="189" y="4867"/>
                    </a:cubicBezTo>
                    <a:cubicBezTo>
                      <a:pt x="372" y="7379"/>
                      <a:pt x="1715" y="9337"/>
                      <a:pt x="3193" y="9337"/>
                    </a:cubicBezTo>
                    <a:cubicBezTo>
                      <a:pt x="3234" y="9337"/>
                      <a:pt x="3275" y="9336"/>
                      <a:pt x="3317" y="9333"/>
                    </a:cubicBezTo>
                    <a:cubicBezTo>
                      <a:pt x="4843" y="9220"/>
                      <a:pt x="5936" y="7034"/>
                      <a:pt x="5747" y="4452"/>
                    </a:cubicBezTo>
                    <a:cubicBezTo>
                      <a:pt x="5564" y="1959"/>
                      <a:pt x="4221" y="1"/>
                      <a:pt x="27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30"/>
              <p:cNvSpPr/>
              <p:nvPr/>
            </p:nvSpPr>
            <p:spPr>
              <a:xfrm>
                <a:off x="5242212" y="9108636"/>
                <a:ext cx="219966" cy="322221"/>
              </a:xfrm>
              <a:custGeom>
                <a:avLst/>
                <a:gdLst/>
                <a:ahLst/>
                <a:cxnLst/>
                <a:rect l="l" t="t" r="r" b="b"/>
                <a:pathLst>
                  <a:path w="6860" h="10049" extrusionOk="0">
                    <a:moveTo>
                      <a:pt x="3110" y="722"/>
                    </a:moveTo>
                    <a:cubicBezTo>
                      <a:pt x="3694" y="722"/>
                      <a:pt x="4278" y="1098"/>
                      <a:pt x="4768" y="1796"/>
                    </a:cubicBezTo>
                    <a:cubicBezTo>
                      <a:pt x="5936" y="3661"/>
                      <a:pt x="6106" y="5997"/>
                      <a:pt x="5239" y="8014"/>
                    </a:cubicBezTo>
                    <a:cubicBezTo>
                      <a:pt x="4843" y="8824"/>
                      <a:pt x="4278" y="9295"/>
                      <a:pt x="3656" y="9333"/>
                    </a:cubicBezTo>
                    <a:cubicBezTo>
                      <a:pt x="3618" y="9336"/>
                      <a:pt x="3580" y="9338"/>
                      <a:pt x="3542" y="9338"/>
                    </a:cubicBezTo>
                    <a:cubicBezTo>
                      <a:pt x="2975" y="9338"/>
                      <a:pt x="2399" y="8947"/>
                      <a:pt x="1923" y="8259"/>
                    </a:cubicBezTo>
                    <a:cubicBezTo>
                      <a:pt x="1320" y="7354"/>
                      <a:pt x="980" y="6299"/>
                      <a:pt x="924" y="5206"/>
                    </a:cubicBezTo>
                    <a:cubicBezTo>
                      <a:pt x="754" y="2870"/>
                      <a:pt x="1715" y="816"/>
                      <a:pt x="3015" y="722"/>
                    </a:cubicBezTo>
                    <a:close/>
                    <a:moveTo>
                      <a:pt x="3114" y="1"/>
                    </a:moveTo>
                    <a:cubicBezTo>
                      <a:pt x="3069" y="1"/>
                      <a:pt x="3023" y="2"/>
                      <a:pt x="2978" y="6"/>
                    </a:cubicBezTo>
                    <a:cubicBezTo>
                      <a:pt x="1207" y="137"/>
                      <a:pt x="1" y="2436"/>
                      <a:pt x="208" y="5263"/>
                    </a:cubicBezTo>
                    <a:cubicBezTo>
                      <a:pt x="283" y="6469"/>
                      <a:pt x="660" y="7656"/>
                      <a:pt x="1338" y="8673"/>
                    </a:cubicBezTo>
                    <a:cubicBezTo>
                      <a:pt x="1960" y="9559"/>
                      <a:pt x="2752" y="10049"/>
                      <a:pt x="3562" y="10049"/>
                    </a:cubicBezTo>
                    <a:lnTo>
                      <a:pt x="3713" y="10049"/>
                    </a:lnTo>
                    <a:cubicBezTo>
                      <a:pt x="4598" y="9973"/>
                      <a:pt x="5352" y="9370"/>
                      <a:pt x="5880" y="8334"/>
                    </a:cubicBezTo>
                    <a:cubicBezTo>
                      <a:pt x="6859" y="6073"/>
                      <a:pt x="6671" y="3454"/>
                      <a:pt x="5352" y="1381"/>
                    </a:cubicBezTo>
                    <a:cubicBezTo>
                      <a:pt x="4728" y="472"/>
                      <a:pt x="3918" y="1"/>
                      <a:pt x="311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30"/>
              <p:cNvSpPr/>
              <p:nvPr/>
            </p:nvSpPr>
            <p:spPr>
              <a:xfrm>
                <a:off x="5280882" y="8923172"/>
                <a:ext cx="287623" cy="241417"/>
              </a:xfrm>
              <a:custGeom>
                <a:avLst/>
                <a:gdLst/>
                <a:ahLst/>
                <a:cxnLst/>
                <a:rect l="l" t="t" r="r" b="b"/>
                <a:pathLst>
                  <a:path w="8970" h="7529" extrusionOk="0">
                    <a:moveTo>
                      <a:pt x="6359" y="0"/>
                    </a:moveTo>
                    <a:cubicBezTo>
                      <a:pt x="5231" y="0"/>
                      <a:pt x="3824" y="604"/>
                      <a:pt x="2601" y="1720"/>
                    </a:cubicBezTo>
                    <a:cubicBezTo>
                      <a:pt x="698" y="3453"/>
                      <a:pt x="1" y="5790"/>
                      <a:pt x="1037" y="6920"/>
                    </a:cubicBezTo>
                    <a:cubicBezTo>
                      <a:pt x="1414" y="7332"/>
                      <a:pt x="1972" y="7529"/>
                      <a:pt x="2620" y="7529"/>
                    </a:cubicBezTo>
                    <a:cubicBezTo>
                      <a:pt x="3752" y="7529"/>
                      <a:pt x="5159" y="6929"/>
                      <a:pt x="6369" y="5827"/>
                    </a:cubicBezTo>
                    <a:cubicBezTo>
                      <a:pt x="8272" y="4075"/>
                      <a:pt x="8970" y="1757"/>
                      <a:pt x="7933" y="608"/>
                    </a:cubicBezTo>
                    <a:cubicBezTo>
                      <a:pt x="7557" y="197"/>
                      <a:pt x="7003" y="0"/>
                      <a:pt x="63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30"/>
              <p:cNvSpPr/>
              <p:nvPr/>
            </p:nvSpPr>
            <p:spPr>
              <a:xfrm>
                <a:off x="5282101" y="8911501"/>
                <a:ext cx="285186" cy="265017"/>
              </a:xfrm>
              <a:custGeom>
                <a:avLst/>
                <a:gdLst/>
                <a:ahLst/>
                <a:cxnLst/>
                <a:rect l="l" t="t" r="r" b="b"/>
                <a:pathLst>
                  <a:path w="8894" h="8265" extrusionOk="0">
                    <a:moveTo>
                      <a:pt x="6402" y="707"/>
                    </a:moveTo>
                    <a:cubicBezTo>
                      <a:pt x="6851" y="707"/>
                      <a:pt x="7309" y="877"/>
                      <a:pt x="7632" y="1217"/>
                    </a:cubicBezTo>
                    <a:cubicBezTo>
                      <a:pt x="8046" y="1669"/>
                      <a:pt x="8140" y="2385"/>
                      <a:pt x="7876" y="3252"/>
                    </a:cubicBezTo>
                    <a:cubicBezTo>
                      <a:pt x="7123" y="5324"/>
                      <a:pt x="5389" y="6907"/>
                      <a:pt x="3260" y="7473"/>
                    </a:cubicBezTo>
                    <a:cubicBezTo>
                      <a:pt x="3024" y="7518"/>
                      <a:pt x="2800" y="7540"/>
                      <a:pt x="2590" y="7540"/>
                    </a:cubicBezTo>
                    <a:cubicBezTo>
                      <a:pt x="2015" y="7540"/>
                      <a:pt x="1553" y="7371"/>
                      <a:pt x="1263" y="7039"/>
                    </a:cubicBezTo>
                    <a:cubicBezTo>
                      <a:pt x="848" y="6587"/>
                      <a:pt x="754" y="5871"/>
                      <a:pt x="1018" y="5004"/>
                    </a:cubicBezTo>
                    <a:cubicBezTo>
                      <a:pt x="1771" y="2931"/>
                      <a:pt x="3505" y="1368"/>
                      <a:pt x="5634" y="802"/>
                    </a:cubicBezTo>
                    <a:cubicBezTo>
                      <a:pt x="5860" y="746"/>
                      <a:pt x="6086" y="708"/>
                      <a:pt x="6331" y="708"/>
                    </a:cubicBezTo>
                    <a:cubicBezTo>
                      <a:pt x="6355" y="707"/>
                      <a:pt x="6379" y="707"/>
                      <a:pt x="6402" y="707"/>
                    </a:cubicBezTo>
                    <a:close/>
                    <a:moveTo>
                      <a:pt x="6305" y="1"/>
                    </a:moveTo>
                    <a:cubicBezTo>
                      <a:pt x="6044" y="1"/>
                      <a:pt x="5769" y="29"/>
                      <a:pt x="5483" y="86"/>
                    </a:cubicBezTo>
                    <a:cubicBezTo>
                      <a:pt x="3090" y="708"/>
                      <a:pt x="1168" y="2479"/>
                      <a:pt x="339" y="4797"/>
                    </a:cubicBezTo>
                    <a:cubicBezTo>
                      <a:pt x="0" y="5909"/>
                      <a:pt x="151" y="6888"/>
                      <a:pt x="735" y="7529"/>
                    </a:cubicBezTo>
                    <a:cubicBezTo>
                      <a:pt x="1190" y="8003"/>
                      <a:pt x="1839" y="8265"/>
                      <a:pt x="2512" y="8265"/>
                    </a:cubicBezTo>
                    <a:cubicBezTo>
                      <a:pt x="2535" y="8265"/>
                      <a:pt x="2558" y="8265"/>
                      <a:pt x="2582" y="8264"/>
                    </a:cubicBezTo>
                    <a:cubicBezTo>
                      <a:pt x="2845" y="8245"/>
                      <a:pt x="3128" y="8226"/>
                      <a:pt x="3411" y="8170"/>
                    </a:cubicBezTo>
                    <a:cubicBezTo>
                      <a:pt x="5804" y="7548"/>
                      <a:pt x="7726" y="5777"/>
                      <a:pt x="8555" y="3459"/>
                    </a:cubicBezTo>
                    <a:cubicBezTo>
                      <a:pt x="8894" y="2347"/>
                      <a:pt x="8762" y="1368"/>
                      <a:pt x="8159" y="727"/>
                    </a:cubicBezTo>
                    <a:cubicBezTo>
                      <a:pt x="7723" y="248"/>
                      <a:pt x="7076" y="1"/>
                      <a:pt x="630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30"/>
              <p:cNvSpPr/>
              <p:nvPr/>
            </p:nvSpPr>
            <p:spPr>
              <a:xfrm>
                <a:off x="5210179" y="9043865"/>
                <a:ext cx="311191" cy="182450"/>
              </a:xfrm>
              <a:custGeom>
                <a:avLst/>
                <a:gdLst/>
                <a:ahLst/>
                <a:cxnLst/>
                <a:rect l="l" t="t" r="r" b="b"/>
                <a:pathLst>
                  <a:path w="9705" h="5690" extrusionOk="0">
                    <a:moveTo>
                      <a:pt x="4131" y="1"/>
                    </a:moveTo>
                    <a:cubicBezTo>
                      <a:pt x="2078" y="1"/>
                      <a:pt x="419" y="862"/>
                      <a:pt x="227" y="2157"/>
                    </a:cubicBezTo>
                    <a:cubicBezTo>
                      <a:pt x="1" y="3684"/>
                      <a:pt x="1885" y="5210"/>
                      <a:pt x="4448" y="5606"/>
                    </a:cubicBezTo>
                    <a:cubicBezTo>
                      <a:pt x="4832" y="5663"/>
                      <a:pt x="5210" y="5690"/>
                      <a:pt x="5575" y="5690"/>
                    </a:cubicBezTo>
                    <a:cubicBezTo>
                      <a:pt x="7628" y="5690"/>
                      <a:pt x="9287" y="4829"/>
                      <a:pt x="9479" y="3533"/>
                    </a:cubicBezTo>
                    <a:cubicBezTo>
                      <a:pt x="9705" y="2007"/>
                      <a:pt x="7821" y="462"/>
                      <a:pt x="5258" y="85"/>
                    </a:cubicBezTo>
                    <a:cubicBezTo>
                      <a:pt x="4874" y="28"/>
                      <a:pt x="4496" y="1"/>
                      <a:pt x="41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30"/>
              <p:cNvSpPr/>
              <p:nvPr/>
            </p:nvSpPr>
            <p:spPr>
              <a:xfrm>
                <a:off x="5202323" y="9032546"/>
                <a:ext cx="327512" cy="204959"/>
              </a:xfrm>
              <a:custGeom>
                <a:avLst/>
                <a:gdLst/>
                <a:ahLst/>
                <a:cxnLst/>
                <a:rect l="l" t="t" r="r" b="b"/>
                <a:pathLst>
                  <a:path w="10214" h="6392" extrusionOk="0">
                    <a:moveTo>
                      <a:pt x="4372" y="702"/>
                    </a:moveTo>
                    <a:cubicBezTo>
                      <a:pt x="4730" y="720"/>
                      <a:pt x="5089" y="739"/>
                      <a:pt x="5465" y="796"/>
                    </a:cubicBezTo>
                    <a:cubicBezTo>
                      <a:pt x="6539" y="928"/>
                      <a:pt x="7576" y="1342"/>
                      <a:pt x="8443" y="2002"/>
                    </a:cubicBezTo>
                    <a:cubicBezTo>
                      <a:pt x="9140" y="2586"/>
                      <a:pt x="9479" y="3226"/>
                      <a:pt x="9385" y="3829"/>
                    </a:cubicBezTo>
                    <a:cubicBezTo>
                      <a:pt x="9290" y="4432"/>
                      <a:pt x="8782" y="4960"/>
                      <a:pt x="7953" y="5299"/>
                    </a:cubicBezTo>
                    <a:cubicBezTo>
                      <a:pt x="7232" y="5546"/>
                      <a:pt x="6487" y="5667"/>
                      <a:pt x="5746" y="5667"/>
                    </a:cubicBezTo>
                    <a:cubicBezTo>
                      <a:pt x="4337" y="5667"/>
                      <a:pt x="2945" y="5228"/>
                      <a:pt x="1772" y="4376"/>
                    </a:cubicBezTo>
                    <a:cubicBezTo>
                      <a:pt x="1056" y="3811"/>
                      <a:pt x="736" y="3170"/>
                      <a:pt x="830" y="2567"/>
                    </a:cubicBezTo>
                    <a:cubicBezTo>
                      <a:pt x="924" y="1964"/>
                      <a:pt x="1414" y="1436"/>
                      <a:pt x="2262" y="1097"/>
                    </a:cubicBezTo>
                    <a:cubicBezTo>
                      <a:pt x="2922" y="833"/>
                      <a:pt x="3638" y="702"/>
                      <a:pt x="4372" y="702"/>
                    </a:cubicBezTo>
                    <a:close/>
                    <a:moveTo>
                      <a:pt x="4458" y="0"/>
                    </a:moveTo>
                    <a:cubicBezTo>
                      <a:pt x="3626" y="0"/>
                      <a:pt x="2788" y="139"/>
                      <a:pt x="1979" y="419"/>
                    </a:cubicBezTo>
                    <a:cubicBezTo>
                      <a:pt x="905" y="871"/>
                      <a:pt x="246" y="1587"/>
                      <a:pt x="114" y="2454"/>
                    </a:cubicBezTo>
                    <a:cubicBezTo>
                      <a:pt x="1" y="3321"/>
                      <a:pt x="416" y="4187"/>
                      <a:pt x="1320" y="4922"/>
                    </a:cubicBezTo>
                    <a:cubicBezTo>
                      <a:pt x="2281" y="5676"/>
                      <a:pt x="3430" y="6147"/>
                      <a:pt x="4636" y="6298"/>
                    </a:cubicBezTo>
                    <a:cubicBezTo>
                      <a:pt x="5032" y="6354"/>
                      <a:pt x="5428" y="6392"/>
                      <a:pt x="5823" y="6392"/>
                    </a:cubicBezTo>
                    <a:cubicBezTo>
                      <a:pt x="6652" y="6392"/>
                      <a:pt x="7463" y="6241"/>
                      <a:pt x="8216" y="5959"/>
                    </a:cubicBezTo>
                    <a:cubicBezTo>
                      <a:pt x="9290" y="5506"/>
                      <a:pt x="9950" y="4790"/>
                      <a:pt x="10082" y="3924"/>
                    </a:cubicBezTo>
                    <a:cubicBezTo>
                      <a:pt x="10214" y="3057"/>
                      <a:pt x="9780" y="2190"/>
                      <a:pt x="8876" y="1455"/>
                    </a:cubicBezTo>
                    <a:cubicBezTo>
                      <a:pt x="7582" y="494"/>
                      <a:pt x="6030" y="0"/>
                      <a:pt x="44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30"/>
              <p:cNvSpPr/>
              <p:nvPr/>
            </p:nvSpPr>
            <p:spPr>
              <a:xfrm>
                <a:off x="4761878" y="9340819"/>
                <a:ext cx="188542" cy="88243"/>
              </a:xfrm>
              <a:custGeom>
                <a:avLst/>
                <a:gdLst/>
                <a:ahLst/>
                <a:cxnLst/>
                <a:rect l="l" t="t" r="r" b="b"/>
                <a:pathLst>
                  <a:path w="5880" h="2752" extrusionOk="0">
                    <a:moveTo>
                      <a:pt x="2940" y="0"/>
                    </a:moveTo>
                    <a:cubicBezTo>
                      <a:pt x="1320" y="0"/>
                      <a:pt x="1" y="622"/>
                      <a:pt x="1" y="1376"/>
                    </a:cubicBezTo>
                    <a:cubicBezTo>
                      <a:pt x="1" y="2148"/>
                      <a:pt x="1320" y="2751"/>
                      <a:pt x="2940" y="2751"/>
                    </a:cubicBezTo>
                    <a:cubicBezTo>
                      <a:pt x="4579" y="2751"/>
                      <a:pt x="5880" y="2148"/>
                      <a:pt x="5880" y="1376"/>
                    </a:cubicBezTo>
                    <a:cubicBezTo>
                      <a:pt x="5880" y="622"/>
                      <a:pt x="4579" y="0"/>
                      <a:pt x="29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30"/>
              <p:cNvSpPr/>
              <p:nvPr/>
            </p:nvSpPr>
            <p:spPr>
              <a:xfrm>
                <a:off x="4816261" y="9298525"/>
                <a:ext cx="110592" cy="392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1225" extrusionOk="0">
                    <a:moveTo>
                      <a:pt x="1715" y="0"/>
                    </a:moveTo>
                    <a:cubicBezTo>
                      <a:pt x="773" y="0"/>
                      <a:pt x="0" y="283"/>
                      <a:pt x="0" y="603"/>
                    </a:cubicBezTo>
                    <a:cubicBezTo>
                      <a:pt x="0" y="942"/>
                      <a:pt x="773" y="1225"/>
                      <a:pt x="1734" y="1225"/>
                    </a:cubicBezTo>
                    <a:cubicBezTo>
                      <a:pt x="2676" y="1225"/>
                      <a:pt x="3449" y="942"/>
                      <a:pt x="3449" y="603"/>
                    </a:cubicBezTo>
                    <a:cubicBezTo>
                      <a:pt x="3449" y="264"/>
                      <a:pt x="2676" y="0"/>
                      <a:pt x="1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30"/>
              <p:cNvSpPr/>
              <p:nvPr/>
            </p:nvSpPr>
            <p:spPr>
              <a:xfrm>
                <a:off x="4946765" y="9305163"/>
                <a:ext cx="161351" cy="91257"/>
              </a:xfrm>
              <a:custGeom>
                <a:avLst/>
                <a:gdLst/>
                <a:ahLst/>
                <a:cxnLst/>
                <a:rect l="l" t="t" r="r" b="b"/>
                <a:pathLst>
                  <a:path w="5032" h="2846" extrusionOk="0">
                    <a:moveTo>
                      <a:pt x="2525" y="0"/>
                    </a:moveTo>
                    <a:cubicBezTo>
                      <a:pt x="1131" y="0"/>
                      <a:pt x="0" y="641"/>
                      <a:pt x="0" y="1414"/>
                    </a:cubicBezTo>
                    <a:cubicBezTo>
                      <a:pt x="0" y="2205"/>
                      <a:pt x="1131" y="2846"/>
                      <a:pt x="2525" y="2846"/>
                    </a:cubicBezTo>
                    <a:cubicBezTo>
                      <a:pt x="3901" y="2846"/>
                      <a:pt x="5032" y="2205"/>
                      <a:pt x="5032" y="1414"/>
                    </a:cubicBezTo>
                    <a:cubicBezTo>
                      <a:pt x="5032" y="641"/>
                      <a:pt x="3901" y="0"/>
                      <a:pt x="25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30"/>
              <p:cNvSpPr/>
              <p:nvPr/>
            </p:nvSpPr>
            <p:spPr>
              <a:xfrm>
                <a:off x="5524384" y="9528111"/>
                <a:ext cx="161351" cy="91866"/>
              </a:xfrm>
              <a:custGeom>
                <a:avLst/>
                <a:gdLst/>
                <a:ahLst/>
                <a:cxnLst/>
                <a:rect l="l" t="t" r="r" b="b"/>
                <a:pathLst>
                  <a:path w="5032" h="2865" extrusionOk="0">
                    <a:moveTo>
                      <a:pt x="2525" y="0"/>
                    </a:moveTo>
                    <a:cubicBezTo>
                      <a:pt x="1131" y="0"/>
                      <a:pt x="0" y="641"/>
                      <a:pt x="0" y="1432"/>
                    </a:cubicBezTo>
                    <a:cubicBezTo>
                      <a:pt x="0" y="2224"/>
                      <a:pt x="1131" y="2864"/>
                      <a:pt x="2525" y="2864"/>
                    </a:cubicBezTo>
                    <a:cubicBezTo>
                      <a:pt x="3901" y="2864"/>
                      <a:pt x="5031" y="2224"/>
                      <a:pt x="5031" y="1432"/>
                    </a:cubicBezTo>
                    <a:cubicBezTo>
                      <a:pt x="5031" y="641"/>
                      <a:pt x="3901" y="0"/>
                      <a:pt x="25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30"/>
              <p:cNvSpPr/>
              <p:nvPr/>
            </p:nvSpPr>
            <p:spPr>
              <a:xfrm>
                <a:off x="5353381" y="9413927"/>
                <a:ext cx="160742" cy="91257"/>
              </a:xfrm>
              <a:custGeom>
                <a:avLst/>
                <a:gdLst/>
                <a:ahLst/>
                <a:cxnLst/>
                <a:rect l="l" t="t" r="r" b="b"/>
                <a:pathLst>
                  <a:path w="5013" h="2846" extrusionOk="0">
                    <a:moveTo>
                      <a:pt x="2507" y="0"/>
                    </a:moveTo>
                    <a:cubicBezTo>
                      <a:pt x="1112" y="0"/>
                      <a:pt x="1" y="641"/>
                      <a:pt x="1" y="1432"/>
                    </a:cubicBezTo>
                    <a:cubicBezTo>
                      <a:pt x="1" y="2205"/>
                      <a:pt x="1112" y="2845"/>
                      <a:pt x="2507" y="2845"/>
                    </a:cubicBezTo>
                    <a:cubicBezTo>
                      <a:pt x="3901" y="2845"/>
                      <a:pt x="5013" y="2205"/>
                      <a:pt x="5013" y="1432"/>
                    </a:cubicBezTo>
                    <a:cubicBezTo>
                      <a:pt x="5013" y="641"/>
                      <a:pt x="3901" y="0"/>
                      <a:pt x="25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30"/>
              <p:cNvSpPr/>
              <p:nvPr/>
            </p:nvSpPr>
            <p:spPr>
              <a:xfrm>
                <a:off x="4888760" y="9322670"/>
                <a:ext cx="110592" cy="50791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1584" extrusionOk="0">
                    <a:moveTo>
                      <a:pt x="1715" y="1"/>
                    </a:moveTo>
                    <a:cubicBezTo>
                      <a:pt x="773" y="1"/>
                      <a:pt x="1" y="340"/>
                      <a:pt x="1" y="792"/>
                    </a:cubicBezTo>
                    <a:cubicBezTo>
                      <a:pt x="1" y="1226"/>
                      <a:pt x="773" y="1584"/>
                      <a:pt x="1715" y="1584"/>
                    </a:cubicBezTo>
                    <a:cubicBezTo>
                      <a:pt x="2676" y="1584"/>
                      <a:pt x="3449" y="1226"/>
                      <a:pt x="3449" y="792"/>
                    </a:cubicBezTo>
                    <a:cubicBezTo>
                      <a:pt x="3449" y="340"/>
                      <a:pt x="2676" y="1"/>
                      <a:pt x="17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30"/>
              <p:cNvSpPr/>
              <p:nvPr/>
            </p:nvSpPr>
            <p:spPr>
              <a:xfrm>
                <a:off x="5618623" y="9279767"/>
                <a:ext cx="110592" cy="50791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1584" extrusionOk="0">
                    <a:moveTo>
                      <a:pt x="1715" y="1"/>
                    </a:moveTo>
                    <a:cubicBezTo>
                      <a:pt x="773" y="1"/>
                      <a:pt x="1" y="340"/>
                      <a:pt x="1" y="792"/>
                    </a:cubicBezTo>
                    <a:cubicBezTo>
                      <a:pt x="1" y="1226"/>
                      <a:pt x="773" y="1584"/>
                      <a:pt x="1715" y="1584"/>
                    </a:cubicBezTo>
                    <a:cubicBezTo>
                      <a:pt x="2676" y="1584"/>
                      <a:pt x="3449" y="1226"/>
                      <a:pt x="3449" y="792"/>
                    </a:cubicBezTo>
                    <a:cubicBezTo>
                      <a:pt x="3449" y="340"/>
                      <a:pt x="2676" y="1"/>
                      <a:pt x="17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30"/>
              <p:cNvSpPr/>
              <p:nvPr/>
            </p:nvSpPr>
            <p:spPr>
              <a:xfrm>
                <a:off x="4527451" y="9340819"/>
                <a:ext cx="195180" cy="80387"/>
              </a:xfrm>
              <a:custGeom>
                <a:avLst/>
                <a:gdLst/>
                <a:ahLst/>
                <a:cxnLst/>
                <a:rect l="l" t="t" r="r" b="b"/>
                <a:pathLst>
                  <a:path w="6087" h="2507" extrusionOk="0">
                    <a:moveTo>
                      <a:pt x="3034" y="0"/>
                    </a:moveTo>
                    <a:cubicBezTo>
                      <a:pt x="1357" y="0"/>
                      <a:pt x="1" y="565"/>
                      <a:pt x="1" y="1263"/>
                    </a:cubicBezTo>
                    <a:cubicBezTo>
                      <a:pt x="1" y="1941"/>
                      <a:pt x="1357" y="2506"/>
                      <a:pt x="3034" y="2506"/>
                    </a:cubicBezTo>
                    <a:cubicBezTo>
                      <a:pt x="4730" y="2506"/>
                      <a:pt x="6087" y="1941"/>
                      <a:pt x="6087" y="1263"/>
                    </a:cubicBezTo>
                    <a:cubicBezTo>
                      <a:pt x="6087" y="565"/>
                      <a:pt x="4730" y="0"/>
                      <a:pt x="30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30"/>
              <p:cNvSpPr/>
              <p:nvPr/>
            </p:nvSpPr>
            <p:spPr>
              <a:xfrm>
                <a:off x="4417500" y="9340819"/>
                <a:ext cx="171612" cy="77341"/>
              </a:xfrm>
              <a:custGeom>
                <a:avLst/>
                <a:gdLst/>
                <a:ahLst/>
                <a:cxnLst/>
                <a:rect l="l" t="t" r="r" b="b"/>
                <a:pathLst>
                  <a:path w="5352" h="2412" extrusionOk="0">
                    <a:moveTo>
                      <a:pt x="2676" y="0"/>
                    </a:moveTo>
                    <a:cubicBezTo>
                      <a:pt x="1206" y="0"/>
                      <a:pt x="0" y="547"/>
                      <a:pt x="0" y="1206"/>
                    </a:cubicBezTo>
                    <a:cubicBezTo>
                      <a:pt x="0" y="1884"/>
                      <a:pt x="1206" y="2412"/>
                      <a:pt x="2676" y="2412"/>
                    </a:cubicBezTo>
                    <a:cubicBezTo>
                      <a:pt x="4146" y="2412"/>
                      <a:pt x="5352" y="1884"/>
                      <a:pt x="5352" y="1206"/>
                    </a:cubicBezTo>
                    <a:cubicBezTo>
                      <a:pt x="5352" y="547"/>
                      <a:pt x="4146" y="0"/>
                      <a:pt x="26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30"/>
              <p:cNvSpPr/>
              <p:nvPr/>
            </p:nvSpPr>
            <p:spPr>
              <a:xfrm>
                <a:off x="4520814" y="9317860"/>
                <a:ext cx="103955" cy="41107"/>
              </a:xfrm>
              <a:custGeom>
                <a:avLst/>
                <a:gdLst/>
                <a:ahLst/>
                <a:cxnLst/>
                <a:rect l="l" t="t" r="r" b="b"/>
                <a:pathLst>
                  <a:path w="3242" h="1282" extrusionOk="0">
                    <a:moveTo>
                      <a:pt x="1621" y="0"/>
                    </a:moveTo>
                    <a:cubicBezTo>
                      <a:pt x="735" y="0"/>
                      <a:pt x="0" y="302"/>
                      <a:pt x="0" y="641"/>
                    </a:cubicBezTo>
                    <a:cubicBezTo>
                      <a:pt x="0" y="999"/>
                      <a:pt x="735" y="1281"/>
                      <a:pt x="1621" y="1281"/>
                    </a:cubicBezTo>
                    <a:cubicBezTo>
                      <a:pt x="2525" y="1281"/>
                      <a:pt x="3241" y="999"/>
                      <a:pt x="3241" y="641"/>
                    </a:cubicBezTo>
                    <a:cubicBezTo>
                      <a:pt x="3241" y="302"/>
                      <a:pt x="2525" y="0"/>
                      <a:pt x="16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30"/>
              <p:cNvSpPr/>
              <p:nvPr/>
            </p:nvSpPr>
            <p:spPr>
              <a:xfrm>
                <a:off x="4892992" y="9445928"/>
                <a:ext cx="80387" cy="46558"/>
              </a:xfrm>
              <a:custGeom>
                <a:avLst/>
                <a:gdLst/>
                <a:ahLst/>
                <a:cxnLst/>
                <a:rect l="l" t="t" r="r" b="b"/>
                <a:pathLst>
                  <a:path w="2507" h="1452" extrusionOk="0">
                    <a:moveTo>
                      <a:pt x="1244" y="1"/>
                    </a:moveTo>
                    <a:cubicBezTo>
                      <a:pt x="566" y="1"/>
                      <a:pt x="0" y="321"/>
                      <a:pt x="0" y="717"/>
                    </a:cubicBezTo>
                    <a:cubicBezTo>
                      <a:pt x="0" y="1112"/>
                      <a:pt x="566" y="1452"/>
                      <a:pt x="1244" y="1452"/>
                    </a:cubicBezTo>
                    <a:cubicBezTo>
                      <a:pt x="1941" y="1452"/>
                      <a:pt x="2507" y="1112"/>
                      <a:pt x="2507" y="717"/>
                    </a:cubicBezTo>
                    <a:cubicBezTo>
                      <a:pt x="2507" y="321"/>
                      <a:pt x="1941" y="1"/>
                      <a:pt x="12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30"/>
              <p:cNvSpPr/>
              <p:nvPr/>
            </p:nvSpPr>
            <p:spPr>
              <a:xfrm>
                <a:off x="4694221" y="9388532"/>
                <a:ext cx="88852" cy="48386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1509" extrusionOk="0">
                    <a:moveTo>
                      <a:pt x="1395" y="1"/>
                    </a:moveTo>
                    <a:cubicBezTo>
                      <a:pt x="622" y="1"/>
                      <a:pt x="0" y="340"/>
                      <a:pt x="0" y="754"/>
                    </a:cubicBezTo>
                    <a:cubicBezTo>
                      <a:pt x="0" y="1169"/>
                      <a:pt x="622" y="1508"/>
                      <a:pt x="1395" y="1508"/>
                    </a:cubicBezTo>
                    <a:cubicBezTo>
                      <a:pt x="2148" y="1508"/>
                      <a:pt x="2770" y="1169"/>
                      <a:pt x="2770" y="754"/>
                    </a:cubicBezTo>
                    <a:cubicBezTo>
                      <a:pt x="2770" y="340"/>
                      <a:pt x="2148" y="1"/>
                      <a:pt x="1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30"/>
              <p:cNvSpPr/>
              <p:nvPr/>
            </p:nvSpPr>
            <p:spPr>
              <a:xfrm>
                <a:off x="5011408" y="9418128"/>
                <a:ext cx="113029" cy="50791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1584" extrusionOk="0">
                    <a:moveTo>
                      <a:pt x="1772" y="1"/>
                    </a:moveTo>
                    <a:cubicBezTo>
                      <a:pt x="792" y="1"/>
                      <a:pt x="1" y="359"/>
                      <a:pt x="1" y="792"/>
                    </a:cubicBezTo>
                    <a:cubicBezTo>
                      <a:pt x="1" y="1226"/>
                      <a:pt x="792" y="1584"/>
                      <a:pt x="1772" y="1584"/>
                    </a:cubicBezTo>
                    <a:cubicBezTo>
                      <a:pt x="2733" y="1584"/>
                      <a:pt x="3524" y="1226"/>
                      <a:pt x="3524" y="792"/>
                    </a:cubicBezTo>
                    <a:cubicBezTo>
                      <a:pt x="3524" y="359"/>
                      <a:pt x="2733" y="1"/>
                      <a:pt x="17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30"/>
              <p:cNvSpPr/>
              <p:nvPr/>
            </p:nvSpPr>
            <p:spPr>
              <a:xfrm>
                <a:off x="4892992" y="9344442"/>
                <a:ext cx="182482" cy="73717"/>
              </a:xfrm>
              <a:custGeom>
                <a:avLst/>
                <a:gdLst/>
                <a:ahLst/>
                <a:cxnLst/>
                <a:rect l="l" t="t" r="r" b="b"/>
                <a:pathLst>
                  <a:path w="5691" h="2299" extrusionOk="0">
                    <a:moveTo>
                      <a:pt x="2846" y="0"/>
                    </a:moveTo>
                    <a:cubicBezTo>
                      <a:pt x="1263" y="0"/>
                      <a:pt x="0" y="509"/>
                      <a:pt x="0" y="1150"/>
                    </a:cubicBezTo>
                    <a:cubicBezTo>
                      <a:pt x="0" y="1790"/>
                      <a:pt x="1263" y="2299"/>
                      <a:pt x="2846" y="2299"/>
                    </a:cubicBezTo>
                    <a:cubicBezTo>
                      <a:pt x="4410" y="2299"/>
                      <a:pt x="5691" y="1790"/>
                      <a:pt x="5691" y="1150"/>
                    </a:cubicBezTo>
                    <a:cubicBezTo>
                      <a:pt x="5691" y="509"/>
                      <a:pt x="4410" y="0"/>
                      <a:pt x="28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30"/>
              <p:cNvSpPr/>
              <p:nvPr/>
            </p:nvSpPr>
            <p:spPr>
              <a:xfrm>
                <a:off x="5514091" y="9392155"/>
                <a:ext cx="182514" cy="73749"/>
              </a:xfrm>
              <a:custGeom>
                <a:avLst/>
                <a:gdLst/>
                <a:ahLst/>
                <a:cxnLst/>
                <a:rect l="l" t="t" r="r" b="b"/>
                <a:pathLst>
                  <a:path w="5692" h="2300" extrusionOk="0">
                    <a:moveTo>
                      <a:pt x="2846" y="1"/>
                    </a:moveTo>
                    <a:cubicBezTo>
                      <a:pt x="1263" y="1"/>
                      <a:pt x="1" y="528"/>
                      <a:pt x="1" y="1150"/>
                    </a:cubicBezTo>
                    <a:cubicBezTo>
                      <a:pt x="1" y="1791"/>
                      <a:pt x="1263" y="2300"/>
                      <a:pt x="2846" y="2300"/>
                    </a:cubicBezTo>
                    <a:cubicBezTo>
                      <a:pt x="4410" y="2300"/>
                      <a:pt x="5691" y="1791"/>
                      <a:pt x="5691" y="1150"/>
                    </a:cubicBezTo>
                    <a:cubicBezTo>
                      <a:pt x="5691" y="528"/>
                      <a:pt x="4410" y="1"/>
                      <a:pt x="2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30"/>
              <p:cNvSpPr/>
              <p:nvPr/>
            </p:nvSpPr>
            <p:spPr>
              <a:xfrm>
                <a:off x="5082111" y="9549241"/>
                <a:ext cx="182482" cy="73749"/>
              </a:xfrm>
              <a:custGeom>
                <a:avLst/>
                <a:gdLst/>
                <a:ahLst/>
                <a:cxnLst/>
                <a:rect l="l" t="t" r="r" b="b"/>
                <a:pathLst>
                  <a:path w="5691" h="2300" extrusionOk="0">
                    <a:moveTo>
                      <a:pt x="2846" y="1"/>
                    </a:moveTo>
                    <a:cubicBezTo>
                      <a:pt x="1263" y="1"/>
                      <a:pt x="0" y="528"/>
                      <a:pt x="0" y="1150"/>
                    </a:cubicBezTo>
                    <a:cubicBezTo>
                      <a:pt x="0" y="1791"/>
                      <a:pt x="1263" y="2300"/>
                      <a:pt x="2846" y="2300"/>
                    </a:cubicBezTo>
                    <a:cubicBezTo>
                      <a:pt x="4409" y="2300"/>
                      <a:pt x="5691" y="1791"/>
                      <a:pt x="5691" y="1150"/>
                    </a:cubicBezTo>
                    <a:cubicBezTo>
                      <a:pt x="5691" y="528"/>
                      <a:pt x="4409" y="1"/>
                      <a:pt x="2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30"/>
              <p:cNvSpPr/>
              <p:nvPr/>
            </p:nvSpPr>
            <p:spPr>
              <a:xfrm>
                <a:off x="5308683" y="9555302"/>
                <a:ext cx="182482" cy="73717"/>
              </a:xfrm>
              <a:custGeom>
                <a:avLst/>
                <a:gdLst/>
                <a:ahLst/>
                <a:cxnLst/>
                <a:rect l="l" t="t" r="r" b="b"/>
                <a:pathLst>
                  <a:path w="5691" h="2299" extrusionOk="0">
                    <a:moveTo>
                      <a:pt x="2846" y="0"/>
                    </a:moveTo>
                    <a:cubicBezTo>
                      <a:pt x="1282" y="0"/>
                      <a:pt x="0" y="509"/>
                      <a:pt x="0" y="1150"/>
                    </a:cubicBezTo>
                    <a:cubicBezTo>
                      <a:pt x="0" y="1790"/>
                      <a:pt x="1282" y="2299"/>
                      <a:pt x="2846" y="2299"/>
                    </a:cubicBezTo>
                    <a:cubicBezTo>
                      <a:pt x="4428" y="2299"/>
                      <a:pt x="5691" y="1790"/>
                      <a:pt x="5691" y="1150"/>
                    </a:cubicBezTo>
                    <a:cubicBezTo>
                      <a:pt x="5691" y="509"/>
                      <a:pt x="4428" y="0"/>
                      <a:pt x="28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30"/>
              <p:cNvSpPr/>
              <p:nvPr/>
            </p:nvSpPr>
            <p:spPr>
              <a:xfrm>
                <a:off x="5244040" y="9592144"/>
                <a:ext cx="182482" cy="73749"/>
              </a:xfrm>
              <a:custGeom>
                <a:avLst/>
                <a:gdLst/>
                <a:ahLst/>
                <a:cxnLst/>
                <a:rect l="l" t="t" r="r" b="b"/>
                <a:pathLst>
                  <a:path w="5691" h="2300" extrusionOk="0">
                    <a:moveTo>
                      <a:pt x="2845" y="1"/>
                    </a:moveTo>
                    <a:cubicBezTo>
                      <a:pt x="1263" y="1"/>
                      <a:pt x="0" y="509"/>
                      <a:pt x="0" y="1150"/>
                    </a:cubicBezTo>
                    <a:cubicBezTo>
                      <a:pt x="0" y="1791"/>
                      <a:pt x="1263" y="2299"/>
                      <a:pt x="2845" y="2299"/>
                    </a:cubicBezTo>
                    <a:cubicBezTo>
                      <a:pt x="4409" y="2299"/>
                      <a:pt x="5691" y="1791"/>
                      <a:pt x="5691" y="1150"/>
                    </a:cubicBezTo>
                    <a:cubicBezTo>
                      <a:pt x="5691" y="509"/>
                      <a:pt x="4409" y="1"/>
                      <a:pt x="28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30"/>
              <p:cNvSpPr/>
              <p:nvPr/>
            </p:nvSpPr>
            <p:spPr>
              <a:xfrm>
                <a:off x="5023497" y="9690039"/>
                <a:ext cx="182514" cy="73717"/>
              </a:xfrm>
              <a:custGeom>
                <a:avLst/>
                <a:gdLst/>
                <a:ahLst/>
                <a:cxnLst/>
                <a:rect l="l" t="t" r="r" b="b"/>
                <a:pathLst>
                  <a:path w="5692" h="2299" extrusionOk="0">
                    <a:moveTo>
                      <a:pt x="2846" y="0"/>
                    </a:moveTo>
                    <a:cubicBezTo>
                      <a:pt x="1282" y="0"/>
                      <a:pt x="1" y="509"/>
                      <a:pt x="1" y="1150"/>
                    </a:cubicBezTo>
                    <a:cubicBezTo>
                      <a:pt x="1" y="1790"/>
                      <a:pt x="1282" y="2299"/>
                      <a:pt x="2846" y="2299"/>
                    </a:cubicBezTo>
                    <a:cubicBezTo>
                      <a:pt x="4429" y="2299"/>
                      <a:pt x="5691" y="1790"/>
                      <a:pt x="5691" y="1150"/>
                    </a:cubicBezTo>
                    <a:cubicBezTo>
                      <a:pt x="5691" y="509"/>
                      <a:pt x="4429" y="0"/>
                      <a:pt x="28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30"/>
              <p:cNvSpPr/>
              <p:nvPr/>
            </p:nvSpPr>
            <p:spPr>
              <a:xfrm>
                <a:off x="4997524" y="9877940"/>
                <a:ext cx="181873" cy="73717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2299" extrusionOk="0">
                    <a:moveTo>
                      <a:pt x="2846" y="0"/>
                    </a:moveTo>
                    <a:cubicBezTo>
                      <a:pt x="1282" y="0"/>
                      <a:pt x="0" y="509"/>
                      <a:pt x="0" y="1150"/>
                    </a:cubicBezTo>
                    <a:cubicBezTo>
                      <a:pt x="0" y="1790"/>
                      <a:pt x="1263" y="2299"/>
                      <a:pt x="2827" y="2299"/>
                    </a:cubicBezTo>
                    <a:cubicBezTo>
                      <a:pt x="4409" y="2299"/>
                      <a:pt x="5672" y="1790"/>
                      <a:pt x="5672" y="1150"/>
                    </a:cubicBezTo>
                    <a:cubicBezTo>
                      <a:pt x="5672" y="509"/>
                      <a:pt x="4409" y="0"/>
                      <a:pt x="28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30"/>
              <p:cNvSpPr/>
              <p:nvPr/>
            </p:nvSpPr>
            <p:spPr>
              <a:xfrm>
                <a:off x="5121968" y="9744389"/>
                <a:ext cx="181905" cy="74359"/>
              </a:xfrm>
              <a:custGeom>
                <a:avLst/>
                <a:gdLst/>
                <a:ahLst/>
                <a:cxnLst/>
                <a:rect l="l" t="t" r="r" b="b"/>
                <a:pathLst>
                  <a:path w="5673" h="2319" extrusionOk="0">
                    <a:moveTo>
                      <a:pt x="2846" y="1"/>
                    </a:moveTo>
                    <a:cubicBezTo>
                      <a:pt x="1263" y="1"/>
                      <a:pt x="1" y="529"/>
                      <a:pt x="1" y="1169"/>
                    </a:cubicBezTo>
                    <a:cubicBezTo>
                      <a:pt x="1" y="1791"/>
                      <a:pt x="1263" y="2319"/>
                      <a:pt x="2846" y="2319"/>
                    </a:cubicBezTo>
                    <a:cubicBezTo>
                      <a:pt x="4410" y="2319"/>
                      <a:pt x="5673" y="1791"/>
                      <a:pt x="5673" y="1169"/>
                    </a:cubicBezTo>
                    <a:cubicBezTo>
                      <a:pt x="5673" y="529"/>
                      <a:pt x="4410" y="1"/>
                      <a:pt x="2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30"/>
              <p:cNvSpPr/>
              <p:nvPr/>
            </p:nvSpPr>
            <p:spPr>
              <a:xfrm>
                <a:off x="4779995" y="9541385"/>
                <a:ext cx="182514" cy="73749"/>
              </a:xfrm>
              <a:custGeom>
                <a:avLst/>
                <a:gdLst/>
                <a:ahLst/>
                <a:cxnLst/>
                <a:rect l="l" t="t" r="r" b="b"/>
                <a:pathLst>
                  <a:path w="5692" h="2300" extrusionOk="0">
                    <a:moveTo>
                      <a:pt x="2865" y="1"/>
                    </a:moveTo>
                    <a:cubicBezTo>
                      <a:pt x="1282" y="1"/>
                      <a:pt x="1" y="510"/>
                      <a:pt x="1" y="1150"/>
                    </a:cubicBezTo>
                    <a:cubicBezTo>
                      <a:pt x="1" y="1791"/>
                      <a:pt x="1282" y="2300"/>
                      <a:pt x="2865" y="2300"/>
                    </a:cubicBezTo>
                    <a:cubicBezTo>
                      <a:pt x="4429" y="2300"/>
                      <a:pt x="5691" y="1791"/>
                      <a:pt x="5691" y="1150"/>
                    </a:cubicBezTo>
                    <a:cubicBezTo>
                      <a:pt x="5691" y="510"/>
                      <a:pt x="4429" y="1"/>
                      <a:pt x="28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30"/>
              <p:cNvSpPr/>
              <p:nvPr/>
            </p:nvSpPr>
            <p:spPr>
              <a:xfrm>
                <a:off x="4643462" y="9578260"/>
                <a:ext cx="182482" cy="73749"/>
              </a:xfrm>
              <a:custGeom>
                <a:avLst/>
                <a:gdLst/>
                <a:ahLst/>
                <a:cxnLst/>
                <a:rect l="l" t="t" r="r" b="b"/>
                <a:pathLst>
                  <a:path w="5691" h="2300" extrusionOk="0">
                    <a:moveTo>
                      <a:pt x="2846" y="0"/>
                    </a:moveTo>
                    <a:cubicBezTo>
                      <a:pt x="1263" y="0"/>
                      <a:pt x="0" y="509"/>
                      <a:pt x="0" y="1150"/>
                    </a:cubicBezTo>
                    <a:cubicBezTo>
                      <a:pt x="0" y="1790"/>
                      <a:pt x="1263" y="2299"/>
                      <a:pt x="2846" y="2299"/>
                    </a:cubicBezTo>
                    <a:cubicBezTo>
                      <a:pt x="4410" y="2299"/>
                      <a:pt x="5691" y="1790"/>
                      <a:pt x="5691" y="1150"/>
                    </a:cubicBezTo>
                    <a:cubicBezTo>
                      <a:pt x="5691" y="509"/>
                      <a:pt x="4410" y="0"/>
                      <a:pt x="28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30"/>
              <p:cNvSpPr/>
              <p:nvPr/>
            </p:nvSpPr>
            <p:spPr>
              <a:xfrm>
                <a:off x="4506897" y="9495468"/>
                <a:ext cx="181905" cy="73749"/>
              </a:xfrm>
              <a:custGeom>
                <a:avLst/>
                <a:gdLst/>
                <a:ahLst/>
                <a:cxnLst/>
                <a:rect l="l" t="t" r="r" b="b"/>
                <a:pathLst>
                  <a:path w="5673" h="2300" extrusionOk="0">
                    <a:moveTo>
                      <a:pt x="2846" y="1"/>
                    </a:moveTo>
                    <a:cubicBezTo>
                      <a:pt x="1263" y="1"/>
                      <a:pt x="1" y="510"/>
                      <a:pt x="1" y="1150"/>
                    </a:cubicBezTo>
                    <a:cubicBezTo>
                      <a:pt x="1" y="1791"/>
                      <a:pt x="1263" y="2300"/>
                      <a:pt x="2827" y="2300"/>
                    </a:cubicBezTo>
                    <a:cubicBezTo>
                      <a:pt x="4410" y="2300"/>
                      <a:pt x="5673" y="1791"/>
                      <a:pt x="5673" y="1150"/>
                    </a:cubicBezTo>
                    <a:cubicBezTo>
                      <a:pt x="5673" y="510"/>
                      <a:pt x="4410" y="1"/>
                      <a:pt x="2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30"/>
              <p:cNvSpPr/>
              <p:nvPr/>
            </p:nvSpPr>
            <p:spPr>
              <a:xfrm>
                <a:off x="4506320" y="9629019"/>
                <a:ext cx="182482" cy="73717"/>
              </a:xfrm>
              <a:custGeom>
                <a:avLst/>
                <a:gdLst/>
                <a:ahLst/>
                <a:cxnLst/>
                <a:rect l="l" t="t" r="r" b="b"/>
                <a:pathLst>
                  <a:path w="5691" h="2299" extrusionOk="0">
                    <a:moveTo>
                      <a:pt x="2845" y="0"/>
                    </a:moveTo>
                    <a:cubicBezTo>
                      <a:pt x="1281" y="0"/>
                      <a:pt x="0" y="509"/>
                      <a:pt x="0" y="1149"/>
                    </a:cubicBezTo>
                    <a:cubicBezTo>
                      <a:pt x="0" y="1790"/>
                      <a:pt x="1281" y="2299"/>
                      <a:pt x="2845" y="2299"/>
                    </a:cubicBezTo>
                    <a:cubicBezTo>
                      <a:pt x="4409" y="2299"/>
                      <a:pt x="5691" y="1790"/>
                      <a:pt x="5691" y="1149"/>
                    </a:cubicBezTo>
                    <a:cubicBezTo>
                      <a:pt x="5691" y="509"/>
                      <a:pt x="4409" y="0"/>
                      <a:pt x="28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30"/>
              <p:cNvSpPr/>
              <p:nvPr/>
            </p:nvSpPr>
            <p:spPr>
              <a:xfrm>
                <a:off x="4561280" y="9520255"/>
                <a:ext cx="181905" cy="73749"/>
              </a:xfrm>
              <a:custGeom>
                <a:avLst/>
                <a:gdLst/>
                <a:ahLst/>
                <a:cxnLst/>
                <a:rect l="l" t="t" r="r" b="b"/>
                <a:pathLst>
                  <a:path w="5673" h="2300" extrusionOk="0">
                    <a:moveTo>
                      <a:pt x="2827" y="0"/>
                    </a:moveTo>
                    <a:cubicBezTo>
                      <a:pt x="1263" y="0"/>
                      <a:pt x="1" y="509"/>
                      <a:pt x="1" y="1150"/>
                    </a:cubicBezTo>
                    <a:cubicBezTo>
                      <a:pt x="1" y="1790"/>
                      <a:pt x="1263" y="2299"/>
                      <a:pt x="2827" y="2299"/>
                    </a:cubicBezTo>
                    <a:cubicBezTo>
                      <a:pt x="4410" y="2299"/>
                      <a:pt x="5672" y="1790"/>
                      <a:pt x="5672" y="1150"/>
                    </a:cubicBezTo>
                    <a:cubicBezTo>
                      <a:pt x="5672" y="509"/>
                      <a:pt x="4410" y="0"/>
                      <a:pt x="28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30"/>
              <p:cNvSpPr/>
              <p:nvPr/>
            </p:nvSpPr>
            <p:spPr>
              <a:xfrm>
                <a:off x="5006566" y="9744389"/>
                <a:ext cx="182514" cy="74359"/>
              </a:xfrm>
              <a:custGeom>
                <a:avLst/>
                <a:gdLst/>
                <a:ahLst/>
                <a:cxnLst/>
                <a:rect l="l" t="t" r="r" b="b"/>
                <a:pathLst>
                  <a:path w="5692" h="2319" extrusionOk="0">
                    <a:moveTo>
                      <a:pt x="2846" y="1"/>
                    </a:moveTo>
                    <a:cubicBezTo>
                      <a:pt x="1282" y="1"/>
                      <a:pt x="1" y="529"/>
                      <a:pt x="1" y="1169"/>
                    </a:cubicBezTo>
                    <a:cubicBezTo>
                      <a:pt x="1" y="1791"/>
                      <a:pt x="1282" y="2319"/>
                      <a:pt x="2846" y="2319"/>
                    </a:cubicBezTo>
                    <a:cubicBezTo>
                      <a:pt x="4429" y="2319"/>
                      <a:pt x="5691" y="1791"/>
                      <a:pt x="5691" y="1169"/>
                    </a:cubicBezTo>
                    <a:cubicBezTo>
                      <a:pt x="5691" y="529"/>
                      <a:pt x="4429" y="1"/>
                      <a:pt x="2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30"/>
              <p:cNvSpPr/>
              <p:nvPr/>
            </p:nvSpPr>
            <p:spPr>
              <a:xfrm>
                <a:off x="4845857" y="9690039"/>
                <a:ext cx="182514" cy="73717"/>
              </a:xfrm>
              <a:custGeom>
                <a:avLst/>
                <a:gdLst/>
                <a:ahLst/>
                <a:cxnLst/>
                <a:rect l="l" t="t" r="r" b="b"/>
                <a:pathLst>
                  <a:path w="5692" h="2299" extrusionOk="0">
                    <a:moveTo>
                      <a:pt x="2846" y="0"/>
                    </a:moveTo>
                    <a:cubicBezTo>
                      <a:pt x="1282" y="0"/>
                      <a:pt x="1" y="509"/>
                      <a:pt x="1" y="1150"/>
                    </a:cubicBezTo>
                    <a:cubicBezTo>
                      <a:pt x="1" y="1790"/>
                      <a:pt x="1282" y="2299"/>
                      <a:pt x="2846" y="2299"/>
                    </a:cubicBezTo>
                    <a:cubicBezTo>
                      <a:pt x="4429" y="2299"/>
                      <a:pt x="5691" y="1790"/>
                      <a:pt x="5691" y="1150"/>
                    </a:cubicBezTo>
                    <a:cubicBezTo>
                      <a:pt x="5691" y="509"/>
                      <a:pt x="4429" y="0"/>
                      <a:pt x="28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30"/>
              <p:cNvSpPr/>
              <p:nvPr/>
            </p:nvSpPr>
            <p:spPr>
              <a:xfrm>
                <a:off x="4877280" y="9629019"/>
                <a:ext cx="182514" cy="73717"/>
              </a:xfrm>
              <a:custGeom>
                <a:avLst/>
                <a:gdLst/>
                <a:ahLst/>
                <a:cxnLst/>
                <a:rect l="l" t="t" r="r" b="b"/>
                <a:pathLst>
                  <a:path w="5692" h="2299" extrusionOk="0">
                    <a:moveTo>
                      <a:pt x="2846" y="0"/>
                    </a:moveTo>
                    <a:cubicBezTo>
                      <a:pt x="1263" y="0"/>
                      <a:pt x="1" y="509"/>
                      <a:pt x="1" y="1149"/>
                    </a:cubicBezTo>
                    <a:cubicBezTo>
                      <a:pt x="1" y="1790"/>
                      <a:pt x="1263" y="2299"/>
                      <a:pt x="2846" y="2299"/>
                    </a:cubicBezTo>
                    <a:cubicBezTo>
                      <a:pt x="4410" y="2299"/>
                      <a:pt x="5691" y="1790"/>
                      <a:pt x="5691" y="1149"/>
                    </a:cubicBezTo>
                    <a:cubicBezTo>
                      <a:pt x="5691" y="509"/>
                      <a:pt x="4410" y="0"/>
                      <a:pt x="28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30"/>
              <p:cNvSpPr/>
              <p:nvPr/>
            </p:nvSpPr>
            <p:spPr>
              <a:xfrm>
                <a:off x="4773967" y="9293683"/>
                <a:ext cx="141407" cy="56819"/>
              </a:xfrm>
              <a:custGeom>
                <a:avLst/>
                <a:gdLst/>
                <a:ahLst/>
                <a:cxnLst/>
                <a:rect l="l" t="t" r="r" b="b"/>
                <a:pathLst>
                  <a:path w="4410" h="1772" extrusionOk="0">
                    <a:moveTo>
                      <a:pt x="2205" y="0"/>
                    </a:moveTo>
                    <a:cubicBezTo>
                      <a:pt x="999" y="0"/>
                      <a:pt x="0" y="396"/>
                      <a:pt x="0" y="886"/>
                    </a:cubicBezTo>
                    <a:cubicBezTo>
                      <a:pt x="0" y="1376"/>
                      <a:pt x="999" y="1772"/>
                      <a:pt x="2205" y="1772"/>
                    </a:cubicBezTo>
                    <a:cubicBezTo>
                      <a:pt x="3430" y="1772"/>
                      <a:pt x="4410" y="1376"/>
                      <a:pt x="4410" y="886"/>
                    </a:cubicBezTo>
                    <a:cubicBezTo>
                      <a:pt x="4410" y="396"/>
                      <a:pt x="3430" y="0"/>
                      <a:pt x="22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30"/>
              <p:cNvSpPr/>
              <p:nvPr/>
            </p:nvSpPr>
            <p:spPr>
              <a:xfrm>
                <a:off x="4335542" y="9386159"/>
                <a:ext cx="232439" cy="728036"/>
              </a:xfrm>
              <a:custGeom>
                <a:avLst/>
                <a:gdLst/>
                <a:ahLst/>
                <a:cxnLst/>
                <a:rect l="l" t="t" r="r" b="b"/>
                <a:pathLst>
                  <a:path w="7249" h="22705" extrusionOk="0">
                    <a:moveTo>
                      <a:pt x="381" y="0"/>
                    </a:moveTo>
                    <a:cubicBezTo>
                      <a:pt x="193" y="0"/>
                      <a:pt x="1" y="157"/>
                      <a:pt x="69" y="395"/>
                    </a:cubicBezTo>
                    <a:lnTo>
                      <a:pt x="6607" y="22460"/>
                    </a:lnTo>
                    <a:cubicBezTo>
                      <a:pt x="6645" y="22592"/>
                      <a:pt x="6758" y="22686"/>
                      <a:pt x="6909" y="22705"/>
                    </a:cubicBezTo>
                    <a:cubicBezTo>
                      <a:pt x="6928" y="22686"/>
                      <a:pt x="6965" y="22686"/>
                      <a:pt x="6984" y="22667"/>
                    </a:cubicBezTo>
                    <a:cubicBezTo>
                      <a:pt x="7154" y="22629"/>
                      <a:pt x="7248" y="22441"/>
                      <a:pt x="7192" y="22290"/>
                    </a:cubicBezTo>
                    <a:lnTo>
                      <a:pt x="672" y="225"/>
                    </a:lnTo>
                    <a:cubicBezTo>
                      <a:pt x="627" y="68"/>
                      <a:pt x="505" y="0"/>
                      <a:pt x="3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30"/>
              <p:cNvSpPr/>
              <p:nvPr/>
            </p:nvSpPr>
            <p:spPr>
              <a:xfrm>
                <a:off x="4545568" y="9583968"/>
                <a:ext cx="633348" cy="530227"/>
              </a:xfrm>
              <a:custGeom>
                <a:avLst/>
                <a:gdLst/>
                <a:ahLst/>
                <a:cxnLst/>
                <a:rect l="l" t="t" r="r" b="b"/>
                <a:pathLst>
                  <a:path w="19752" h="16536" extrusionOk="0">
                    <a:moveTo>
                      <a:pt x="19289" y="1"/>
                    </a:moveTo>
                    <a:cubicBezTo>
                      <a:pt x="19222" y="1"/>
                      <a:pt x="19153" y="26"/>
                      <a:pt x="19089" y="86"/>
                    </a:cubicBezTo>
                    <a:lnTo>
                      <a:pt x="152" y="15970"/>
                    </a:lnTo>
                    <a:cubicBezTo>
                      <a:pt x="20" y="16083"/>
                      <a:pt x="1" y="16291"/>
                      <a:pt x="114" y="16423"/>
                    </a:cubicBezTo>
                    <a:cubicBezTo>
                      <a:pt x="171" y="16479"/>
                      <a:pt x="265" y="16517"/>
                      <a:pt x="359" y="16536"/>
                    </a:cubicBezTo>
                    <a:cubicBezTo>
                      <a:pt x="434" y="16536"/>
                      <a:pt x="491" y="16498"/>
                      <a:pt x="547" y="16460"/>
                    </a:cubicBezTo>
                    <a:lnTo>
                      <a:pt x="19484" y="557"/>
                    </a:lnTo>
                    <a:cubicBezTo>
                      <a:pt x="19752" y="349"/>
                      <a:pt x="19539" y="1"/>
                      <a:pt x="192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30"/>
              <p:cNvSpPr/>
              <p:nvPr/>
            </p:nvSpPr>
            <p:spPr>
              <a:xfrm>
                <a:off x="5149256" y="9584288"/>
                <a:ext cx="770907" cy="522660"/>
              </a:xfrm>
              <a:custGeom>
                <a:avLst/>
                <a:gdLst/>
                <a:ahLst/>
                <a:cxnLst/>
                <a:rect l="l" t="t" r="r" b="b"/>
                <a:pathLst>
                  <a:path w="24042" h="16300" extrusionOk="0">
                    <a:moveTo>
                      <a:pt x="445" y="1"/>
                    </a:moveTo>
                    <a:cubicBezTo>
                      <a:pt x="182" y="1"/>
                      <a:pt x="1" y="379"/>
                      <a:pt x="280" y="566"/>
                    </a:cubicBezTo>
                    <a:lnTo>
                      <a:pt x="23514" y="16243"/>
                    </a:lnTo>
                    <a:cubicBezTo>
                      <a:pt x="23551" y="16262"/>
                      <a:pt x="23627" y="16281"/>
                      <a:pt x="23683" y="16300"/>
                    </a:cubicBezTo>
                    <a:cubicBezTo>
                      <a:pt x="23777" y="16281"/>
                      <a:pt x="23872" y="16243"/>
                      <a:pt x="23947" y="16149"/>
                    </a:cubicBezTo>
                    <a:cubicBezTo>
                      <a:pt x="24041" y="16017"/>
                      <a:pt x="24003" y="15810"/>
                      <a:pt x="23853" y="15715"/>
                    </a:cubicBezTo>
                    <a:lnTo>
                      <a:pt x="620" y="57"/>
                    </a:lnTo>
                    <a:cubicBezTo>
                      <a:pt x="560" y="18"/>
                      <a:pt x="501" y="1"/>
                      <a:pt x="44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30"/>
              <p:cNvSpPr/>
              <p:nvPr/>
            </p:nvSpPr>
            <p:spPr>
              <a:xfrm>
                <a:off x="4174896" y="9456477"/>
                <a:ext cx="393662" cy="650471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20286" extrusionOk="0">
                    <a:moveTo>
                      <a:pt x="409" y="1"/>
                    </a:moveTo>
                    <a:cubicBezTo>
                      <a:pt x="202" y="1"/>
                      <a:pt x="1" y="219"/>
                      <a:pt x="142" y="463"/>
                    </a:cubicBezTo>
                    <a:lnTo>
                      <a:pt x="11655" y="20116"/>
                    </a:lnTo>
                    <a:cubicBezTo>
                      <a:pt x="11712" y="20210"/>
                      <a:pt x="11806" y="20267"/>
                      <a:pt x="11919" y="20286"/>
                    </a:cubicBezTo>
                    <a:cubicBezTo>
                      <a:pt x="11975" y="20267"/>
                      <a:pt x="12013" y="20267"/>
                      <a:pt x="12070" y="20229"/>
                    </a:cubicBezTo>
                    <a:cubicBezTo>
                      <a:pt x="12220" y="20154"/>
                      <a:pt x="12277" y="19965"/>
                      <a:pt x="12183" y="19814"/>
                    </a:cubicBezTo>
                    <a:lnTo>
                      <a:pt x="670" y="162"/>
                    </a:lnTo>
                    <a:cubicBezTo>
                      <a:pt x="604" y="48"/>
                      <a:pt x="506" y="1"/>
                      <a:pt x="4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30"/>
              <p:cNvSpPr/>
              <p:nvPr/>
            </p:nvSpPr>
            <p:spPr>
              <a:xfrm>
                <a:off x="5491966" y="8141363"/>
                <a:ext cx="312826" cy="48514"/>
              </a:xfrm>
              <a:custGeom>
                <a:avLst/>
                <a:gdLst/>
                <a:ahLst/>
                <a:cxnLst/>
                <a:rect l="l" t="t" r="r" b="b"/>
                <a:pathLst>
                  <a:path w="9756" h="1513" extrusionOk="0">
                    <a:moveTo>
                      <a:pt x="9354" y="1"/>
                    </a:moveTo>
                    <a:cubicBezTo>
                      <a:pt x="9337" y="1"/>
                      <a:pt x="9320" y="2"/>
                      <a:pt x="9302" y="5"/>
                    </a:cubicBezTo>
                    <a:lnTo>
                      <a:pt x="408" y="909"/>
                    </a:lnTo>
                    <a:cubicBezTo>
                      <a:pt x="0" y="928"/>
                      <a:pt x="30" y="1512"/>
                      <a:pt x="427" y="1512"/>
                    </a:cubicBezTo>
                    <a:cubicBezTo>
                      <a:pt x="433" y="1512"/>
                      <a:pt x="439" y="1512"/>
                      <a:pt x="446" y="1512"/>
                    </a:cubicBezTo>
                    <a:lnTo>
                      <a:pt x="465" y="1512"/>
                    </a:lnTo>
                    <a:lnTo>
                      <a:pt x="9377" y="607"/>
                    </a:lnTo>
                    <a:cubicBezTo>
                      <a:pt x="9756" y="571"/>
                      <a:pt x="9721" y="1"/>
                      <a:pt x="93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30"/>
              <p:cNvSpPr/>
              <p:nvPr/>
            </p:nvSpPr>
            <p:spPr>
              <a:xfrm>
                <a:off x="5732422" y="8975983"/>
                <a:ext cx="186522" cy="1130965"/>
              </a:xfrm>
              <a:custGeom>
                <a:avLst/>
                <a:gdLst/>
                <a:ahLst/>
                <a:cxnLst/>
                <a:rect l="l" t="t" r="r" b="b"/>
                <a:pathLst>
                  <a:path w="5817" h="35271" extrusionOk="0">
                    <a:moveTo>
                      <a:pt x="338" y="1"/>
                    </a:moveTo>
                    <a:cubicBezTo>
                      <a:pt x="170" y="1"/>
                      <a:pt x="1" y="126"/>
                      <a:pt x="32" y="355"/>
                    </a:cubicBezTo>
                    <a:lnTo>
                      <a:pt x="5195" y="34988"/>
                    </a:lnTo>
                    <a:cubicBezTo>
                      <a:pt x="5213" y="35139"/>
                      <a:pt x="5345" y="35271"/>
                      <a:pt x="5496" y="35271"/>
                    </a:cubicBezTo>
                    <a:lnTo>
                      <a:pt x="5534" y="35271"/>
                    </a:lnTo>
                    <a:cubicBezTo>
                      <a:pt x="5703" y="35233"/>
                      <a:pt x="5816" y="35082"/>
                      <a:pt x="5798" y="34912"/>
                    </a:cubicBezTo>
                    <a:lnTo>
                      <a:pt x="635" y="261"/>
                    </a:lnTo>
                    <a:cubicBezTo>
                      <a:pt x="609" y="84"/>
                      <a:pt x="474" y="1"/>
                      <a:pt x="3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30"/>
              <p:cNvSpPr/>
              <p:nvPr/>
            </p:nvSpPr>
            <p:spPr>
              <a:xfrm>
                <a:off x="4099095" y="7972766"/>
                <a:ext cx="1654907" cy="1631499"/>
              </a:xfrm>
              <a:custGeom>
                <a:avLst/>
                <a:gdLst/>
                <a:ahLst/>
                <a:cxnLst/>
                <a:rect l="l" t="t" r="r" b="b"/>
                <a:pathLst>
                  <a:path w="51611" h="50881" extrusionOk="0">
                    <a:moveTo>
                      <a:pt x="18523" y="646"/>
                    </a:moveTo>
                    <a:lnTo>
                      <a:pt x="43621" y="6732"/>
                    </a:lnTo>
                    <a:lnTo>
                      <a:pt x="50932" y="31510"/>
                    </a:lnTo>
                    <a:lnTo>
                      <a:pt x="33107" y="50221"/>
                    </a:lnTo>
                    <a:lnTo>
                      <a:pt x="8008" y="44154"/>
                    </a:lnTo>
                    <a:lnTo>
                      <a:pt x="697" y="19357"/>
                    </a:lnTo>
                    <a:lnTo>
                      <a:pt x="18523" y="646"/>
                    </a:lnTo>
                    <a:close/>
                    <a:moveTo>
                      <a:pt x="18416" y="1"/>
                    </a:moveTo>
                    <a:cubicBezTo>
                      <a:pt x="18334" y="1"/>
                      <a:pt x="18246" y="37"/>
                      <a:pt x="18183" y="100"/>
                    </a:cubicBezTo>
                    <a:lnTo>
                      <a:pt x="113" y="19074"/>
                    </a:lnTo>
                    <a:cubicBezTo>
                      <a:pt x="38" y="19150"/>
                      <a:pt x="0" y="19263"/>
                      <a:pt x="38" y="19376"/>
                    </a:cubicBezTo>
                    <a:lnTo>
                      <a:pt x="7424" y="44493"/>
                    </a:lnTo>
                    <a:cubicBezTo>
                      <a:pt x="7462" y="44606"/>
                      <a:pt x="7556" y="44700"/>
                      <a:pt x="7669" y="44719"/>
                    </a:cubicBezTo>
                    <a:lnTo>
                      <a:pt x="33126" y="50880"/>
                    </a:lnTo>
                    <a:lnTo>
                      <a:pt x="33201" y="50880"/>
                    </a:lnTo>
                    <a:cubicBezTo>
                      <a:pt x="33295" y="50880"/>
                      <a:pt x="33371" y="50843"/>
                      <a:pt x="33446" y="50786"/>
                    </a:cubicBezTo>
                    <a:lnTo>
                      <a:pt x="51497" y="31812"/>
                    </a:lnTo>
                    <a:cubicBezTo>
                      <a:pt x="51573" y="31736"/>
                      <a:pt x="51610" y="31623"/>
                      <a:pt x="51573" y="31510"/>
                    </a:cubicBezTo>
                    <a:lnTo>
                      <a:pt x="44168" y="6393"/>
                    </a:lnTo>
                    <a:cubicBezTo>
                      <a:pt x="44130" y="6280"/>
                      <a:pt x="44054" y="6205"/>
                      <a:pt x="43941" y="6167"/>
                    </a:cubicBezTo>
                    <a:lnTo>
                      <a:pt x="18466" y="5"/>
                    </a:lnTo>
                    <a:cubicBezTo>
                      <a:pt x="18450" y="2"/>
                      <a:pt x="18433" y="1"/>
                      <a:pt x="184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30"/>
              <p:cNvSpPr/>
              <p:nvPr/>
            </p:nvSpPr>
            <p:spPr>
              <a:xfrm>
                <a:off x="5897172" y="9166321"/>
                <a:ext cx="496494" cy="940627"/>
              </a:xfrm>
              <a:custGeom>
                <a:avLst/>
                <a:gdLst/>
                <a:ahLst/>
                <a:cxnLst/>
                <a:rect l="l" t="t" r="r" b="b"/>
                <a:pathLst>
                  <a:path w="15484" h="29335" extrusionOk="0">
                    <a:moveTo>
                      <a:pt x="15071" y="1"/>
                    </a:moveTo>
                    <a:cubicBezTo>
                      <a:pt x="14972" y="1"/>
                      <a:pt x="14872" y="49"/>
                      <a:pt x="14810" y="166"/>
                    </a:cubicBezTo>
                    <a:lnTo>
                      <a:pt x="75" y="28882"/>
                    </a:lnTo>
                    <a:cubicBezTo>
                      <a:pt x="0" y="29033"/>
                      <a:pt x="57" y="29203"/>
                      <a:pt x="207" y="29297"/>
                    </a:cubicBezTo>
                    <a:cubicBezTo>
                      <a:pt x="264" y="29316"/>
                      <a:pt x="302" y="29316"/>
                      <a:pt x="358" y="29335"/>
                    </a:cubicBezTo>
                    <a:cubicBezTo>
                      <a:pt x="471" y="29316"/>
                      <a:pt x="584" y="29259"/>
                      <a:pt x="641" y="29165"/>
                    </a:cubicBezTo>
                    <a:lnTo>
                      <a:pt x="15357" y="449"/>
                    </a:lnTo>
                    <a:cubicBezTo>
                      <a:pt x="15484" y="208"/>
                      <a:pt x="15277" y="1"/>
                      <a:pt x="150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30"/>
              <p:cNvSpPr/>
              <p:nvPr/>
            </p:nvSpPr>
            <p:spPr>
              <a:xfrm>
                <a:off x="5732229" y="8975951"/>
                <a:ext cx="662816" cy="210218"/>
              </a:xfrm>
              <a:custGeom>
                <a:avLst/>
                <a:gdLst/>
                <a:ahLst/>
                <a:cxnLst/>
                <a:rect l="l" t="t" r="r" b="b"/>
                <a:pathLst>
                  <a:path w="20671" h="6556" extrusionOk="0">
                    <a:moveTo>
                      <a:pt x="334" y="1"/>
                    </a:moveTo>
                    <a:cubicBezTo>
                      <a:pt x="201" y="1"/>
                      <a:pt x="83" y="88"/>
                      <a:pt x="38" y="224"/>
                    </a:cubicBezTo>
                    <a:cubicBezTo>
                      <a:pt x="0" y="394"/>
                      <a:pt x="94" y="563"/>
                      <a:pt x="245" y="601"/>
                    </a:cubicBezTo>
                    <a:lnTo>
                      <a:pt x="20162" y="6537"/>
                    </a:lnTo>
                    <a:cubicBezTo>
                      <a:pt x="20181" y="6555"/>
                      <a:pt x="20218" y="6555"/>
                      <a:pt x="20237" y="6555"/>
                    </a:cubicBezTo>
                    <a:cubicBezTo>
                      <a:pt x="20595" y="6555"/>
                      <a:pt x="20671" y="6047"/>
                      <a:pt x="20331" y="5952"/>
                    </a:cubicBezTo>
                    <a:lnTo>
                      <a:pt x="433" y="17"/>
                    </a:lnTo>
                    <a:cubicBezTo>
                      <a:pt x="400" y="6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30"/>
              <p:cNvSpPr/>
              <p:nvPr/>
            </p:nvSpPr>
            <p:spPr>
              <a:xfrm>
                <a:off x="5778435" y="8141171"/>
                <a:ext cx="615295" cy="1045030"/>
              </a:xfrm>
              <a:custGeom>
                <a:avLst/>
                <a:gdLst/>
                <a:ahLst/>
                <a:cxnLst/>
                <a:rect l="l" t="t" r="r" b="b"/>
                <a:pathLst>
                  <a:path w="19189" h="32591" extrusionOk="0">
                    <a:moveTo>
                      <a:pt x="423" y="0"/>
                    </a:moveTo>
                    <a:cubicBezTo>
                      <a:pt x="210" y="0"/>
                      <a:pt x="0" y="218"/>
                      <a:pt x="142" y="463"/>
                    </a:cubicBezTo>
                    <a:lnTo>
                      <a:pt x="18532" y="32439"/>
                    </a:lnTo>
                    <a:cubicBezTo>
                      <a:pt x="18589" y="32533"/>
                      <a:pt x="18683" y="32589"/>
                      <a:pt x="18796" y="32589"/>
                    </a:cubicBezTo>
                    <a:cubicBezTo>
                      <a:pt x="18804" y="32590"/>
                      <a:pt x="18812" y="32590"/>
                      <a:pt x="18819" y="32590"/>
                    </a:cubicBezTo>
                    <a:cubicBezTo>
                      <a:pt x="19050" y="32590"/>
                      <a:pt x="19188" y="32319"/>
                      <a:pt x="19079" y="32118"/>
                    </a:cubicBezTo>
                    <a:lnTo>
                      <a:pt x="688" y="161"/>
                    </a:lnTo>
                    <a:cubicBezTo>
                      <a:pt x="622" y="48"/>
                      <a:pt x="522" y="0"/>
                      <a:pt x="4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30"/>
              <p:cNvSpPr/>
              <p:nvPr/>
            </p:nvSpPr>
            <p:spPr>
              <a:xfrm>
                <a:off x="4176436" y="9381445"/>
                <a:ext cx="169784" cy="94720"/>
              </a:xfrm>
              <a:custGeom>
                <a:avLst/>
                <a:gdLst/>
                <a:ahLst/>
                <a:cxnLst/>
                <a:rect l="l" t="t" r="r" b="b"/>
                <a:pathLst>
                  <a:path w="5295" h="2954" extrusionOk="0">
                    <a:moveTo>
                      <a:pt x="4943" y="0"/>
                    </a:moveTo>
                    <a:cubicBezTo>
                      <a:pt x="4896" y="0"/>
                      <a:pt x="4849" y="11"/>
                      <a:pt x="4805" y="33"/>
                    </a:cubicBezTo>
                    <a:lnTo>
                      <a:pt x="226" y="2370"/>
                    </a:lnTo>
                    <a:cubicBezTo>
                      <a:pt x="75" y="2445"/>
                      <a:pt x="0" y="2634"/>
                      <a:pt x="75" y="2784"/>
                    </a:cubicBezTo>
                    <a:cubicBezTo>
                      <a:pt x="132" y="2897"/>
                      <a:pt x="245" y="2954"/>
                      <a:pt x="358" y="2954"/>
                    </a:cubicBezTo>
                    <a:cubicBezTo>
                      <a:pt x="415" y="2954"/>
                      <a:pt x="452" y="2935"/>
                      <a:pt x="509" y="2916"/>
                    </a:cubicBezTo>
                    <a:lnTo>
                      <a:pt x="5088" y="598"/>
                    </a:lnTo>
                    <a:cubicBezTo>
                      <a:pt x="5238" y="523"/>
                      <a:pt x="5295" y="335"/>
                      <a:pt x="5219" y="184"/>
                    </a:cubicBezTo>
                    <a:cubicBezTo>
                      <a:pt x="5166" y="64"/>
                      <a:pt x="5056" y="0"/>
                      <a:pt x="49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7" name="Google Shape;857;p30"/>
            <p:cNvSpPr/>
            <p:nvPr/>
          </p:nvSpPr>
          <p:spPr>
            <a:xfrm>
              <a:off x="5288211" y="4615100"/>
              <a:ext cx="1267640" cy="19975"/>
            </a:xfrm>
            <a:custGeom>
              <a:avLst/>
              <a:gdLst/>
              <a:ahLst/>
              <a:cxnLst/>
              <a:rect l="l" t="t" r="r" b="b"/>
              <a:pathLst>
                <a:path w="43000" h="623" extrusionOk="0">
                  <a:moveTo>
                    <a:pt x="415" y="1"/>
                  </a:moveTo>
                  <a:cubicBezTo>
                    <a:pt x="1" y="1"/>
                    <a:pt x="1" y="623"/>
                    <a:pt x="415" y="623"/>
                  </a:cubicBezTo>
                  <a:lnTo>
                    <a:pt x="42585" y="623"/>
                  </a:lnTo>
                  <a:cubicBezTo>
                    <a:pt x="43000" y="623"/>
                    <a:pt x="43000" y="1"/>
                    <a:pt x="42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30"/>
          <p:cNvGrpSpPr/>
          <p:nvPr/>
        </p:nvGrpSpPr>
        <p:grpSpPr>
          <a:xfrm>
            <a:off x="6056663" y="1120360"/>
            <a:ext cx="2298331" cy="3595772"/>
            <a:chOff x="8214064" y="6219618"/>
            <a:chExt cx="2456532" cy="3843279"/>
          </a:xfrm>
        </p:grpSpPr>
        <p:sp>
          <p:nvSpPr>
            <p:cNvPr id="859" name="Google Shape;859;p30"/>
            <p:cNvSpPr/>
            <p:nvPr/>
          </p:nvSpPr>
          <p:spPr>
            <a:xfrm>
              <a:off x="8405204" y="8122676"/>
              <a:ext cx="312826" cy="48514"/>
            </a:xfrm>
            <a:custGeom>
              <a:avLst/>
              <a:gdLst/>
              <a:ahLst/>
              <a:cxnLst/>
              <a:rect l="l" t="t" r="r" b="b"/>
              <a:pathLst>
                <a:path w="9756" h="1513" extrusionOk="0">
                  <a:moveTo>
                    <a:pt x="9354" y="1"/>
                  </a:moveTo>
                  <a:cubicBezTo>
                    <a:pt x="9337" y="1"/>
                    <a:pt x="9320" y="2"/>
                    <a:pt x="9302" y="5"/>
                  </a:cubicBezTo>
                  <a:lnTo>
                    <a:pt x="408" y="909"/>
                  </a:lnTo>
                  <a:cubicBezTo>
                    <a:pt x="0" y="928"/>
                    <a:pt x="30" y="1512"/>
                    <a:pt x="427" y="1512"/>
                  </a:cubicBezTo>
                  <a:cubicBezTo>
                    <a:pt x="433" y="1512"/>
                    <a:pt x="439" y="1512"/>
                    <a:pt x="446" y="1512"/>
                  </a:cubicBezTo>
                  <a:lnTo>
                    <a:pt x="465" y="1512"/>
                  </a:lnTo>
                  <a:lnTo>
                    <a:pt x="9377" y="607"/>
                  </a:lnTo>
                  <a:cubicBezTo>
                    <a:pt x="9756" y="571"/>
                    <a:pt x="9721" y="1"/>
                    <a:pt x="93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0"/>
            <p:cNvSpPr/>
            <p:nvPr/>
          </p:nvSpPr>
          <p:spPr>
            <a:xfrm>
              <a:off x="9563808" y="8244395"/>
              <a:ext cx="182514" cy="1146644"/>
            </a:xfrm>
            <a:custGeom>
              <a:avLst/>
              <a:gdLst/>
              <a:ahLst/>
              <a:cxnLst/>
              <a:rect l="l" t="t" r="r" b="b"/>
              <a:pathLst>
                <a:path w="5692" h="35760" extrusionOk="0">
                  <a:moveTo>
                    <a:pt x="3625" y="0"/>
                  </a:moveTo>
                  <a:cubicBezTo>
                    <a:pt x="3272" y="0"/>
                    <a:pt x="2915" y="260"/>
                    <a:pt x="2997" y="731"/>
                  </a:cubicBezTo>
                  <a:cubicBezTo>
                    <a:pt x="4448" y="12225"/>
                    <a:pt x="3449" y="23888"/>
                    <a:pt x="114" y="34968"/>
                  </a:cubicBezTo>
                  <a:cubicBezTo>
                    <a:pt x="1" y="35288"/>
                    <a:pt x="189" y="35627"/>
                    <a:pt x="529" y="35740"/>
                  </a:cubicBezTo>
                  <a:cubicBezTo>
                    <a:pt x="585" y="35740"/>
                    <a:pt x="642" y="35759"/>
                    <a:pt x="698" y="35759"/>
                  </a:cubicBezTo>
                  <a:cubicBezTo>
                    <a:pt x="981" y="35759"/>
                    <a:pt x="1207" y="35571"/>
                    <a:pt x="1301" y="35326"/>
                  </a:cubicBezTo>
                  <a:cubicBezTo>
                    <a:pt x="4693" y="24077"/>
                    <a:pt x="5691" y="12244"/>
                    <a:pt x="4241" y="580"/>
                  </a:cubicBezTo>
                  <a:cubicBezTo>
                    <a:pt x="4215" y="184"/>
                    <a:pt x="3922" y="0"/>
                    <a:pt x="36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0"/>
            <p:cNvSpPr/>
            <p:nvPr/>
          </p:nvSpPr>
          <p:spPr>
            <a:xfrm>
              <a:off x="9507631" y="7820688"/>
              <a:ext cx="252897" cy="1696623"/>
            </a:xfrm>
            <a:custGeom>
              <a:avLst/>
              <a:gdLst/>
              <a:ahLst/>
              <a:cxnLst/>
              <a:rect l="l" t="t" r="r" b="b"/>
              <a:pathLst>
                <a:path w="7887" h="52912" extrusionOk="0">
                  <a:moveTo>
                    <a:pt x="7156" y="0"/>
                  </a:moveTo>
                  <a:cubicBezTo>
                    <a:pt x="6907" y="0"/>
                    <a:pt x="6661" y="143"/>
                    <a:pt x="6577" y="472"/>
                  </a:cubicBezTo>
                  <a:cubicBezTo>
                    <a:pt x="3637" y="11608"/>
                    <a:pt x="1678" y="22989"/>
                    <a:pt x="717" y="34483"/>
                  </a:cubicBezTo>
                  <a:cubicBezTo>
                    <a:pt x="227" y="40381"/>
                    <a:pt x="1" y="46373"/>
                    <a:pt x="38" y="52289"/>
                  </a:cubicBezTo>
                  <a:cubicBezTo>
                    <a:pt x="38" y="52629"/>
                    <a:pt x="321" y="52911"/>
                    <a:pt x="660" y="52911"/>
                  </a:cubicBezTo>
                  <a:cubicBezTo>
                    <a:pt x="999" y="52892"/>
                    <a:pt x="1282" y="52629"/>
                    <a:pt x="1282" y="52289"/>
                  </a:cubicBezTo>
                  <a:cubicBezTo>
                    <a:pt x="1244" y="46392"/>
                    <a:pt x="1452" y="40456"/>
                    <a:pt x="1941" y="34596"/>
                  </a:cubicBezTo>
                  <a:cubicBezTo>
                    <a:pt x="2902" y="23178"/>
                    <a:pt x="4843" y="11853"/>
                    <a:pt x="7764" y="774"/>
                  </a:cubicBezTo>
                  <a:cubicBezTo>
                    <a:pt x="7887" y="304"/>
                    <a:pt x="7519" y="0"/>
                    <a:pt x="7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0"/>
            <p:cNvSpPr/>
            <p:nvPr/>
          </p:nvSpPr>
          <p:spPr>
            <a:xfrm>
              <a:off x="9080910" y="7961197"/>
              <a:ext cx="395329" cy="1447959"/>
            </a:xfrm>
            <a:custGeom>
              <a:avLst/>
              <a:gdLst/>
              <a:ahLst/>
              <a:cxnLst/>
              <a:rect l="l" t="t" r="r" b="b"/>
              <a:pathLst>
                <a:path w="12329" h="45157" extrusionOk="0">
                  <a:moveTo>
                    <a:pt x="863" y="0"/>
                  </a:moveTo>
                  <a:cubicBezTo>
                    <a:pt x="430" y="0"/>
                    <a:pt x="1" y="476"/>
                    <a:pt x="326" y="971"/>
                  </a:cubicBezTo>
                  <a:cubicBezTo>
                    <a:pt x="8315" y="13953"/>
                    <a:pt x="11047" y="29479"/>
                    <a:pt x="7976" y="44403"/>
                  </a:cubicBezTo>
                  <a:cubicBezTo>
                    <a:pt x="7901" y="44742"/>
                    <a:pt x="8127" y="45062"/>
                    <a:pt x="8447" y="45138"/>
                  </a:cubicBezTo>
                  <a:cubicBezTo>
                    <a:pt x="8485" y="45156"/>
                    <a:pt x="8523" y="45156"/>
                    <a:pt x="8579" y="45156"/>
                  </a:cubicBezTo>
                  <a:cubicBezTo>
                    <a:pt x="8862" y="45156"/>
                    <a:pt x="9126" y="44949"/>
                    <a:pt x="9182" y="44648"/>
                  </a:cubicBezTo>
                  <a:cubicBezTo>
                    <a:pt x="12329" y="29423"/>
                    <a:pt x="9540" y="13557"/>
                    <a:pt x="1381" y="330"/>
                  </a:cubicBezTo>
                  <a:cubicBezTo>
                    <a:pt x="1253" y="96"/>
                    <a:pt x="1057" y="0"/>
                    <a:pt x="8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0"/>
            <p:cNvSpPr/>
            <p:nvPr/>
          </p:nvSpPr>
          <p:spPr>
            <a:xfrm>
              <a:off x="9018896" y="7844448"/>
              <a:ext cx="353420" cy="1584043"/>
            </a:xfrm>
            <a:custGeom>
              <a:avLst/>
              <a:gdLst/>
              <a:ahLst/>
              <a:cxnLst/>
              <a:rect l="l" t="t" r="r" b="b"/>
              <a:pathLst>
                <a:path w="11022" h="49401" extrusionOk="0">
                  <a:moveTo>
                    <a:pt x="819" y="1"/>
                  </a:moveTo>
                  <a:cubicBezTo>
                    <a:pt x="412" y="1"/>
                    <a:pt x="0" y="400"/>
                    <a:pt x="225" y="900"/>
                  </a:cubicBezTo>
                  <a:cubicBezTo>
                    <a:pt x="7310" y="15766"/>
                    <a:pt x="9759" y="32423"/>
                    <a:pt x="7234" y="48684"/>
                  </a:cubicBezTo>
                  <a:cubicBezTo>
                    <a:pt x="7178" y="49024"/>
                    <a:pt x="7404" y="49344"/>
                    <a:pt x="7743" y="49400"/>
                  </a:cubicBezTo>
                  <a:lnTo>
                    <a:pt x="7837" y="49400"/>
                  </a:lnTo>
                  <a:cubicBezTo>
                    <a:pt x="8139" y="49400"/>
                    <a:pt x="8403" y="49174"/>
                    <a:pt x="8440" y="48873"/>
                  </a:cubicBezTo>
                  <a:cubicBezTo>
                    <a:pt x="11022" y="32367"/>
                    <a:pt x="8553" y="15446"/>
                    <a:pt x="1356" y="353"/>
                  </a:cubicBezTo>
                  <a:cubicBezTo>
                    <a:pt x="1235" y="105"/>
                    <a:pt x="1028" y="1"/>
                    <a:pt x="8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>
              <a:off x="8814033" y="6761260"/>
              <a:ext cx="1513532" cy="1652085"/>
            </a:xfrm>
            <a:custGeom>
              <a:avLst/>
              <a:gdLst/>
              <a:ahLst/>
              <a:cxnLst/>
              <a:rect l="l" t="t" r="r" b="b"/>
              <a:pathLst>
                <a:path w="47202" h="51523" extrusionOk="0">
                  <a:moveTo>
                    <a:pt x="18366" y="1"/>
                  </a:moveTo>
                  <a:cubicBezTo>
                    <a:pt x="12187" y="1"/>
                    <a:pt x="5867" y="7919"/>
                    <a:pt x="3316" y="14406"/>
                  </a:cubicBezTo>
                  <a:cubicBezTo>
                    <a:pt x="2940" y="15367"/>
                    <a:pt x="0" y="23205"/>
                    <a:pt x="3053" y="31703"/>
                  </a:cubicBezTo>
                  <a:cubicBezTo>
                    <a:pt x="7432" y="43926"/>
                    <a:pt x="21964" y="51523"/>
                    <a:pt x="31328" y="51523"/>
                  </a:cubicBezTo>
                  <a:cubicBezTo>
                    <a:pt x="33931" y="51523"/>
                    <a:pt x="36135" y="50936"/>
                    <a:pt x="37610" y="49698"/>
                  </a:cubicBezTo>
                  <a:cubicBezTo>
                    <a:pt x="47201" y="41652"/>
                    <a:pt x="32485" y="707"/>
                    <a:pt x="18730" y="10"/>
                  </a:cubicBezTo>
                  <a:cubicBezTo>
                    <a:pt x="18609" y="4"/>
                    <a:pt x="18488" y="1"/>
                    <a:pt x="183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9197081" y="6406301"/>
              <a:ext cx="1312933" cy="1512346"/>
            </a:xfrm>
            <a:custGeom>
              <a:avLst/>
              <a:gdLst/>
              <a:ahLst/>
              <a:cxnLst/>
              <a:rect l="l" t="t" r="r" b="b"/>
              <a:pathLst>
                <a:path w="40946" h="47165" extrusionOk="0">
                  <a:moveTo>
                    <a:pt x="22898" y="17845"/>
                  </a:moveTo>
                  <a:cubicBezTo>
                    <a:pt x="23106" y="17845"/>
                    <a:pt x="23276" y="17906"/>
                    <a:pt x="23384" y="18033"/>
                  </a:cubicBezTo>
                  <a:cubicBezTo>
                    <a:pt x="23705" y="18391"/>
                    <a:pt x="23309" y="19239"/>
                    <a:pt x="22536" y="19880"/>
                  </a:cubicBezTo>
                  <a:cubicBezTo>
                    <a:pt x="22020" y="20295"/>
                    <a:pt x="21461" y="20534"/>
                    <a:pt x="21057" y="20534"/>
                  </a:cubicBezTo>
                  <a:cubicBezTo>
                    <a:pt x="20857" y="20534"/>
                    <a:pt x="20695" y="20476"/>
                    <a:pt x="20596" y="20351"/>
                  </a:cubicBezTo>
                  <a:cubicBezTo>
                    <a:pt x="20294" y="19955"/>
                    <a:pt x="20652" y="19145"/>
                    <a:pt x="21425" y="18504"/>
                  </a:cubicBezTo>
                  <a:cubicBezTo>
                    <a:pt x="21937" y="18080"/>
                    <a:pt x="22490" y="17845"/>
                    <a:pt x="22898" y="17845"/>
                  </a:cubicBezTo>
                  <a:close/>
                  <a:moveTo>
                    <a:pt x="16296" y="24381"/>
                  </a:moveTo>
                  <a:cubicBezTo>
                    <a:pt x="16574" y="24381"/>
                    <a:pt x="16849" y="24443"/>
                    <a:pt x="17034" y="24647"/>
                  </a:cubicBezTo>
                  <a:cubicBezTo>
                    <a:pt x="17373" y="25042"/>
                    <a:pt x="17242" y="25777"/>
                    <a:pt x="16902" y="26173"/>
                  </a:cubicBezTo>
                  <a:cubicBezTo>
                    <a:pt x="16808" y="26248"/>
                    <a:pt x="16733" y="26324"/>
                    <a:pt x="16620" y="26361"/>
                  </a:cubicBezTo>
                  <a:lnTo>
                    <a:pt x="14886" y="24722"/>
                  </a:lnTo>
                  <a:cubicBezTo>
                    <a:pt x="15093" y="24628"/>
                    <a:pt x="15301" y="24553"/>
                    <a:pt x="15527" y="24496"/>
                  </a:cubicBezTo>
                  <a:cubicBezTo>
                    <a:pt x="15719" y="24448"/>
                    <a:pt x="16008" y="24381"/>
                    <a:pt x="16296" y="24381"/>
                  </a:cubicBezTo>
                  <a:close/>
                  <a:moveTo>
                    <a:pt x="22442" y="1"/>
                  </a:moveTo>
                  <a:lnTo>
                    <a:pt x="22367" y="38"/>
                  </a:lnTo>
                  <a:cubicBezTo>
                    <a:pt x="20765" y="773"/>
                    <a:pt x="19220" y="1583"/>
                    <a:pt x="17694" y="2450"/>
                  </a:cubicBezTo>
                  <a:cubicBezTo>
                    <a:pt x="16450" y="3204"/>
                    <a:pt x="15169" y="4033"/>
                    <a:pt x="14641" y="5371"/>
                  </a:cubicBezTo>
                  <a:cubicBezTo>
                    <a:pt x="14133" y="6501"/>
                    <a:pt x="14321" y="7877"/>
                    <a:pt x="14773" y="9026"/>
                  </a:cubicBezTo>
                  <a:cubicBezTo>
                    <a:pt x="15244" y="10195"/>
                    <a:pt x="15941" y="11287"/>
                    <a:pt x="16507" y="12399"/>
                  </a:cubicBezTo>
                  <a:cubicBezTo>
                    <a:pt x="17317" y="13944"/>
                    <a:pt x="17901" y="15602"/>
                    <a:pt x="18259" y="17317"/>
                  </a:cubicBezTo>
                  <a:lnTo>
                    <a:pt x="18221" y="17336"/>
                  </a:lnTo>
                  <a:cubicBezTo>
                    <a:pt x="17355" y="17223"/>
                    <a:pt x="16544" y="16884"/>
                    <a:pt x="15866" y="16337"/>
                  </a:cubicBezTo>
                  <a:lnTo>
                    <a:pt x="12079" y="10364"/>
                  </a:lnTo>
                  <a:cubicBezTo>
                    <a:pt x="11381" y="8894"/>
                    <a:pt x="10703" y="7406"/>
                    <a:pt x="10025" y="5936"/>
                  </a:cubicBezTo>
                  <a:cubicBezTo>
                    <a:pt x="9931" y="5729"/>
                    <a:pt x="9780" y="5465"/>
                    <a:pt x="9497" y="5465"/>
                  </a:cubicBezTo>
                  <a:cubicBezTo>
                    <a:pt x="9346" y="5522"/>
                    <a:pt x="9215" y="5635"/>
                    <a:pt x="9139" y="5748"/>
                  </a:cubicBezTo>
                  <a:cubicBezTo>
                    <a:pt x="7029" y="8141"/>
                    <a:pt x="6671" y="11740"/>
                    <a:pt x="7745" y="14773"/>
                  </a:cubicBezTo>
                  <a:cubicBezTo>
                    <a:pt x="8762" y="17694"/>
                    <a:pt x="10948" y="20049"/>
                    <a:pt x="13511" y="21839"/>
                  </a:cubicBezTo>
                  <a:lnTo>
                    <a:pt x="13473" y="21896"/>
                  </a:lnTo>
                  <a:cubicBezTo>
                    <a:pt x="13831" y="22273"/>
                    <a:pt x="14151" y="22819"/>
                    <a:pt x="14170" y="23328"/>
                  </a:cubicBezTo>
                  <a:cubicBezTo>
                    <a:pt x="14170" y="23535"/>
                    <a:pt x="14114" y="23724"/>
                    <a:pt x="14038" y="23912"/>
                  </a:cubicBezTo>
                  <a:lnTo>
                    <a:pt x="4353" y="14773"/>
                  </a:lnTo>
                  <a:cubicBezTo>
                    <a:pt x="4052" y="14283"/>
                    <a:pt x="3712" y="13812"/>
                    <a:pt x="3449" y="13285"/>
                  </a:cubicBezTo>
                  <a:lnTo>
                    <a:pt x="3392" y="13247"/>
                  </a:lnTo>
                  <a:cubicBezTo>
                    <a:pt x="3298" y="13379"/>
                    <a:pt x="3241" y="13530"/>
                    <a:pt x="3147" y="13662"/>
                  </a:cubicBezTo>
                  <a:lnTo>
                    <a:pt x="3110" y="13605"/>
                  </a:lnTo>
                  <a:lnTo>
                    <a:pt x="3110" y="13605"/>
                  </a:lnTo>
                  <a:cubicBezTo>
                    <a:pt x="3110" y="13643"/>
                    <a:pt x="3110" y="13680"/>
                    <a:pt x="3128" y="13718"/>
                  </a:cubicBezTo>
                  <a:cubicBezTo>
                    <a:pt x="1470" y="16620"/>
                    <a:pt x="1677" y="20483"/>
                    <a:pt x="3750" y="23102"/>
                  </a:cubicBezTo>
                  <a:cubicBezTo>
                    <a:pt x="4805" y="24421"/>
                    <a:pt x="6162" y="25476"/>
                    <a:pt x="7707" y="26192"/>
                  </a:cubicBezTo>
                  <a:cubicBezTo>
                    <a:pt x="9233" y="26889"/>
                    <a:pt x="10816" y="27492"/>
                    <a:pt x="12437" y="28001"/>
                  </a:cubicBezTo>
                  <a:lnTo>
                    <a:pt x="12606" y="28152"/>
                  </a:lnTo>
                  <a:cubicBezTo>
                    <a:pt x="12361" y="28378"/>
                    <a:pt x="12079" y="28566"/>
                    <a:pt x="11758" y="28641"/>
                  </a:cubicBezTo>
                  <a:lnTo>
                    <a:pt x="1715" y="25099"/>
                  </a:lnTo>
                  <a:cubicBezTo>
                    <a:pt x="1470" y="24892"/>
                    <a:pt x="1206" y="24703"/>
                    <a:pt x="980" y="24496"/>
                  </a:cubicBezTo>
                  <a:lnTo>
                    <a:pt x="867" y="24440"/>
                  </a:lnTo>
                  <a:cubicBezTo>
                    <a:pt x="302" y="25174"/>
                    <a:pt x="95" y="26117"/>
                    <a:pt x="321" y="27002"/>
                  </a:cubicBezTo>
                  <a:cubicBezTo>
                    <a:pt x="528" y="27888"/>
                    <a:pt x="924" y="28698"/>
                    <a:pt x="1508" y="29395"/>
                  </a:cubicBezTo>
                  <a:cubicBezTo>
                    <a:pt x="3560" y="31961"/>
                    <a:pt x="6660" y="33446"/>
                    <a:pt x="9932" y="33446"/>
                  </a:cubicBezTo>
                  <a:cubicBezTo>
                    <a:pt x="10144" y="33446"/>
                    <a:pt x="10358" y="33440"/>
                    <a:pt x="10571" y="33427"/>
                  </a:cubicBezTo>
                  <a:lnTo>
                    <a:pt x="10571" y="33484"/>
                  </a:lnTo>
                  <a:cubicBezTo>
                    <a:pt x="8859" y="34151"/>
                    <a:pt x="7046" y="34490"/>
                    <a:pt x="5228" y="34490"/>
                  </a:cubicBezTo>
                  <a:cubicBezTo>
                    <a:pt x="4325" y="34490"/>
                    <a:pt x="3420" y="34407"/>
                    <a:pt x="2525" y="34238"/>
                  </a:cubicBezTo>
                  <a:cubicBezTo>
                    <a:pt x="2179" y="34174"/>
                    <a:pt x="1814" y="34106"/>
                    <a:pt x="1477" y="34106"/>
                  </a:cubicBezTo>
                  <a:cubicBezTo>
                    <a:pt x="1118" y="34106"/>
                    <a:pt x="790" y="34183"/>
                    <a:pt x="547" y="34426"/>
                  </a:cubicBezTo>
                  <a:cubicBezTo>
                    <a:pt x="453" y="34520"/>
                    <a:pt x="377" y="34633"/>
                    <a:pt x="321" y="34765"/>
                  </a:cubicBezTo>
                  <a:lnTo>
                    <a:pt x="0" y="34765"/>
                  </a:lnTo>
                  <a:cubicBezTo>
                    <a:pt x="76" y="34803"/>
                    <a:pt x="151" y="34859"/>
                    <a:pt x="227" y="34897"/>
                  </a:cubicBezTo>
                  <a:cubicBezTo>
                    <a:pt x="38" y="35444"/>
                    <a:pt x="208" y="36141"/>
                    <a:pt x="453" y="36706"/>
                  </a:cubicBezTo>
                  <a:cubicBezTo>
                    <a:pt x="1696" y="39664"/>
                    <a:pt x="3826" y="42152"/>
                    <a:pt x="6539" y="43847"/>
                  </a:cubicBezTo>
                  <a:cubicBezTo>
                    <a:pt x="7836" y="44673"/>
                    <a:pt x="9268" y="45287"/>
                    <a:pt x="10769" y="45287"/>
                  </a:cubicBezTo>
                  <a:cubicBezTo>
                    <a:pt x="10947" y="45287"/>
                    <a:pt x="11126" y="45279"/>
                    <a:pt x="11306" y="45261"/>
                  </a:cubicBezTo>
                  <a:cubicBezTo>
                    <a:pt x="13002" y="45072"/>
                    <a:pt x="14528" y="44017"/>
                    <a:pt x="15621" y="42717"/>
                  </a:cubicBezTo>
                  <a:cubicBezTo>
                    <a:pt x="16695" y="41398"/>
                    <a:pt x="17411" y="39834"/>
                    <a:pt x="18108" y="38232"/>
                  </a:cubicBezTo>
                  <a:lnTo>
                    <a:pt x="18674" y="38213"/>
                  </a:lnTo>
                  <a:cubicBezTo>
                    <a:pt x="19540" y="40154"/>
                    <a:pt x="20426" y="42114"/>
                    <a:pt x="21726" y="43791"/>
                  </a:cubicBezTo>
                  <a:cubicBezTo>
                    <a:pt x="23045" y="45487"/>
                    <a:pt x="24892" y="46825"/>
                    <a:pt x="26983" y="47107"/>
                  </a:cubicBezTo>
                  <a:cubicBezTo>
                    <a:pt x="27263" y="47146"/>
                    <a:pt x="27543" y="47164"/>
                    <a:pt x="27823" y="47164"/>
                  </a:cubicBezTo>
                  <a:cubicBezTo>
                    <a:pt x="29868" y="47164"/>
                    <a:pt x="31903" y="46172"/>
                    <a:pt x="33427" y="44714"/>
                  </a:cubicBezTo>
                  <a:cubicBezTo>
                    <a:pt x="35142" y="43094"/>
                    <a:pt x="36273" y="40983"/>
                    <a:pt x="37196" y="38779"/>
                  </a:cubicBezTo>
                  <a:lnTo>
                    <a:pt x="37196" y="38779"/>
                  </a:lnTo>
                  <a:cubicBezTo>
                    <a:pt x="36668" y="38986"/>
                    <a:pt x="36122" y="39174"/>
                    <a:pt x="35594" y="39382"/>
                  </a:cubicBezTo>
                  <a:lnTo>
                    <a:pt x="25928" y="37026"/>
                  </a:lnTo>
                  <a:cubicBezTo>
                    <a:pt x="25928" y="36593"/>
                    <a:pt x="26098" y="36178"/>
                    <a:pt x="26380" y="35858"/>
                  </a:cubicBezTo>
                  <a:cubicBezTo>
                    <a:pt x="26616" y="35648"/>
                    <a:pt x="26938" y="35543"/>
                    <a:pt x="27255" y="35543"/>
                  </a:cubicBezTo>
                  <a:cubicBezTo>
                    <a:pt x="27649" y="35543"/>
                    <a:pt x="28037" y="35704"/>
                    <a:pt x="28246" y="36028"/>
                  </a:cubicBezTo>
                  <a:lnTo>
                    <a:pt x="28170" y="36292"/>
                  </a:lnTo>
                  <a:cubicBezTo>
                    <a:pt x="29536" y="36767"/>
                    <a:pt x="30972" y="37230"/>
                    <a:pt x="32405" y="37230"/>
                  </a:cubicBezTo>
                  <a:cubicBezTo>
                    <a:pt x="32791" y="37230"/>
                    <a:pt x="33176" y="37197"/>
                    <a:pt x="33559" y="37121"/>
                  </a:cubicBezTo>
                  <a:cubicBezTo>
                    <a:pt x="34954" y="36838"/>
                    <a:pt x="36197" y="36047"/>
                    <a:pt x="37045" y="34878"/>
                  </a:cubicBezTo>
                  <a:cubicBezTo>
                    <a:pt x="37855" y="33691"/>
                    <a:pt x="38176" y="32240"/>
                    <a:pt x="37931" y="30827"/>
                  </a:cubicBezTo>
                  <a:lnTo>
                    <a:pt x="37893" y="30714"/>
                  </a:lnTo>
                  <a:cubicBezTo>
                    <a:pt x="37460" y="30940"/>
                    <a:pt x="37008" y="31129"/>
                    <a:pt x="36574" y="31336"/>
                  </a:cubicBezTo>
                  <a:lnTo>
                    <a:pt x="24515" y="31374"/>
                  </a:lnTo>
                  <a:cubicBezTo>
                    <a:pt x="24515" y="31355"/>
                    <a:pt x="24553" y="31336"/>
                    <a:pt x="24553" y="31336"/>
                  </a:cubicBezTo>
                  <a:cubicBezTo>
                    <a:pt x="24609" y="30940"/>
                    <a:pt x="24911" y="30620"/>
                    <a:pt x="25306" y="30545"/>
                  </a:cubicBezTo>
                  <a:cubicBezTo>
                    <a:pt x="25532" y="30477"/>
                    <a:pt x="25765" y="30443"/>
                    <a:pt x="25997" y="30443"/>
                  </a:cubicBezTo>
                  <a:cubicBezTo>
                    <a:pt x="26151" y="30443"/>
                    <a:pt x="26305" y="30458"/>
                    <a:pt x="26456" y="30488"/>
                  </a:cubicBezTo>
                  <a:cubicBezTo>
                    <a:pt x="27040" y="30526"/>
                    <a:pt x="27629" y="30545"/>
                    <a:pt x="28217" y="30545"/>
                  </a:cubicBezTo>
                  <a:cubicBezTo>
                    <a:pt x="28806" y="30545"/>
                    <a:pt x="29395" y="30526"/>
                    <a:pt x="29979" y="30488"/>
                  </a:cubicBezTo>
                  <a:cubicBezTo>
                    <a:pt x="31920" y="30375"/>
                    <a:pt x="33842" y="30073"/>
                    <a:pt x="35632" y="29320"/>
                  </a:cubicBezTo>
                  <a:cubicBezTo>
                    <a:pt x="37422" y="28547"/>
                    <a:pt x="39043" y="27322"/>
                    <a:pt x="39928" y="25570"/>
                  </a:cubicBezTo>
                  <a:cubicBezTo>
                    <a:pt x="40851" y="23912"/>
                    <a:pt x="40946" y="21726"/>
                    <a:pt x="40022" y="20030"/>
                  </a:cubicBezTo>
                  <a:lnTo>
                    <a:pt x="39872" y="19955"/>
                  </a:lnTo>
                  <a:cubicBezTo>
                    <a:pt x="39834" y="20087"/>
                    <a:pt x="39796" y="20219"/>
                    <a:pt x="39759" y="20351"/>
                  </a:cubicBezTo>
                  <a:lnTo>
                    <a:pt x="30073" y="24477"/>
                  </a:lnTo>
                  <a:cubicBezTo>
                    <a:pt x="32165" y="23215"/>
                    <a:pt x="34143" y="21745"/>
                    <a:pt x="35632" y="19823"/>
                  </a:cubicBezTo>
                  <a:cubicBezTo>
                    <a:pt x="37554" y="17260"/>
                    <a:pt x="38534" y="13756"/>
                    <a:pt x="37309" y="10816"/>
                  </a:cubicBezTo>
                  <a:lnTo>
                    <a:pt x="37234" y="10779"/>
                  </a:lnTo>
                  <a:cubicBezTo>
                    <a:pt x="36970" y="11457"/>
                    <a:pt x="36631" y="12116"/>
                    <a:pt x="36254" y="12757"/>
                  </a:cubicBezTo>
                  <a:lnTo>
                    <a:pt x="24025" y="21594"/>
                  </a:lnTo>
                  <a:cubicBezTo>
                    <a:pt x="23629" y="21538"/>
                    <a:pt x="23252" y="21368"/>
                    <a:pt x="22913" y="21142"/>
                  </a:cubicBezTo>
                  <a:cubicBezTo>
                    <a:pt x="22951" y="20238"/>
                    <a:pt x="23780" y="19597"/>
                    <a:pt x="24571" y="19126"/>
                  </a:cubicBezTo>
                  <a:cubicBezTo>
                    <a:pt x="26060" y="18184"/>
                    <a:pt x="27586" y="17260"/>
                    <a:pt x="29075" y="16337"/>
                  </a:cubicBezTo>
                  <a:cubicBezTo>
                    <a:pt x="30545" y="15433"/>
                    <a:pt x="32071" y="14453"/>
                    <a:pt x="32900" y="12946"/>
                  </a:cubicBezTo>
                  <a:cubicBezTo>
                    <a:pt x="33785" y="11514"/>
                    <a:pt x="33880" y="9686"/>
                    <a:pt x="33541" y="8046"/>
                  </a:cubicBezTo>
                  <a:cubicBezTo>
                    <a:pt x="33201" y="6351"/>
                    <a:pt x="32466" y="4824"/>
                    <a:pt x="31769" y="3298"/>
                  </a:cubicBezTo>
                  <a:lnTo>
                    <a:pt x="31392" y="3260"/>
                  </a:lnTo>
                  <a:cubicBezTo>
                    <a:pt x="31392" y="3317"/>
                    <a:pt x="31374" y="3392"/>
                    <a:pt x="31355" y="3449"/>
                  </a:cubicBezTo>
                  <a:lnTo>
                    <a:pt x="31336" y="3336"/>
                  </a:lnTo>
                  <a:lnTo>
                    <a:pt x="26474" y="10345"/>
                  </a:lnTo>
                  <a:lnTo>
                    <a:pt x="26135" y="10609"/>
                  </a:lnTo>
                  <a:cubicBezTo>
                    <a:pt x="24911" y="11608"/>
                    <a:pt x="23780" y="12757"/>
                    <a:pt x="23102" y="14189"/>
                  </a:cubicBezTo>
                  <a:lnTo>
                    <a:pt x="22970" y="14246"/>
                  </a:lnTo>
                  <a:cubicBezTo>
                    <a:pt x="22612" y="13040"/>
                    <a:pt x="23196" y="11702"/>
                    <a:pt x="23874" y="10647"/>
                  </a:cubicBezTo>
                  <a:cubicBezTo>
                    <a:pt x="24571" y="9479"/>
                    <a:pt x="25514" y="8348"/>
                    <a:pt x="25834" y="7029"/>
                  </a:cubicBezTo>
                  <a:cubicBezTo>
                    <a:pt x="26060" y="5672"/>
                    <a:pt x="25721" y="4297"/>
                    <a:pt x="25024" y="3110"/>
                  </a:cubicBezTo>
                  <a:cubicBezTo>
                    <a:pt x="24326" y="1923"/>
                    <a:pt x="23384" y="962"/>
                    <a:pt x="22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0"/>
            <p:cNvSpPr/>
            <p:nvPr/>
          </p:nvSpPr>
          <p:spPr>
            <a:xfrm>
              <a:off x="8214064" y="6971863"/>
              <a:ext cx="1238607" cy="1042177"/>
            </a:xfrm>
            <a:custGeom>
              <a:avLst/>
              <a:gdLst/>
              <a:ahLst/>
              <a:cxnLst/>
              <a:rect l="l" t="t" r="r" b="b"/>
              <a:pathLst>
                <a:path w="38628" h="32502" extrusionOk="0">
                  <a:moveTo>
                    <a:pt x="21573" y="12651"/>
                  </a:moveTo>
                  <a:lnTo>
                    <a:pt x="22480" y="14112"/>
                  </a:lnTo>
                  <a:cubicBezTo>
                    <a:pt x="22464" y="14114"/>
                    <a:pt x="22448" y="14114"/>
                    <a:pt x="22432" y="14114"/>
                  </a:cubicBezTo>
                  <a:cubicBezTo>
                    <a:pt x="22166" y="14114"/>
                    <a:pt x="21907" y="13966"/>
                    <a:pt x="21783" y="13717"/>
                  </a:cubicBezTo>
                  <a:cubicBezTo>
                    <a:pt x="21594" y="13415"/>
                    <a:pt x="21613" y="13038"/>
                    <a:pt x="21575" y="12662"/>
                  </a:cubicBezTo>
                  <a:cubicBezTo>
                    <a:pt x="21575" y="12662"/>
                    <a:pt x="21575" y="12657"/>
                    <a:pt x="21573" y="12651"/>
                  </a:cubicBezTo>
                  <a:close/>
                  <a:moveTo>
                    <a:pt x="14910" y="14595"/>
                  </a:moveTo>
                  <a:cubicBezTo>
                    <a:pt x="15249" y="14595"/>
                    <a:pt x="15721" y="14811"/>
                    <a:pt x="16149" y="15186"/>
                  </a:cubicBezTo>
                  <a:cubicBezTo>
                    <a:pt x="16770" y="15733"/>
                    <a:pt x="17053" y="16392"/>
                    <a:pt x="16789" y="16694"/>
                  </a:cubicBezTo>
                  <a:cubicBezTo>
                    <a:pt x="16704" y="16791"/>
                    <a:pt x="16573" y="16837"/>
                    <a:pt x="16413" y="16837"/>
                  </a:cubicBezTo>
                  <a:cubicBezTo>
                    <a:pt x="16075" y="16837"/>
                    <a:pt x="15609" y="16631"/>
                    <a:pt x="15188" y="16261"/>
                  </a:cubicBezTo>
                  <a:cubicBezTo>
                    <a:pt x="14566" y="15733"/>
                    <a:pt x="14283" y="15036"/>
                    <a:pt x="14547" y="14734"/>
                  </a:cubicBezTo>
                  <a:cubicBezTo>
                    <a:pt x="14629" y="14640"/>
                    <a:pt x="14756" y="14595"/>
                    <a:pt x="14910" y="14595"/>
                  </a:cubicBezTo>
                  <a:close/>
                  <a:moveTo>
                    <a:pt x="21411" y="18777"/>
                  </a:moveTo>
                  <a:cubicBezTo>
                    <a:pt x="21627" y="18777"/>
                    <a:pt x="21845" y="18833"/>
                    <a:pt x="22009" y="18936"/>
                  </a:cubicBezTo>
                  <a:cubicBezTo>
                    <a:pt x="22084" y="18993"/>
                    <a:pt x="22141" y="19068"/>
                    <a:pt x="22197" y="19143"/>
                  </a:cubicBezTo>
                  <a:lnTo>
                    <a:pt x="21104" y="20764"/>
                  </a:lnTo>
                  <a:cubicBezTo>
                    <a:pt x="20991" y="20613"/>
                    <a:pt x="20897" y="20462"/>
                    <a:pt x="20822" y="20293"/>
                  </a:cubicBezTo>
                  <a:cubicBezTo>
                    <a:pt x="20690" y="19991"/>
                    <a:pt x="20464" y="19388"/>
                    <a:pt x="20746" y="19030"/>
                  </a:cubicBezTo>
                  <a:cubicBezTo>
                    <a:pt x="20900" y="18856"/>
                    <a:pt x="21154" y="18777"/>
                    <a:pt x="21411" y="18777"/>
                  </a:cubicBezTo>
                  <a:close/>
                  <a:moveTo>
                    <a:pt x="16823" y="1"/>
                  </a:moveTo>
                  <a:cubicBezTo>
                    <a:pt x="15809" y="1"/>
                    <a:pt x="14800" y="323"/>
                    <a:pt x="13963" y="941"/>
                  </a:cubicBezTo>
                  <a:lnTo>
                    <a:pt x="13906" y="1073"/>
                  </a:lnTo>
                  <a:cubicBezTo>
                    <a:pt x="14019" y="1073"/>
                    <a:pt x="14151" y="1092"/>
                    <a:pt x="14264" y="1111"/>
                  </a:cubicBezTo>
                  <a:lnTo>
                    <a:pt x="18900" y="8441"/>
                  </a:lnTo>
                  <a:cubicBezTo>
                    <a:pt x="17581" y="6915"/>
                    <a:pt x="16130" y="5501"/>
                    <a:pt x="14377" y="4540"/>
                  </a:cubicBezTo>
                  <a:cubicBezTo>
                    <a:pt x="13097" y="3869"/>
                    <a:pt x="11625" y="3464"/>
                    <a:pt x="10190" y="3464"/>
                  </a:cubicBezTo>
                  <a:cubicBezTo>
                    <a:pt x="9005" y="3464"/>
                    <a:pt x="7846" y="3740"/>
                    <a:pt x="6840" y="4371"/>
                  </a:cubicBezTo>
                  <a:lnTo>
                    <a:pt x="6803" y="4427"/>
                  </a:lnTo>
                  <a:cubicBezTo>
                    <a:pt x="7406" y="4559"/>
                    <a:pt x="7990" y="4748"/>
                    <a:pt x="8555" y="4974"/>
                  </a:cubicBezTo>
                  <a:lnTo>
                    <a:pt x="17354" y="13754"/>
                  </a:lnTo>
                  <a:cubicBezTo>
                    <a:pt x="17354" y="14075"/>
                    <a:pt x="17279" y="14414"/>
                    <a:pt x="17128" y="14715"/>
                  </a:cubicBezTo>
                  <a:cubicBezTo>
                    <a:pt x="17077" y="14722"/>
                    <a:pt x="17026" y="14725"/>
                    <a:pt x="16975" y="14725"/>
                  </a:cubicBezTo>
                  <a:cubicBezTo>
                    <a:pt x="16304" y="14725"/>
                    <a:pt x="15720" y="14167"/>
                    <a:pt x="15282" y="13641"/>
                  </a:cubicBezTo>
                  <a:cubicBezTo>
                    <a:pt x="14302" y="12549"/>
                    <a:pt x="13360" y="11418"/>
                    <a:pt x="12418" y="10344"/>
                  </a:cubicBezTo>
                  <a:cubicBezTo>
                    <a:pt x="11457" y="9270"/>
                    <a:pt x="10496" y="8139"/>
                    <a:pt x="9139" y="7668"/>
                  </a:cubicBezTo>
                  <a:cubicBezTo>
                    <a:pt x="8591" y="7443"/>
                    <a:pt x="8005" y="7344"/>
                    <a:pt x="7413" y="7344"/>
                  </a:cubicBezTo>
                  <a:cubicBezTo>
                    <a:pt x="6622" y="7344"/>
                    <a:pt x="5821" y="7520"/>
                    <a:pt x="5088" y="7800"/>
                  </a:cubicBezTo>
                  <a:cubicBezTo>
                    <a:pt x="3788" y="8309"/>
                    <a:pt x="2601" y="9100"/>
                    <a:pt x="1451" y="9873"/>
                  </a:cubicBezTo>
                  <a:lnTo>
                    <a:pt x="1470" y="10193"/>
                  </a:lnTo>
                  <a:lnTo>
                    <a:pt x="1621" y="10193"/>
                  </a:lnTo>
                  <a:lnTo>
                    <a:pt x="1527" y="10212"/>
                  </a:lnTo>
                  <a:lnTo>
                    <a:pt x="7877" y="13246"/>
                  </a:lnTo>
                  <a:lnTo>
                    <a:pt x="8140" y="13491"/>
                  </a:lnTo>
                  <a:cubicBezTo>
                    <a:pt x="9139" y="14357"/>
                    <a:pt x="10213" y="15130"/>
                    <a:pt x="11457" y="15488"/>
                  </a:cubicBezTo>
                  <a:lnTo>
                    <a:pt x="11532" y="15582"/>
                  </a:lnTo>
                  <a:cubicBezTo>
                    <a:pt x="11192" y="15746"/>
                    <a:pt x="10822" y="15813"/>
                    <a:pt x="10444" y="15813"/>
                  </a:cubicBezTo>
                  <a:cubicBezTo>
                    <a:pt x="9775" y="15813"/>
                    <a:pt x="9081" y="15602"/>
                    <a:pt x="8480" y="15337"/>
                  </a:cubicBezTo>
                  <a:cubicBezTo>
                    <a:pt x="7424" y="14923"/>
                    <a:pt x="6388" y="14301"/>
                    <a:pt x="5276" y="14226"/>
                  </a:cubicBezTo>
                  <a:cubicBezTo>
                    <a:pt x="4146" y="14226"/>
                    <a:pt x="3053" y="14640"/>
                    <a:pt x="2205" y="15394"/>
                  </a:cubicBezTo>
                  <a:cubicBezTo>
                    <a:pt x="1319" y="16110"/>
                    <a:pt x="660" y="17014"/>
                    <a:pt x="0" y="17919"/>
                  </a:cubicBezTo>
                  <a:lnTo>
                    <a:pt x="57" y="17975"/>
                  </a:lnTo>
                  <a:cubicBezTo>
                    <a:pt x="867" y="19181"/>
                    <a:pt x="1715" y="20331"/>
                    <a:pt x="2638" y="21442"/>
                  </a:cubicBezTo>
                  <a:cubicBezTo>
                    <a:pt x="3392" y="22366"/>
                    <a:pt x="4259" y="23289"/>
                    <a:pt x="5408" y="23571"/>
                  </a:cubicBezTo>
                  <a:cubicBezTo>
                    <a:pt x="5642" y="23629"/>
                    <a:pt x="5880" y="23655"/>
                    <a:pt x="6118" y="23655"/>
                  </a:cubicBezTo>
                  <a:cubicBezTo>
                    <a:pt x="6899" y="23655"/>
                    <a:pt x="7688" y="23373"/>
                    <a:pt x="8367" y="22968"/>
                  </a:cubicBezTo>
                  <a:cubicBezTo>
                    <a:pt x="9252" y="22441"/>
                    <a:pt x="10062" y="21725"/>
                    <a:pt x="10891" y="21122"/>
                  </a:cubicBezTo>
                  <a:cubicBezTo>
                    <a:pt x="12041" y="20255"/>
                    <a:pt x="13303" y="19558"/>
                    <a:pt x="14641" y="19049"/>
                  </a:cubicBezTo>
                  <a:lnTo>
                    <a:pt x="14679" y="19068"/>
                  </a:lnTo>
                  <a:cubicBezTo>
                    <a:pt x="14698" y="19784"/>
                    <a:pt x="14528" y="20500"/>
                    <a:pt x="14170" y="21122"/>
                  </a:cubicBezTo>
                  <a:lnTo>
                    <a:pt x="9817" y="24985"/>
                  </a:lnTo>
                  <a:lnTo>
                    <a:pt x="6482" y="27246"/>
                  </a:lnTo>
                  <a:cubicBezTo>
                    <a:pt x="6331" y="27359"/>
                    <a:pt x="6124" y="27510"/>
                    <a:pt x="6162" y="27736"/>
                  </a:cubicBezTo>
                  <a:cubicBezTo>
                    <a:pt x="6237" y="27849"/>
                    <a:pt x="6331" y="27924"/>
                    <a:pt x="6445" y="27981"/>
                  </a:cubicBezTo>
                  <a:cubicBezTo>
                    <a:pt x="7509" y="28648"/>
                    <a:pt x="8747" y="28958"/>
                    <a:pt x="10003" y="28958"/>
                  </a:cubicBezTo>
                  <a:cubicBezTo>
                    <a:pt x="11369" y="28958"/>
                    <a:pt x="12755" y="28592"/>
                    <a:pt x="13963" y="27924"/>
                  </a:cubicBezTo>
                  <a:cubicBezTo>
                    <a:pt x="16205" y="26718"/>
                    <a:pt x="17844" y="24627"/>
                    <a:pt x="18956" y="22309"/>
                  </a:cubicBezTo>
                  <a:lnTo>
                    <a:pt x="19013" y="22328"/>
                  </a:lnTo>
                  <a:cubicBezTo>
                    <a:pt x="19258" y="21951"/>
                    <a:pt x="19653" y="21687"/>
                    <a:pt x="20087" y="21574"/>
                  </a:cubicBezTo>
                  <a:cubicBezTo>
                    <a:pt x="20149" y="21566"/>
                    <a:pt x="20212" y="21562"/>
                    <a:pt x="20275" y="21562"/>
                  </a:cubicBezTo>
                  <a:cubicBezTo>
                    <a:pt x="20366" y="21562"/>
                    <a:pt x="20458" y="21571"/>
                    <a:pt x="20558" y="21593"/>
                  </a:cubicBezTo>
                  <a:lnTo>
                    <a:pt x="14415" y="30694"/>
                  </a:lnTo>
                  <a:cubicBezTo>
                    <a:pt x="14038" y="30995"/>
                    <a:pt x="13699" y="31335"/>
                    <a:pt x="13322" y="31617"/>
                  </a:cubicBezTo>
                  <a:lnTo>
                    <a:pt x="13284" y="31674"/>
                  </a:lnTo>
                  <a:cubicBezTo>
                    <a:pt x="13416" y="31730"/>
                    <a:pt x="13529" y="31749"/>
                    <a:pt x="13661" y="31806"/>
                  </a:cubicBezTo>
                  <a:lnTo>
                    <a:pt x="13624" y="31825"/>
                  </a:lnTo>
                  <a:cubicBezTo>
                    <a:pt x="13661" y="31825"/>
                    <a:pt x="13680" y="31806"/>
                    <a:pt x="13699" y="31806"/>
                  </a:cubicBezTo>
                  <a:cubicBezTo>
                    <a:pt x="14471" y="32093"/>
                    <a:pt x="15289" y="32232"/>
                    <a:pt x="16108" y="32232"/>
                  </a:cubicBezTo>
                  <a:cubicBezTo>
                    <a:pt x="18028" y="32232"/>
                    <a:pt x="19947" y="31467"/>
                    <a:pt x="21255" y="30053"/>
                  </a:cubicBezTo>
                  <a:cubicBezTo>
                    <a:pt x="22197" y="29017"/>
                    <a:pt x="22875" y="27755"/>
                    <a:pt x="23233" y="26417"/>
                  </a:cubicBezTo>
                  <a:cubicBezTo>
                    <a:pt x="23610" y="25060"/>
                    <a:pt x="23893" y="23685"/>
                    <a:pt x="24081" y="22309"/>
                  </a:cubicBezTo>
                  <a:lnTo>
                    <a:pt x="24194" y="22158"/>
                  </a:lnTo>
                  <a:cubicBezTo>
                    <a:pt x="24421" y="22328"/>
                    <a:pt x="24590" y="22535"/>
                    <a:pt x="24703" y="22780"/>
                  </a:cubicBezTo>
                  <a:lnTo>
                    <a:pt x="23139" y="31429"/>
                  </a:lnTo>
                  <a:cubicBezTo>
                    <a:pt x="23007" y="31655"/>
                    <a:pt x="22913" y="31881"/>
                    <a:pt x="22744" y="32088"/>
                  </a:cubicBezTo>
                  <a:lnTo>
                    <a:pt x="22725" y="32201"/>
                  </a:lnTo>
                  <a:cubicBezTo>
                    <a:pt x="23093" y="32401"/>
                    <a:pt x="23503" y="32501"/>
                    <a:pt x="23914" y="32501"/>
                  </a:cubicBezTo>
                  <a:cubicBezTo>
                    <a:pt x="24239" y="32501"/>
                    <a:pt x="24565" y="32439"/>
                    <a:pt x="24873" y="32314"/>
                  </a:cubicBezTo>
                  <a:cubicBezTo>
                    <a:pt x="25570" y="32032"/>
                    <a:pt x="26173" y="31580"/>
                    <a:pt x="26663" y="31033"/>
                  </a:cubicBezTo>
                  <a:cubicBezTo>
                    <a:pt x="28604" y="28885"/>
                    <a:pt x="29376" y="25927"/>
                    <a:pt x="28754" y="23119"/>
                  </a:cubicBezTo>
                  <a:lnTo>
                    <a:pt x="28792" y="23100"/>
                  </a:lnTo>
                  <a:cubicBezTo>
                    <a:pt x="29960" y="25060"/>
                    <a:pt x="30526" y="27302"/>
                    <a:pt x="30469" y="29563"/>
                  </a:cubicBezTo>
                  <a:cubicBezTo>
                    <a:pt x="30469" y="30148"/>
                    <a:pt x="30450" y="30807"/>
                    <a:pt x="30884" y="31146"/>
                  </a:cubicBezTo>
                  <a:cubicBezTo>
                    <a:pt x="30978" y="31222"/>
                    <a:pt x="31072" y="31259"/>
                    <a:pt x="31185" y="31278"/>
                  </a:cubicBezTo>
                  <a:lnTo>
                    <a:pt x="31223" y="31542"/>
                  </a:lnTo>
                  <a:cubicBezTo>
                    <a:pt x="31260" y="31466"/>
                    <a:pt x="31298" y="31410"/>
                    <a:pt x="31317" y="31353"/>
                  </a:cubicBezTo>
                  <a:cubicBezTo>
                    <a:pt x="31379" y="31363"/>
                    <a:pt x="31443" y="31368"/>
                    <a:pt x="31507" y="31368"/>
                  </a:cubicBezTo>
                  <a:cubicBezTo>
                    <a:pt x="31930" y="31368"/>
                    <a:pt x="32389" y="31165"/>
                    <a:pt x="32749" y="30920"/>
                  </a:cubicBezTo>
                  <a:cubicBezTo>
                    <a:pt x="34991" y="29526"/>
                    <a:pt x="36744" y="27472"/>
                    <a:pt x="37761" y="25041"/>
                  </a:cubicBezTo>
                  <a:cubicBezTo>
                    <a:pt x="38308" y="23741"/>
                    <a:pt x="38628" y="22328"/>
                    <a:pt x="38289" y="20971"/>
                  </a:cubicBezTo>
                  <a:cubicBezTo>
                    <a:pt x="37931" y="19614"/>
                    <a:pt x="36838" y="18522"/>
                    <a:pt x="35632" y="17806"/>
                  </a:cubicBezTo>
                  <a:cubicBezTo>
                    <a:pt x="34407" y="17090"/>
                    <a:pt x="33032" y="16732"/>
                    <a:pt x="31675" y="16374"/>
                  </a:cubicBezTo>
                  <a:lnTo>
                    <a:pt x="31581" y="15903"/>
                  </a:lnTo>
                  <a:cubicBezTo>
                    <a:pt x="33050" y="14942"/>
                    <a:pt x="34520" y="13981"/>
                    <a:pt x="35707" y="12680"/>
                  </a:cubicBezTo>
                  <a:cubicBezTo>
                    <a:pt x="36913" y="11380"/>
                    <a:pt x="37761" y="9703"/>
                    <a:pt x="37723" y="7970"/>
                  </a:cubicBezTo>
                  <a:cubicBezTo>
                    <a:pt x="37667" y="6029"/>
                    <a:pt x="36499" y="4220"/>
                    <a:pt x="34935" y="3052"/>
                  </a:cubicBezTo>
                  <a:cubicBezTo>
                    <a:pt x="33352" y="1865"/>
                    <a:pt x="31505" y="1224"/>
                    <a:pt x="29602" y="772"/>
                  </a:cubicBezTo>
                  <a:lnTo>
                    <a:pt x="29602" y="772"/>
                  </a:lnTo>
                  <a:cubicBezTo>
                    <a:pt x="29828" y="1168"/>
                    <a:pt x="30073" y="1582"/>
                    <a:pt x="30299" y="1997"/>
                  </a:cubicBezTo>
                  <a:lnTo>
                    <a:pt x="29659" y="10156"/>
                  </a:lnTo>
                  <a:cubicBezTo>
                    <a:pt x="29582" y="10168"/>
                    <a:pt x="29505" y="10174"/>
                    <a:pt x="29429" y="10174"/>
                  </a:cubicBezTo>
                  <a:cubicBezTo>
                    <a:pt x="29151" y="10174"/>
                    <a:pt x="28882" y="10092"/>
                    <a:pt x="28660" y="9929"/>
                  </a:cubicBezTo>
                  <a:cubicBezTo>
                    <a:pt x="28208" y="9571"/>
                    <a:pt x="28114" y="8780"/>
                    <a:pt x="28547" y="8422"/>
                  </a:cubicBezTo>
                  <a:lnTo>
                    <a:pt x="28754" y="8422"/>
                  </a:lnTo>
                  <a:cubicBezTo>
                    <a:pt x="29037" y="6952"/>
                    <a:pt x="29263" y="5369"/>
                    <a:pt x="28735" y="3956"/>
                  </a:cubicBezTo>
                  <a:cubicBezTo>
                    <a:pt x="28302" y="2845"/>
                    <a:pt x="27492" y="1940"/>
                    <a:pt x="26456" y="1413"/>
                  </a:cubicBezTo>
                  <a:cubicBezTo>
                    <a:pt x="25840" y="1121"/>
                    <a:pt x="25170" y="972"/>
                    <a:pt x="24500" y="972"/>
                  </a:cubicBezTo>
                  <a:cubicBezTo>
                    <a:pt x="24000" y="972"/>
                    <a:pt x="23501" y="1055"/>
                    <a:pt x="23026" y="1224"/>
                  </a:cubicBezTo>
                  <a:lnTo>
                    <a:pt x="22951" y="1281"/>
                  </a:lnTo>
                  <a:cubicBezTo>
                    <a:pt x="23177" y="1601"/>
                    <a:pt x="23384" y="1921"/>
                    <a:pt x="23610" y="2260"/>
                  </a:cubicBezTo>
                  <a:lnTo>
                    <a:pt x="25250" y="12077"/>
                  </a:lnTo>
                  <a:cubicBezTo>
                    <a:pt x="25231" y="12077"/>
                    <a:pt x="25212" y="12040"/>
                    <a:pt x="25212" y="12040"/>
                  </a:cubicBezTo>
                  <a:cubicBezTo>
                    <a:pt x="24892" y="12040"/>
                    <a:pt x="24590" y="11833"/>
                    <a:pt x="24477" y="11531"/>
                  </a:cubicBezTo>
                  <a:cubicBezTo>
                    <a:pt x="24326" y="11230"/>
                    <a:pt x="24270" y="10928"/>
                    <a:pt x="24270" y="10608"/>
                  </a:cubicBezTo>
                  <a:cubicBezTo>
                    <a:pt x="24176" y="9647"/>
                    <a:pt x="24006" y="8686"/>
                    <a:pt x="23799" y="7725"/>
                  </a:cubicBezTo>
                  <a:cubicBezTo>
                    <a:pt x="23441" y="6180"/>
                    <a:pt x="22951" y="4635"/>
                    <a:pt x="22103" y="3278"/>
                  </a:cubicBezTo>
                  <a:cubicBezTo>
                    <a:pt x="21236" y="1940"/>
                    <a:pt x="20030" y="772"/>
                    <a:pt x="18485" y="301"/>
                  </a:cubicBezTo>
                  <a:cubicBezTo>
                    <a:pt x="17948" y="99"/>
                    <a:pt x="17385" y="1"/>
                    <a:pt x="168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0"/>
            <p:cNvSpPr/>
            <p:nvPr/>
          </p:nvSpPr>
          <p:spPr>
            <a:xfrm>
              <a:off x="8539107" y="6219618"/>
              <a:ext cx="1460368" cy="1469250"/>
            </a:xfrm>
            <a:custGeom>
              <a:avLst/>
              <a:gdLst/>
              <a:ahLst/>
              <a:cxnLst/>
              <a:rect l="l" t="t" r="r" b="b"/>
              <a:pathLst>
                <a:path w="45544" h="45821" extrusionOk="0">
                  <a:moveTo>
                    <a:pt x="18504" y="15753"/>
                  </a:moveTo>
                  <a:cubicBezTo>
                    <a:pt x="18994" y="15753"/>
                    <a:pt x="19371" y="16563"/>
                    <a:pt x="19371" y="17543"/>
                  </a:cubicBezTo>
                  <a:cubicBezTo>
                    <a:pt x="19371" y="18541"/>
                    <a:pt x="18994" y="19352"/>
                    <a:pt x="18504" y="19352"/>
                  </a:cubicBezTo>
                  <a:cubicBezTo>
                    <a:pt x="18033" y="19352"/>
                    <a:pt x="17619" y="18541"/>
                    <a:pt x="17619" y="17543"/>
                  </a:cubicBezTo>
                  <a:cubicBezTo>
                    <a:pt x="17619" y="16563"/>
                    <a:pt x="18033" y="15753"/>
                    <a:pt x="18504" y="15753"/>
                  </a:cubicBezTo>
                  <a:close/>
                  <a:moveTo>
                    <a:pt x="19559" y="24778"/>
                  </a:moveTo>
                  <a:cubicBezTo>
                    <a:pt x="20068" y="24778"/>
                    <a:pt x="20558" y="25362"/>
                    <a:pt x="20634" y="25871"/>
                  </a:cubicBezTo>
                  <a:cubicBezTo>
                    <a:pt x="20802" y="26933"/>
                    <a:pt x="19299" y="28069"/>
                    <a:pt x="18574" y="28069"/>
                  </a:cubicBezTo>
                  <a:cubicBezTo>
                    <a:pt x="18488" y="28069"/>
                    <a:pt x="18413" y="28053"/>
                    <a:pt x="18354" y="28019"/>
                  </a:cubicBezTo>
                  <a:cubicBezTo>
                    <a:pt x="17939" y="27774"/>
                    <a:pt x="18127" y="26625"/>
                    <a:pt x="18485" y="25871"/>
                  </a:cubicBezTo>
                  <a:cubicBezTo>
                    <a:pt x="18655" y="25513"/>
                    <a:pt x="18994" y="24816"/>
                    <a:pt x="19559" y="24778"/>
                  </a:cubicBezTo>
                  <a:close/>
                  <a:moveTo>
                    <a:pt x="25514" y="36009"/>
                  </a:moveTo>
                  <a:cubicBezTo>
                    <a:pt x="25646" y="36009"/>
                    <a:pt x="25759" y="36046"/>
                    <a:pt x="25853" y="36140"/>
                  </a:cubicBezTo>
                  <a:cubicBezTo>
                    <a:pt x="26023" y="36253"/>
                    <a:pt x="26173" y="36385"/>
                    <a:pt x="26286" y="36555"/>
                  </a:cubicBezTo>
                  <a:cubicBezTo>
                    <a:pt x="26437" y="36706"/>
                    <a:pt x="26512" y="36913"/>
                    <a:pt x="26494" y="37139"/>
                  </a:cubicBezTo>
                  <a:cubicBezTo>
                    <a:pt x="26475" y="37384"/>
                    <a:pt x="26362" y="37610"/>
                    <a:pt x="26154" y="37761"/>
                  </a:cubicBezTo>
                  <a:cubicBezTo>
                    <a:pt x="25891" y="38062"/>
                    <a:pt x="25533" y="38270"/>
                    <a:pt x="25137" y="38326"/>
                  </a:cubicBezTo>
                  <a:cubicBezTo>
                    <a:pt x="25091" y="38332"/>
                    <a:pt x="25046" y="38335"/>
                    <a:pt x="25001" y="38335"/>
                  </a:cubicBezTo>
                  <a:cubicBezTo>
                    <a:pt x="24638" y="38335"/>
                    <a:pt x="24306" y="38136"/>
                    <a:pt x="24138" y="37817"/>
                  </a:cubicBezTo>
                  <a:cubicBezTo>
                    <a:pt x="24082" y="37554"/>
                    <a:pt x="24119" y="37271"/>
                    <a:pt x="24232" y="37026"/>
                  </a:cubicBezTo>
                  <a:cubicBezTo>
                    <a:pt x="24477" y="36498"/>
                    <a:pt x="24948" y="36122"/>
                    <a:pt x="25514" y="36009"/>
                  </a:cubicBezTo>
                  <a:close/>
                  <a:moveTo>
                    <a:pt x="12475" y="0"/>
                  </a:moveTo>
                  <a:lnTo>
                    <a:pt x="12192" y="264"/>
                  </a:lnTo>
                  <a:cubicBezTo>
                    <a:pt x="13379" y="1244"/>
                    <a:pt x="14020" y="2751"/>
                    <a:pt x="14321" y="4259"/>
                  </a:cubicBezTo>
                  <a:cubicBezTo>
                    <a:pt x="14547" y="5785"/>
                    <a:pt x="14510" y="7368"/>
                    <a:pt x="14528" y="8932"/>
                  </a:cubicBezTo>
                  <a:cubicBezTo>
                    <a:pt x="14566" y="10496"/>
                    <a:pt x="14698" y="12116"/>
                    <a:pt x="15376" y="13529"/>
                  </a:cubicBezTo>
                  <a:lnTo>
                    <a:pt x="15339" y="13680"/>
                  </a:lnTo>
                  <a:cubicBezTo>
                    <a:pt x="14189" y="13209"/>
                    <a:pt x="13511" y="11890"/>
                    <a:pt x="13134" y="10703"/>
                  </a:cubicBezTo>
                  <a:cubicBezTo>
                    <a:pt x="12663" y="9422"/>
                    <a:pt x="12399" y="7990"/>
                    <a:pt x="11608" y="6916"/>
                  </a:cubicBezTo>
                  <a:cubicBezTo>
                    <a:pt x="10685" y="5898"/>
                    <a:pt x="9422" y="5239"/>
                    <a:pt x="8065" y="5069"/>
                  </a:cubicBezTo>
                  <a:cubicBezTo>
                    <a:pt x="7511" y="4975"/>
                    <a:pt x="6953" y="4940"/>
                    <a:pt x="6395" y="4940"/>
                  </a:cubicBezTo>
                  <a:cubicBezTo>
                    <a:pt x="5606" y="4940"/>
                    <a:pt x="4816" y="5011"/>
                    <a:pt x="4033" y="5088"/>
                  </a:cubicBezTo>
                  <a:lnTo>
                    <a:pt x="4033" y="5163"/>
                  </a:lnTo>
                  <a:cubicBezTo>
                    <a:pt x="3562" y="6859"/>
                    <a:pt x="3223" y="8555"/>
                    <a:pt x="2921" y="10288"/>
                  </a:cubicBezTo>
                  <a:cubicBezTo>
                    <a:pt x="2714" y="11702"/>
                    <a:pt x="2544" y="13209"/>
                    <a:pt x="3223" y="14471"/>
                  </a:cubicBezTo>
                  <a:cubicBezTo>
                    <a:pt x="3788" y="15583"/>
                    <a:pt x="4938" y="16318"/>
                    <a:pt x="6125" y="16695"/>
                  </a:cubicBezTo>
                  <a:cubicBezTo>
                    <a:pt x="7312" y="17072"/>
                    <a:pt x="8612" y="17222"/>
                    <a:pt x="9818" y="17486"/>
                  </a:cubicBezTo>
                  <a:cubicBezTo>
                    <a:pt x="11514" y="17844"/>
                    <a:pt x="13153" y="18447"/>
                    <a:pt x="14698" y="19257"/>
                  </a:cubicBezTo>
                  <a:lnTo>
                    <a:pt x="14698" y="19295"/>
                  </a:lnTo>
                  <a:cubicBezTo>
                    <a:pt x="13699" y="20275"/>
                    <a:pt x="12343" y="20652"/>
                    <a:pt x="10986" y="20671"/>
                  </a:cubicBezTo>
                  <a:cubicBezTo>
                    <a:pt x="10923" y="20672"/>
                    <a:pt x="10860" y="20673"/>
                    <a:pt x="10796" y="20673"/>
                  </a:cubicBezTo>
                  <a:cubicBezTo>
                    <a:pt x="9506" y="20673"/>
                    <a:pt x="8248" y="20316"/>
                    <a:pt x="6973" y="19992"/>
                  </a:cubicBezTo>
                  <a:cubicBezTo>
                    <a:pt x="4938" y="19465"/>
                    <a:pt x="2827" y="18918"/>
                    <a:pt x="754" y="18391"/>
                  </a:cubicBezTo>
                  <a:cubicBezTo>
                    <a:pt x="658" y="18365"/>
                    <a:pt x="542" y="18338"/>
                    <a:pt x="427" y="18338"/>
                  </a:cubicBezTo>
                  <a:cubicBezTo>
                    <a:pt x="292" y="18338"/>
                    <a:pt x="158" y="18374"/>
                    <a:pt x="57" y="18485"/>
                  </a:cubicBezTo>
                  <a:cubicBezTo>
                    <a:pt x="1" y="18636"/>
                    <a:pt x="1" y="18805"/>
                    <a:pt x="57" y="18956"/>
                  </a:cubicBezTo>
                  <a:cubicBezTo>
                    <a:pt x="566" y="22065"/>
                    <a:pt x="3091" y="24628"/>
                    <a:pt x="6106" y="25702"/>
                  </a:cubicBezTo>
                  <a:cubicBezTo>
                    <a:pt x="7498" y="26220"/>
                    <a:pt x="8964" y="26444"/>
                    <a:pt x="10444" y="26444"/>
                  </a:cubicBezTo>
                  <a:cubicBezTo>
                    <a:pt x="12029" y="26444"/>
                    <a:pt x="13629" y="26187"/>
                    <a:pt x="15169" y="25758"/>
                  </a:cubicBezTo>
                  <a:lnTo>
                    <a:pt x="15207" y="25815"/>
                  </a:lnTo>
                  <a:cubicBezTo>
                    <a:pt x="15254" y="25813"/>
                    <a:pt x="15302" y="25812"/>
                    <a:pt x="15352" y="25812"/>
                  </a:cubicBezTo>
                  <a:cubicBezTo>
                    <a:pt x="15829" y="25812"/>
                    <a:pt x="16374" y="25901"/>
                    <a:pt x="16733" y="26192"/>
                  </a:cubicBezTo>
                  <a:cubicBezTo>
                    <a:pt x="17185" y="26550"/>
                    <a:pt x="17411" y="27190"/>
                    <a:pt x="17110" y="27680"/>
                  </a:cubicBezTo>
                  <a:cubicBezTo>
                    <a:pt x="16884" y="28151"/>
                    <a:pt x="16205" y="28264"/>
                    <a:pt x="15640" y="28283"/>
                  </a:cubicBezTo>
                  <a:cubicBezTo>
                    <a:pt x="13260" y="28483"/>
                    <a:pt x="10864" y="28683"/>
                    <a:pt x="8489" y="28683"/>
                  </a:cubicBezTo>
                  <a:cubicBezTo>
                    <a:pt x="6388" y="28683"/>
                    <a:pt x="4304" y="28527"/>
                    <a:pt x="2262" y="28076"/>
                  </a:cubicBezTo>
                  <a:lnTo>
                    <a:pt x="2168" y="28095"/>
                  </a:lnTo>
                  <a:cubicBezTo>
                    <a:pt x="3204" y="31467"/>
                    <a:pt x="6483" y="33974"/>
                    <a:pt x="9987" y="34049"/>
                  </a:cubicBezTo>
                  <a:cubicBezTo>
                    <a:pt x="10027" y="34049"/>
                    <a:pt x="10067" y="34050"/>
                    <a:pt x="10107" y="34050"/>
                  </a:cubicBezTo>
                  <a:cubicBezTo>
                    <a:pt x="11744" y="34050"/>
                    <a:pt x="13377" y="33673"/>
                    <a:pt x="14849" y="32937"/>
                  </a:cubicBezTo>
                  <a:cubicBezTo>
                    <a:pt x="16375" y="32221"/>
                    <a:pt x="17826" y="31373"/>
                    <a:pt x="19239" y="30450"/>
                  </a:cubicBezTo>
                  <a:lnTo>
                    <a:pt x="19446" y="30412"/>
                  </a:lnTo>
                  <a:lnTo>
                    <a:pt x="19446" y="30412"/>
                  </a:lnTo>
                  <a:cubicBezTo>
                    <a:pt x="19597" y="31298"/>
                    <a:pt x="18975" y="32146"/>
                    <a:pt x="18354" y="32749"/>
                  </a:cubicBezTo>
                  <a:cubicBezTo>
                    <a:pt x="15904" y="35161"/>
                    <a:pt x="12720" y="36668"/>
                    <a:pt x="9309" y="37045"/>
                  </a:cubicBezTo>
                  <a:lnTo>
                    <a:pt x="9196" y="37083"/>
                  </a:lnTo>
                  <a:cubicBezTo>
                    <a:pt x="9384" y="37987"/>
                    <a:pt x="9987" y="38741"/>
                    <a:pt x="10816" y="39136"/>
                  </a:cubicBezTo>
                  <a:cubicBezTo>
                    <a:pt x="11593" y="39516"/>
                    <a:pt x="12438" y="39722"/>
                    <a:pt x="13287" y="39722"/>
                  </a:cubicBezTo>
                  <a:cubicBezTo>
                    <a:pt x="13324" y="39722"/>
                    <a:pt x="13361" y="39721"/>
                    <a:pt x="13398" y="39721"/>
                  </a:cubicBezTo>
                  <a:cubicBezTo>
                    <a:pt x="13456" y="39721"/>
                    <a:pt x="13514" y="39722"/>
                    <a:pt x="13572" y="39722"/>
                  </a:cubicBezTo>
                  <a:cubicBezTo>
                    <a:pt x="16994" y="39722"/>
                    <a:pt x="20216" y="38091"/>
                    <a:pt x="22235" y="35311"/>
                  </a:cubicBezTo>
                  <a:lnTo>
                    <a:pt x="22292" y="35349"/>
                  </a:lnTo>
                  <a:cubicBezTo>
                    <a:pt x="21444" y="37949"/>
                    <a:pt x="19861" y="40267"/>
                    <a:pt x="17769" y="42019"/>
                  </a:cubicBezTo>
                  <a:cubicBezTo>
                    <a:pt x="17223" y="42472"/>
                    <a:pt x="16601" y="42980"/>
                    <a:pt x="16658" y="43659"/>
                  </a:cubicBezTo>
                  <a:cubicBezTo>
                    <a:pt x="16695" y="44469"/>
                    <a:pt x="17581" y="44959"/>
                    <a:pt x="18354" y="45166"/>
                  </a:cubicBezTo>
                  <a:cubicBezTo>
                    <a:pt x="19798" y="45603"/>
                    <a:pt x="21290" y="45821"/>
                    <a:pt x="22781" y="45821"/>
                  </a:cubicBezTo>
                  <a:cubicBezTo>
                    <a:pt x="24441" y="45821"/>
                    <a:pt x="26102" y="45551"/>
                    <a:pt x="27700" y="45015"/>
                  </a:cubicBezTo>
                  <a:cubicBezTo>
                    <a:pt x="29301" y="44469"/>
                    <a:pt x="30846" y="43640"/>
                    <a:pt x="31788" y="42245"/>
                  </a:cubicBezTo>
                  <a:cubicBezTo>
                    <a:pt x="32731" y="40832"/>
                    <a:pt x="32862" y="38986"/>
                    <a:pt x="32542" y="37309"/>
                  </a:cubicBezTo>
                  <a:cubicBezTo>
                    <a:pt x="32203" y="35651"/>
                    <a:pt x="31468" y="34105"/>
                    <a:pt x="30677" y="32579"/>
                  </a:cubicBezTo>
                  <a:lnTo>
                    <a:pt x="31035" y="32127"/>
                  </a:lnTo>
                  <a:cubicBezTo>
                    <a:pt x="33070" y="32692"/>
                    <a:pt x="35124" y="33258"/>
                    <a:pt x="37253" y="33295"/>
                  </a:cubicBezTo>
                  <a:cubicBezTo>
                    <a:pt x="37349" y="33298"/>
                    <a:pt x="37445" y="33299"/>
                    <a:pt x="37541" y="33299"/>
                  </a:cubicBezTo>
                  <a:cubicBezTo>
                    <a:pt x="39579" y="33299"/>
                    <a:pt x="41655" y="32722"/>
                    <a:pt x="43113" y="31354"/>
                  </a:cubicBezTo>
                  <a:cubicBezTo>
                    <a:pt x="44828" y="29772"/>
                    <a:pt x="45544" y="27266"/>
                    <a:pt x="45355" y="24891"/>
                  </a:cubicBezTo>
                  <a:cubicBezTo>
                    <a:pt x="45167" y="22536"/>
                    <a:pt x="44262" y="20350"/>
                    <a:pt x="43169" y="18259"/>
                  </a:cubicBezTo>
                  <a:cubicBezTo>
                    <a:pt x="42661" y="19842"/>
                    <a:pt x="42114" y="21424"/>
                    <a:pt x="41285" y="22875"/>
                  </a:cubicBezTo>
                  <a:cubicBezTo>
                    <a:pt x="40400" y="24326"/>
                    <a:pt x="39081" y="25626"/>
                    <a:pt x="37422" y="26154"/>
                  </a:cubicBezTo>
                  <a:cubicBezTo>
                    <a:pt x="37065" y="26312"/>
                    <a:pt x="36678" y="26387"/>
                    <a:pt x="36291" y="26387"/>
                  </a:cubicBezTo>
                  <a:cubicBezTo>
                    <a:pt x="35985" y="26387"/>
                    <a:pt x="35679" y="26340"/>
                    <a:pt x="35387" y="26248"/>
                  </a:cubicBezTo>
                  <a:cubicBezTo>
                    <a:pt x="34690" y="26041"/>
                    <a:pt x="34181" y="25438"/>
                    <a:pt x="34087" y="24703"/>
                  </a:cubicBezTo>
                  <a:cubicBezTo>
                    <a:pt x="34069" y="24041"/>
                    <a:pt x="34647" y="23378"/>
                    <a:pt x="35286" y="23378"/>
                  </a:cubicBezTo>
                  <a:cubicBezTo>
                    <a:pt x="35320" y="23378"/>
                    <a:pt x="35353" y="23380"/>
                    <a:pt x="35387" y="23384"/>
                  </a:cubicBezTo>
                  <a:lnTo>
                    <a:pt x="35538" y="23610"/>
                  </a:lnTo>
                  <a:cubicBezTo>
                    <a:pt x="37102" y="22668"/>
                    <a:pt x="38723" y="21613"/>
                    <a:pt x="39589" y="19992"/>
                  </a:cubicBezTo>
                  <a:cubicBezTo>
                    <a:pt x="40249" y="18749"/>
                    <a:pt x="40418" y="17279"/>
                    <a:pt x="40060" y="15903"/>
                  </a:cubicBezTo>
                  <a:cubicBezTo>
                    <a:pt x="39684" y="14528"/>
                    <a:pt x="38760" y="13360"/>
                    <a:pt x="37517" y="12663"/>
                  </a:cubicBezTo>
                  <a:lnTo>
                    <a:pt x="37404" y="12625"/>
                  </a:lnTo>
                  <a:cubicBezTo>
                    <a:pt x="36932" y="14566"/>
                    <a:pt x="36461" y="16525"/>
                    <a:pt x="35708" y="18296"/>
                  </a:cubicBezTo>
                  <a:cubicBezTo>
                    <a:pt x="34879" y="20162"/>
                    <a:pt x="33654" y="21914"/>
                    <a:pt x="31977" y="23045"/>
                  </a:cubicBezTo>
                  <a:cubicBezTo>
                    <a:pt x="31525" y="23365"/>
                    <a:pt x="30997" y="23572"/>
                    <a:pt x="30469" y="23629"/>
                  </a:cubicBezTo>
                  <a:cubicBezTo>
                    <a:pt x="30422" y="23634"/>
                    <a:pt x="30374" y="23636"/>
                    <a:pt x="30327" y="23636"/>
                  </a:cubicBezTo>
                  <a:cubicBezTo>
                    <a:pt x="29999" y="23636"/>
                    <a:pt x="29680" y="23523"/>
                    <a:pt x="29433" y="23309"/>
                  </a:cubicBezTo>
                  <a:lnTo>
                    <a:pt x="29471" y="23252"/>
                  </a:lnTo>
                  <a:cubicBezTo>
                    <a:pt x="29188" y="22969"/>
                    <a:pt x="29150" y="22536"/>
                    <a:pt x="29320" y="22178"/>
                  </a:cubicBezTo>
                  <a:cubicBezTo>
                    <a:pt x="29471" y="21820"/>
                    <a:pt x="29716" y="21519"/>
                    <a:pt x="29998" y="21274"/>
                  </a:cubicBezTo>
                  <a:cubicBezTo>
                    <a:pt x="30790" y="20407"/>
                    <a:pt x="31543" y="19484"/>
                    <a:pt x="32241" y="18541"/>
                  </a:cubicBezTo>
                  <a:cubicBezTo>
                    <a:pt x="33371" y="16977"/>
                    <a:pt x="34351" y="15319"/>
                    <a:pt x="34897" y="13454"/>
                  </a:cubicBezTo>
                  <a:cubicBezTo>
                    <a:pt x="35444" y="11607"/>
                    <a:pt x="35519" y="9572"/>
                    <a:pt x="34728" y="7801"/>
                  </a:cubicBezTo>
                  <a:cubicBezTo>
                    <a:pt x="34031" y="6030"/>
                    <a:pt x="32429" y="4579"/>
                    <a:pt x="30545" y="4221"/>
                  </a:cubicBezTo>
                  <a:lnTo>
                    <a:pt x="30375" y="4278"/>
                  </a:lnTo>
                  <a:cubicBezTo>
                    <a:pt x="31506" y="5521"/>
                    <a:pt x="31864" y="7274"/>
                    <a:pt x="31920" y="8932"/>
                  </a:cubicBezTo>
                  <a:cubicBezTo>
                    <a:pt x="32146" y="14076"/>
                    <a:pt x="29697" y="19220"/>
                    <a:pt x="25646" y="22329"/>
                  </a:cubicBezTo>
                  <a:lnTo>
                    <a:pt x="25401" y="22442"/>
                  </a:lnTo>
                  <a:cubicBezTo>
                    <a:pt x="25137" y="22253"/>
                    <a:pt x="25080" y="21801"/>
                    <a:pt x="25193" y="21481"/>
                  </a:cubicBezTo>
                  <a:cubicBezTo>
                    <a:pt x="25325" y="21066"/>
                    <a:pt x="25665" y="20765"/>
                    <a:pt x="25966" y="20445"/>
                  </a:cubicBezTo>
                  <a:cubicBezTo>
                    <a:pt x="26776" y="19484"/>
                    <a:pt x="27040" y="18165"/>
                    <a:pt x="27323" y="16902"/>
                  </a:cubicBezTo>
                  <a:cubicBezTo>
                    <a:pt x="27888" y="13774"/>
                    <a:pt x="28303" y="10533"/>
                    <a:pt x="27605" y="7462"/>
                  </a:cubicBezTo>
                  <a:cubicBezTo>
                    <a:pt x="26852" y="4353"/>
                    <a:pt x="24779" y="1395"/>
                    <a:pt x="21745" y="490"/>
                  </a:cubicBezTo>
                  <a:lnTo>
                    <a:pt x="21670" y="509"/>
                  </a:lnTo>
                  <a:cubicBezTo>
                    <a:pt x="22763" y="2431"/>
                    <a:pt x="23328" y="4711"/>
                    <a:pt x="23498" y="6953"/>
                  </a:cubicBezTo>
                  <a:cubicBezTo>
                    <a:pt x="23648" y="9252"/>
                    <a:pt x="23441" y="11607"/>
                    <a:pt x="23121" y="13887"/>
                  </a:cubicBezTo>
                  <a:cubicBezTo>
                    <a:pt x="22989" y="14754"/>
                    <a:pt x="22876" y="15640"/>
                    <a:pt x="22461" y="16412"/>
                  </a:cubicBezTo>
                  <a:cubicBezTo>
                    <a:pt x="22066" y="17204"/>
                    <a:pt x="21425" y="17863"/>
                    <a:pt x="20577" y="18070"/>
                  </a:cubicBezTo>
                  <a:cubicBezTo>
                    <a:pt x="19917" y="17467"/>
                    <a:pt x="19936" y="16412"/>
                    <a:pt x="20068" y="15545"/>
                  </a:cubicBezTo>
                  <a:cubicBezTo>
                    <a:pt x="20294" y="13793"/>
                    <a:pt x="20558" y="12041"/>
                    <a:pt x="20784" y="10307"/>
                  </a:cubicBezTo>
                  <a:cubicBezTo>
                    <a:pt x="21010" y="8593"/>
                    <a:pt x="21255" y="6821"/>
                    <a:pt x="20596" y="5239"/>
                  </a:cubicBezTo>
                  <a:cubicBezTo>
                    <a:pt x="20049" y="3637"/>
                    <a:pt x="18712" y="2431"/>
                    <a:pt x="17223" y="1658"/>
                  </a:cubicBezTo>
                  <a:cubicBezTo>
                    <a:pt x="15753" y="867"/>
                    <a:pt x="14076" y="434"/>
                    <a:pt x="124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0"/>
            <p:cNvSpPr/>
            <p:nvPr/>
          </p:nvSpPr>
          <p:spPr>
            <a:xfrm>
              <a:off x="8663936" y="6381899"/>
              <a:ext cx="872328" cy="878870"/>
            </a:xfrm>
            <a:custGeom>
              <a:avLst/>
              <a:gdLst/>
              <a:ahLst/>
              <a:cxnLst/>
              <a:rect l="l" t="t" r="r" b="b"/>
              <a:pathLst>
                <a:path w="27205" h="27409" extrusionOk="0">
                  <a:moveTo>
                    <a:pt x="393" y="0"/>
                  </a:moveTo>
                  <a:cubicBezTo>
                    <a:pt x="193" y="0"/>
                    <a:pt x="1" y="193"/>
                    <a:pt x="159" y="404"/>
                  </a:cubicBezTo>
                  <a:cubicBezTo>
                    <a:pt x="3796" y="5397"/>
                    <a:pt x="7866" y="10070"/>
                    <a:pt x="12331" y="14366"/>
                  </a:cubicBezTo>
                  <a:cubicBezTo>
                    <a:pt x="16967" y="18775"/>
                    <a:pt x="22732" y="22242"/>
                    <a:pt x="26652" y="27311"/>
                  </a:cubicBezTo>
                  <a:cubicBezTo>
                    <a:pt x="26707" y="27379"/>
                    <a:pt x="26770" y="27408"/>
                    <a:pt x="26833" y="27408"/>
                  </a:cubicBezTo>
                  <a:cubicBezTo>
                    <a:pt x="27026" y="27408"/>
                    <a:pt x="27204" y="27129"/>
                    <a:pt x="27047" y="26915"/>
                  </a:cubicBezTo>
                  <a:cubicBezTo>
                    <a:pt x="23467" y="22318"/>
                    <a:pt x="18342" y="19171"/>
                    <a:pt x="14084" y="15233"/>
                  </a:cubicBezTo>
                  <a:cubicBezTo>
                    <a:pt x="9128" y="10635"/>
                    <a:pt x="4625" y="5585"/>
                    <a:pt x="630" y="121"/>
                  </a:cubicBezTo>
                  <a:cubicBezTo>
                    <a:pt x="568" y="36"/>
                    <a:pt x="480" y="0"/>
                    <a:pt x="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8532470" y="6817983"/>
              <a:ext cx="595223" cy="135475"/>
            </a:xfrm>
            <a:custGeom>
              <a:avLst/>
              <a:gdLst/>
              <a:ahLst/>
              <a:cxnLst/>
              <a:rect l="l" t="t" r="r" b="b"/>
              <a:pathLst>
                <a:path w="18563" h="4225" extrusionOk="0">
                  <a:moveTo>
                    <a:pt x="391" y="1"/>
                  </a:moveTo>
                  <a:cubicBezTo>
                    <a:pt x="190" y="1"/>
                    <a:pt x="1" y="281"/>
                    <a:pt x="189" y="483"/>
                  </a:cubicBezTo>
                  <a:cubicBezTo>
                    <a:pt x="2434" y="3251"/>
                    <a:pt x="6086" y="4224"/>
                    <a:pt x="9814" y="4224"/>
                  </a:cubicBezTo>
                  <a:cubicBezTo>
                    <a:pt x="12811" y="4224"/>
                    <a:pt x="15857" y="3595"/>
                    <a:pt x="18259" y="2763"/>
                  </a:cubicBezTo>
                  <a:cubicBezTo>
                    <a:pt x="18562" y="2662"/>
                    <a:pt x="18474" y="2215"/>
                    <a:pt x="18210" y="2215"/>
                  </a:cubicBezTo>
                  <a:cubicBezTo>
                    <a:pt x="18178" y="2215"/>
                    <a:pt x="18144" y="2222"/>
                    <a:pt x="18108" y="2236"/>
                  </a:cubicBezTo>
                  <a:cubicBezTo>
                    <a:pt x="15765" y="3042"/>
                    <a:pt x="12772" y="3665"/>
                    <a:pt x="9831" y="3665"/>
                  </a:cubicBezTo>
                  <a:cubicBezTo>
                    <a:pt x="6242" y="3665"/>
                    <a:pt x="2730" y="2738"/>
                    <a:pt x="566" y="88"/>
                  </a:cubicBezTo>
                  <a:cubicBezTo>
                    <a:pt x="513" y="26"/>
                    <a:pt x="451" y="1"/>
                    <a:pt x="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8599999" y="7036089"/>
              <a:ext cx="725182" cy="200182"/>
            </a:xfrm>
            <a:custGeom>
              <a:avLst/>
              <a:gdLst/>
              <a:ahLst/>
              <a:cxnLst/>
              <a:rect l="l" t="t" r="r" b="b"/>
              <a:pathLst>
                <a:path w="22616" h="6243" extrusionOk="0">
                  <a:moveTo>
                    <a:pt x="22217" y="1"/>
                  </a:moveTo>
                  <a:cubicBezTo>
                    <a:pt x="22154" y="1"/>
                    <a:pt x="22089" y="27"/>
                    <a:pt x="22032" y="88"/>
                  </a:cubicBezTo>
                  <a:cubicBezTo>
                    <a:pt x="18663" y="3778"/>
                    <a:pt x="14284" y="5682"/>
                    <a:pt x="9800" y="5682"/>
                  </a:cubicBezTo>
                  <a:cubicBezTo>
                    <a:pt x="6659" y="5682"/>
                    <a:pt x="3466" y="4748"/>
                    <a:pt x="532" y="2839"/>
                  </a:cubicBezTo>
                  <a:lnTo>
                    <a:pt x="532" y="2858"/>
                  </a:lnTo>
                  <a:cubicBezTo>
                    <a:pt x="480" y="2822"/>
                    <a:pt x="428" y="2806"/>
                    <a:pt x="380" y="2806"/>
                  </a:cubicBezTo>
                  <a:cubicBezTo>
                    <a:pt x="150" y="2806"/>
                    <a:pt x="1" y="3158"/>
                    <a:pt x="250" y="3329"/>
                  </a:cubicBezTo>
                  <a:cubicBezTo>
                    <a:pt x="3268" y="5284"/>
                    <a:pt x="6560" y="6242"/>
                    <a:pt x="9801" y="6242"/>
                  </a:cubicBezTo>
                  <a:cubicBezTo>
                    <a:pt x="14432" y="6242"/>
                    <a:pt x="18958" y="4286"/>
                    <a:pt x="22428" y="484"/>
                  </a:cubicBezTo>
                  <a:cubicBezTo>
                    <a:pt x="22616" y="281"/>
                    <a:pt x="22426" y="1"/>
                    <a:pt x="22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8827436" y="7084315"/>
              <a:ext cx="562805" cy="353068"/>
            </a:xfrm>
            <a:custGeom>
              <a:avLst/>
              <a:gdLst/>
              <a:ahLst/>
              <a:cxnLst/>
              <a:rect l="l" t="t" r="r" b="b"/>
              <a:pathLst>
                <a:path w="17552" h="11011" extrusionOk="0">
                  <a:moveTo>
                    <a:pt x="17162" y="0"/>
                  </a:moveTo>
                  <a:cubicBezTo>
                    <a:pt x="17078" y="0"/>
                    <a:pt x="16993" y="38"/>
                    <a:pt x="16936" y="129"/>
                  </a:cubicBezTo>
                  <a:cubicBezTo>
                    <a:pt x="13834" y="5211"/>
                    <a:pt x="9359" y="10467"/>
                    <a:pt x="3194" y="10467"/>
                  </a:cubicBezTo>
                  <a:cubicBezTo>
                    <a:pt x="2320" y="10467"/>
                    <a:pt x="1411" y="10361"/>
                    <a:pt x="468" y="10134"/>
                  </a:cubicBezTo>
                  <a:lnTo>
                    <a:pt x="468" y="10116"/>
                  </a:lnTo>
                  <a:cubicBezTo>
                    <a:pt x="445" y="10111"/>
                    <a:pt x="424" y="10108"/>
                    <a:pt x="403" y="10108"/>
                  </a:cubicBezTo>
                  <a:cubicBezTo>
                    <a:pt x="111" y="10108"/>
                    <a:pt x="0" y="10574"/>
                    <a:pt x="317" y="10662"/>
                  </a:cubicBezTo>
                  <a:cubicBezTo>
                    <a:pt x="1302" y="10900"/>
                    <a:pt x="2251" y="11011"/>
                    <a:pt x="3166" y="11011"/>
                  </a:cubicBezTo>
                  <a:cubicBezTo>
                    <a:pt x="9500" y="11011"/>
                    <a:pt x="14180" y="5697"/>
                    <a:pt x="17407" y="412"/>
                  </a:cubicBezTo>
                  <a:cubicBezTo>
                    <a:pt x="17552" y="201"/>
                    <a:pt x="17357" y="0"/>
                    <a:pt x="171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9058496" y="7166466"/>
              <a:ext cx="437687" cy="481969"/>
            </a:xfrm>
            <a:custGeom>
              <a:avLst/>
              <a:gdLst/>
              <a:ahLst/>
              <a:cxnLst/>
              <a:rect l="l" t="t" r="r" b="b"/>
              <a:pathLst>
                <a:path w="13650" h="15031" extrusionOk="0">
                  <a:moveTo>
                    <a:pt x="12342" y="0"/>
                  </a:moveTo>
                  <a:cubicBezTo>
                    <a:pt x="12178" y="0"/>
                    <a:pt x="12010" y="141"/>
                    <a:pt x="12067" y="356"/>
                  </a:cubicBezTo>
                  <a:cubicBezTo>
                    <a:pt x="13141" y="4313"/>
                    <a:pt x="13009" y="8835"/>
                    <a:pt x="9542" y="11586"/>
                  </a:cubicBezTo>
                  <a:cubicBezTo>
                    <a:pt x="6960" y="13640"/>
                    <a:pt x="3305" y="13432"/>
                    <a:pt x="290" y="14469"/>
                  </a:cubicBezTo>
                  <a:cubicBezTo>
                    <a:pt x="0" y="14588"/>
                    <a:pt x="81" y="15031"/>
                    <a:pt x="349" y="15031"/>
                  </a:cubicBezTo>
                  <a:cubicBezTo>
                    <a:pt x="378" y="15031"/>
                    <a:pt x="408" y="15026"/>
                    <a:pt x="441" y="15015"/>
                  </a:cubicBezTo>
                  <a:cubicBezTo>
                    <a:pt x="4115" y="13734"/>
                    <a:pt x="8468" y="14092"/>
                    <a:pt x="11144" y="10851"/>
                  </a:cubicBezTo>
                  <a:cubicBezTo>
                    <a:pt x="13650" y="7817"/>
                    <a:pt x="13574" y="3804"/>
                    <a:pt x="12594" y="205"/>
                  </a:cubicBezTo>
                  <a:cubicBezTo>
                    <a:pt x="12557" y="62"/>
                    <a:pt x="12450" y="0"/>
                    <a:pt x="12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8918019" y="6222247"/>
              <a:ext cx="218074" cy="675994"/>
            </a:xfrm>
            <a:custGeom>
              <a:avLst/>
              <a:gdLst/>
              <a:ahLst/>
              <a:cxnLst/>
              <a:rect l="l" t="t" r="r" b="b"/>
              <a:pathLst>
                <a:path w="6801" h="21082" extrusionOk="0">
                  <a:moveTo>
                    <a:pt x="400" y="0"/>
                  </a:moveTo>
                  <a:cubicBezTo>
                    <a:pt x="160" y="0"/>
                    <a:pt x="1" y="344"/>
                    <a:pt x="243" y="521"/>
                  </a:cubicBezTo>
                  <a:cubicBezTo>
                    <a:pt x="3484" y="2330"/>
                    <a:pt x="6141" y="4761"/>
                    <a:pt x="6160" y="8755"/>
                  </a:cubicBezTo>
                  <a:cubicBezTo>
                    <a:pt x="6179" y="11262"/>
                    <a:pt x="5086" y="13165"/>
                    <a:pt x="4351" y="15426"/>
                  </a:cubicBezTo>
                  <a:cubicBezTo>
                    <a:pt x="3597" y="17743"/>
                    <a:pt x="4483" y="19175"/>
                    <a:pt x="6009" y="20984"/>
                  </a:cubicBezTo>
                  <a:lnTo>
                    <a:pt x="5990" y="20984"/>
                  </a:lnTo>
                  <a:cubicBezTo>
                    <a:pt x="6045" y="21053"/>
                    <a:pt x="6110" y="21082"/>
                    <a:pt x="6173" y="21082"/>
                  </a:cubicBezTo>
                  <a:cubicBezTo>
                    <a:pt x="6372" y="21082"/>
                    <a:pt x="6557" y="20803"/>
                    <a:pt x="6386" y="20589"/>
                  </a:cubicBezTo>
                  <a:cubicBezTo>
                    <a:pt x="3409" y="17084"/>
                    <a:pt x="5632" y="15087"/>
                    <a:pt x="6423" y="11544"/>
                  </a:cubicBezTo>
                  <a:cubicBezTo>
                    <a:pt x="6725" y="10206"/>
                    <a:pt x="6800" y="8831"/>
                    <a:pt x="6650" y="7474"/>
                  </a:cubicBezTo>
                  <a:cubicBezTo>
                    <a:pt x="6179" y="3706"/>
                    <a:pt x="3635" y="1803"/>
                    <a:pt x="526" y="31"/>
                  </a:cubicBezTo>
                  <a:cubicBezTo>
                    <a:pt x="483" y="10"/>
                    <a:pt x="440" y="0"/>
                    <a:pt x="4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9212440" y="6253735"/>
              <a:ext cx="173792" cy="708380"/>
            </a:xfrm>
            <a:custGeom>
              <a:avLst/>
              <a:gdLst/>
              <a:ahLst/>
              <a:cxnLst/>
              <a:rect l="l" t="t" r="r" b="b"/>
              <a:pathLst>
                <a:path w="5420" h="22092" extrusionOk="0">
                  <a:moveTo>
                    <a:pt x="1663" y="0"/>
                  </a:moveTo>
                  <a:cubicBezTo>
                    <a:pt x="1488" y="0"/>
                    <a:pt x="1327" y="170"/>
                    <a:pt x="1406" y="368"/>
                  </a:cubicBezTo>
                  <a:cubicBezTo>
                    <a:pt x="3497" y="4080"/>
                    <a:pt x="5174" y="7736"/>
                    <a:pt x="4345" y="12107"/>
                  </a:cubicBezTo>
                  <a:cubicBezTo>
                    <a:pt x="3686" y="15593"/>
                    <a:pt x="1839" y="18702"/>
                    <a:pt x="68" y="21717"/>
                  </a:cubicBezTo>
                  <a:cubicBezTo>
                    <a:pt x="1" y="21919"/>
                    <a:pt x="164" y="22092"/>
                    <a:pt x="338" y="22092"/>
                  </a:cubicBezTo>
                  <a:cubicBezTo>
                    <a:pt x="408" y="22092"/>
                    <a:pt x="480" y="22064"/>
                    <a:pt x="539" y="22000"/>
                  </a:cubicBezTo>
                  <a:cubicBezTo>
                    <a:pt x="2574" y="18533"/>
                    <a:pt x="4779" y="14821"/>
                    <a:pt x="5099" y="10694"/>
                  </a:cubicBezTo>
                  <a:cubicBezTo>
                    <a:pt x="5419" y="6737"/>
                    <a:pt x="3761" y="3440"/>
                    <a:pt x="1877" y="105"/>
                  </a:cubicBezTo>
                  <a:cubicBezTo>
                    <a:pt x="1815" y="31"/>
                    <a:pt x="1737" y="0"/>
                    <a:pt x="16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9308795" y="6356985"/>
              <a:ext cx="432076" cy="701743"/>
            </a:xfrm>
            <a:custGeom>
              <a:avLst/>
              <a:gdLst/>
              <a:ahLst/>
              <a:cxnLst/>
              <a:rect l="l" t="t" r="r" b="b"/>
              <a:pathLst>
                <a:path w="13475" h="21885" extrusionOk="0">
                  <a:moveTo>
                    <a:pt x="6640" y="1"/>
                  </a:moveTo>
                  <a:cubicBezTo>
                    <a:pt x="6436" y="1"/>
                    <a:pt x="6254" y="281"/>
                    <a:pt x="6428" y="483"/>
                  </a:cubicBezTo>
                  <a:cubicBezTo>
                    <a:pt x="12872" y="7361"/>
                    <a:pt x="5222" y="16387"/>
                    <a:pt x="191" y="21418"/>
                  </a:cubicBezTo>
                  <a:cubicBezTo>
                    <a:pt x="0" y="21623"/>
                    <a:pt x="186" y="21885"/>
                    <a:pt x="402" y="21885"/>
                  </a:cubicBezTo>
                  <a:cubicBezTo>
                    <a:pt x="464" y="21885"/>
                    <a:pt x="528" y="21864"/>
                    <a:pt x="586" y="21813"/>
                  </a:cubicBezTo>
                  <a:cubicBezTo>
                    <a:pt x="5862" y="16537"/>
                    <a:pt x="13475" y="7191"/>
                    <a:pt x="6823" y="88"/>
                  </a:cubicBezTo>
                  <a:cubicBezTo>
                    <a:pt x="6766" y="26"/>
                    <a:pt x="6702" y="1"/>
                    <a:pt x="66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9368052" y="6646852"/>
              <a:ext cx="387922" cy="455034"/>
            </a:xfrm>
            <a:custGeom>
              <a:avLst/>
              <a:gdLst/>
              <a:ahLst/>
              <a:cxnLst/>
              <a:rect l="l" t="t" r="r" b="b"/>
              <a:pathLst>
                <a:path w="12098" h="14191" extrusionOk="0">
                  <a:moveTo>
                    <a:pt x="11513" y="0"/>
                  </a:moveTo>
                  <a:cubicBezTo>
                    <a:pt x="11374" y="0"/>
                    <a:pt x="11241" y="85"/>
                    <a:pt x="11250" y="262"/>
                  </a:cubicBezTo>
                  <a:cubicBezTo>
                    <a:pt x="11552" y="4143"/>
                    <a:pt x="11288" y="7422"/>
                    <a:pt x="7934" y="9909"/>
                  </a:cubicBezTo>
                  <a:cubicBezTo>
                    <a:pt x="5691" y="11586"/>
                    <a:pt x="3110" y="13169"/>
                    <a:pt x="340" y="13640"/>
                  </a:cubicBezTo>
                  <a:cubicBezTo>
                    <a:pt x="0" y="13712"/>
                    <a:pt x="119" y="14191"/>
                    <a:pt x="438" y="14191"/>
                  </a:cubicBezTo>
                  <a:cubicBezTo>
                    <a:pt x="455" y="14191"/>
                    <a:pt x="473" y="14189"/>
                    <a:pt x="491" y="14187"/>
                  </a:cubicBezTo>
                  <a:cubicBezTo>
                    <a:pt x="3751" y="13621"/>
                    <a:pt x="7293" y="11549"/>
                    <a:pt x="9648" y="9212"/>
                  </a:cubicBezTo>
                  <a:cubicBezTo>
                    <a:pt x="12098" y="6781"/>
                    <a:pt x="12060" y="3484"/>
                    <a:pt x="11815" y="262"/>
                  </a:cubicBezTo>
                  <a:cubicBezTo>
                    <a:pt x="11806" y="90"/>
                    <a:pt x="11656" y="0"/>
                    <a:pt x="11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9453858" y="6835747"/>
              <a:ext cx="476742" cy="382920"/>
            </a:xfrm>
            <a:custGeom>
              <a:avLst/>
              <a:gdLst/>
              <a:ahLst/>
              <a:cxnLst/>
              <a:rect l="l" t="t" r="r" b="b"/>
              <a:pathLst>
                <a:path w="14868" h="11942" extrusionOk="0">
                  <a:moveTo>
                    <a:pt x="14568" y="0"/>
                  </a:moveTo>
                  <a:cubicBezTo>
                    <a:pt x="14439" y="0"/>
                    <a:pt x="14312" y="90"/>
                    <a:pt x="14302" y="269"/>
                  </a:cubicBezTo>
                  <a:cubicBezTo>
                    <a:pt x="14321" y="3886"/>
                    <a:pt x="14246" y="8654"/>
                    <a:pt x="10571" y="10651"/>
                  </a:cubicBezTo>
                  <a:cubicBezTo>
                    <a:pt x="9482" y="11242"/>
                    <a:pt x="8296" y="11440"/>
                    <a:pt x="7075" y="11440"/>
                  </a:cubicBezTo>
                  <a:cubicBezTo>
                    <a:pt x="4832" y="11440"/>
                    <a:pt x="2469" y="10773"/>
                    <a:pt x="359" y="10651"/>
                  </a:cubicBezTo>
                  <a:lnTo>
                    <a:pt x="359" y="10632"/>
                  </a:lnTo>
                  <a:cubicBezTo>
                    <a:pt x="353" y="10632"/>
                    <a:pt x="347" y="10632"/>
                    <a:pt x="341" y="10632"/>
                  </a:cubicBezTo>
                  <a:cubicBezTo>
                    <a:pt x="1" y="10632"/>
                    <a:pt x="6" y="11179"/>
                    <a:pt x="359" y="11197"/>
                  </a:cubicBezTo>
                  <a:cubicBezTo>
                    <a:pt x="2495" y="11319"/>
                    <a:pt x="4885" y="11942"/>
                    <a:pt x="7151" y="11942"/>
                  </a:cubicBezTo>
                  <a:cubicBezTo>
                    <a:pt x="8742" y="11942"/>
                    <a:pt x="10271" y="11635"/>
                    <a:pt x="11608" y="10632"/>
                  </a:cubicBezTo>
                  <a:cubicBezTo>
                    <a:pt x="14792" y="8239"/>
                    <a:pt x="14868" y="3849"/>
                    <a:pt x="14849" y="269"/>
                  </a:cubicBezTo>
                  <a:cubicBezTo>
                    <a:pt x="14830" y="90"/>
                    <a:pt x="14698" y="0"/>
                    <a:pt x="14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9201314" y="7822836"/>
              <a:ext cx="18149" cy="23600"/>
            </a:xfrm>
            <a:custGeom>
              <a:avLst/>
              <a:gdLst/>
              <a:ahLst/>
              <a:cxnLst/>
              <a:rect l="l" t="t" r="r" b="b"/>
              <a:pathLst>
                <a:path w="566" h="736" extrusionOk="0">
                  <a:moveTo>
                    <a:pt x="283" y="0"/>
                  </a:moveTo>
                  <a:cubicBezTo>
                    <a:pt x="151" y="0"/>
                    <a:pt x="19" y="85"/>
                    <a:pt x="0" y="255"/>
                  </a:cubicBezTo>
                  <a:lnTo>
                    <a:pt x="0" y="481"/>
                  </a:lnTo>
                  <a:cubicBezTo>
                    <a:pt x="19" y="650"/>
                    <a:pt x="151" y="735"/>
                    <a:pt x="283" y="735"/>
                  </a:cubicBezTo>
                  <a:cubicBezTo>
                    <a:pt x="415" y="735"/>
                    <a:pt x="547" y="650"/>
                    <a:pt x="566" y="481"/>
                  </a:cubicBezTo>
                  <a:lnTo>
                    <a:pt x="566" y="255"/>
                  </a:lnTo>
                  <a:cubicBezTo>
                    <a:pt x="547" y="85"/>
                    <a:pt x="415" y="0"/>
                    <a:pt x="283" y="0"/>
                  </a:cubicBezTo>
                  <a:close/>
                </a:path>
              </a:pathLst>
            </a:custGeom>
            <a:solidFill>
              <a:srgbClr val="3B4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8214674" y="7065429"/>
              <a:ext cx="1469411" cy="1606008"/>
            </a:xfrm>
            <a:custGeom>
              <a:avLst/>
              <a:gdLst/>
              <a:ahLst/>
              <a:cxnLst/>
              <a:rect l="l" t="t" r="r" b="b"/>
              <a:pathLst>
                <a:path w="45826" h="50086" extrusionOk="0">
                  <a:moveTo>
                    <a:pt x="34658" y="14270"/>
                  </a:moveTo>
                  <a:cubicBezTo>
                    <a:pt x="34820" y="14270"/>
                    <a:pt x="34982" y="14316"/>
                    <a:pt x="35123" y="14398"/>
                  </a:cubicBezTo>
                  <a:cubicBezTo>
                    <a:pt x="35538" y="14511"/>
                    <a:pt x="35896" y="14793"/>
                    <a:pt x="36122" y="15151"/>
                  </a:cubicBezTo>
                  <a:cubicBezTo>
                    <a:pt x="36348" y="15528"/>
                    <a:pt x="36329" y="15999"/>
                    <a:pt x="36046" y="16338"/>
                  </a:cubicBezTo>
                  <a:cubicBezTo>
                    <a:pt x="35839" y="16494"/>
                    <a:pt x="35569" y="16586"/>
                    <a:pt x="35308" y="16586"/>
                  </a:cubicBezTo>
                  <a:cubicBezTo>
                    <a:pt x="35284" y="16586"/>
                    <a:pt x="35260" y="16585"/>
                    <a:pt x="35236" y="16583"/>
                  </a:cubicBezTo>
                  <a:cubicBezTo>
                    <a:pt x="34633" y="16583"/>
                    <a:pt x="34049" y="16282"/>
                    <a:pt x="33691" y="15792"/>
                  </a:cubicBezTo>
                  <a:cubicBezTo>
                    <a:pt x="33634" y="15660"/>
                    <a:pt x="33616" y="15509"/>
                    <a:pt x="33672" y="15378"/>
                  </a:cubicBezTo>
                  <a:cubicBezTo>
                    <a:pt x="33710" y="15170"/>
                    <a:pt x="33785" y="14982"/>
                    <a:pt x="33879" y="14793"/>
                  </a:cubicBezTo>
                  <a:cubicBezTo>
                    <a:pt x="33974" y="14586"/>
                    <a:pt x="34143" y="14417"/>
                    <a:pt x="34369" y="14322"/>
                  </a:cubicBezTo>
                  <a:cubicBezTo>
                    <a:pt x="34462" y="14287"/>
                    <a:pt x="34560" y="14270"/>
                    <a:pt x="34658" y="14270"/>
                  </a:cubicBezTo>
                  <a:close/>
                  <a:moveTo>
                    <a:pt x="26614" y="24714"/>
                  </a:moveTo>
                  <a:cubicBezTo>
                    <a:pt x="27703" y="24714"/>
                    <a:pt x="29022" y="25672"/>
                    <a:pt x="28961" y="26231"/>
                  </a:cubicBezTo>
                  <a:lnTo>
                    <a:pt x="28961" y="26212"/>
                  </a:lnTo>
                  <a:cubicBezTo>
                    <a:pt x="28907" y="26707"/>
                    <a:pt x="27766" y="27023"/>
                    <a:pt x="26888" y="27023"/>
                  </a:cubicBezTo>
                  <a:cubicBezTo>
                    <a:pt x="26863" y="27023"/>
                    <a:pt x="26838" y="27023"/>
                    <a:pt x="26813" y="27022"/>
                  </a:cubicBezTo>
                  <a:cubicBezTo>
                    <a:pt x="26399" y="27022"/>
                    <a:pt x="25551" y="26966"/>
                    <a:pt x="25287" y="26438"/>
                  </a:cubicBezTo>
                  <a:cubicBezTo>
                    <a:pt x="25061" y="25929"/>
                    <a:pt x="25419" y="25213"/>
                    <a:pt x="25871" y="24912"/>
                  </a:cubicBezTo>
                  <a:cubicBezTo>
                    <a:pt x="26088" y="24773"/>
                    <a:pt x="26344" y="24714"/>
                    <a:pt x="26614" y="24714"/>
                  </a:cubicBezTo>
                  <a:close/>
                  <a:moveTo>
                    <a:pt x="19602" y="29424"/>
                  </a:moveTo>
                  <a:cubicBezTo>
                    <a:pt x="20010" y="29424"/>
                    <a:pt x="20318" y="29547"/>
                    <a:pt x="20426" y="29792"/>
                  </a:cubicBezTo>
                  <a:cubicBezTo>
                    <a:pt x="20633" y="30263"/>
                    <a:pt x="20011" y="31017"/>
                    <a:pt x="19050" y="31450"/>
                  </a:cubicBezTo>
                  <a:cubicBezTo>
                    <a:pt x="18601" y="31649"/>
                    <a:pt x="18156" y="31745"/>
                    <a:pt x="17785" y="31745"/>
                  </a:cubicBezTo>
                  <a:cubicBezTo>
                    <a:pt x="17348" y="31745"/>
                    <a:pt x="17014" y="31611"/>
                    <a:pt x="16902" y="31356"/>
                  </a:cubicBezTo>
                  <a:cubicBezTo>
                    <a:pt x="16695" y="30885"/>
                    <a:pt x="17317" y="30169"/>
                    <a:pt x="18296" y="29736"/>
                  </a:cubicBezTo>
                  <a:cubicBezTo>
                    <a:pt x="18766" y="29528"/>
                    <a:pt x="19227" y="29424"/>
                    <a:pt x="19602" y="29424"/>
                  </a:cubicBezTo>
                  <a:close/>
                  <a:moveTo>
                    <a:pt x="18705" y="0"/>
                  </a:moveTo>
                  <a:cubicBezTo>
                    <a:pt x="17182" y="0"/>
                    <a:pt x="15632" y="435"/>
                    <a:pt x="14264" y="1170"/>
                  </a:cubicBezTo>
                  <a:cubicBezTo>
                    <a:pt x="12060" y="2357"/>
                    <a:pt x="10307" y="4204"/>
                    <a:pt x="8724" y="6182"/>
                  </a:cubicBezTo>
                  <a:cubicBezTo>
                    <a:pt x="9921" y="6055"/>
                    <a:pt x="11125" y="5945"/>
                    <a:pt x="12327" y="5945"/>
                  </a:cubicBezTo>
                  <a:cubicBezTo>
                    <a:pt x="12905" y="5945"/>
                    <a:pt x="13482" y="5970"/>
                    <a:pt x="14057" y="6032"/>
                  </a:cubicBezTo>
                  <a:cubicBezTo>
                    <a:pt x="15866" y="6258"/>
                    <a:pt x="17693" y="6993"/>
                    <a:pt x="18937" y="8387"/>
                  </a:cubicBezTo>
                  <a:cubicBezTo>
                    <a:pt x="19465" y="8896"/>
                    <a:pt x="19804" y="9593"/>
                    <a:pt x="19898" y="10347"/>
                  </a:cubicBezTo>
                  <a:cubicBezTo>
                    <a:pt x="19992" y="11119"/>
                    <a:pt x="19615" y="11873"/>
                    <a:pt x="18956" y="12268"/>
                  </a:cubicBezTo>
                  <a:cubicBezTo>
                    <a:pt x="18777" y="12353"/>
                    <a:pt x="18578" y="12393"/>
                    <a:pt x="18378" y="12393"/>
                  </a:cubicBezTo>
                  <a:cubicBezTo>
                    <a:pt x="17822" y="12393"/>
                    <a:pt x="17262" y="12084"/>
                    <a:pt x="17109" y="11571"/>
                  </a:cubicBezTo>
                  <a:lnTo>
                    <a:pt x="17241" y="11308"/>
                  </a:lnTo>
                  <a:cubicBezTo>
                    <a:pt x="15658" y="10196"/>
                    <a:pt x="13925" y="9065"/>
                    <a:pt x="11984" y="8915"/>
                  </a:cubicBezTo>
                  <a:cubicBezTo>
                    <a:pt x="11852" y="8906"/>
                    <a:pt x="11720" y="8902"/>
                    <a:pt x="11589" y="8902"/>
                  </a:cubicBezTo>
                  <a:cubicBezTo>
                    <a:pt x="10202" y="8902"/>
                    <a:pt x="8865" y="9354"/>
                    <a:pt x="7763" y="10215"/>
                  </a:cubicBezTo>
                  <a:cubicBezTo>
                    <a:pt x="6595" y="11194"/>
                    <a:pt x="5841" y="12589"/>
                    <a:pt x="5691" y="14115"/>
                  </a:cubicBezTo>
                  <a:lnTo>
                    <a:pt x="5710" y="14228"/>
                  </a:lnTo>
                  <a:cubicBezTo>
                    <a:pt x="7801" y="13851"/>
                    <a:pt x="9930" y="13474"/>
                    <a:pt x="11984" y="13437"/>
                  </a:cubicBezTo>
                  <a:cubicBezTo>
                    <a:pt x="14170" y="13456"/>
                    <a:pt x="16393" y="13889"/>
                    <a:pt x="18240" y="15057"/>
                  </a:cubicBezTo>
                  <a:cubicBezTo>
                    <a:pt x="18749" y="15340"/>
                    <a:pt x="19163" y="15773"/>
                    <a:pt x="19465" y="16282"/>
                  </a:cubicBezTo>
                  <a:cubicBezTo>
                    <a:pt x="19653" y="16621"/>
                    <a:pt x="19710" y="17036"/>
                    <a:pt x="19597" y="17413"/>
                  </a:cubicBezTo>
                  <a:lnTo>
                    <a:pt x="19521" y="17413"/>
                  </a:lnTo>
                  <a:cubicBezTo>
                    <a:pt x="19358" y="17793"/>
                    <a:pt x="18986" y="18017"/>
                    <a:pt x="18573" y="18017"/>
                  </a:cubicBezTo>
                  <a:cubicBezTo>
                    <a:pt x="18556" y="18017"/>
                    <a:pt x="18539" y="18016"/>
                    <a:pt x="18523" y="18015"/>
                  </a:cubicBezTo>
                  <a:cubicBezTo>
                    <a:pt x="18127" y="18015"/>
                    <a:pt x="17712" y="17921"/>
                    <a:pt x="17354" y="17752"/>
                  </a:cubicBezTo>
                  <a:cubicBezTo>
                    <a:pt x="16167" y="17337"/>
                    <a:pt x="14961" y="16998"/>
                    <a:pt x="13737" y="16734"/>
                  </a:cubicBezTo>
                  <a:cubicBezTo>
                    <a:pt x="12299" y="16425"/>
                    <a:pt x="10842" y="16202"/>
                    <a:pt x="9380" y="16202"/>
                  </a:cubicBezTo>
                  <a:cubicBezTo>
                    <a:pt x="8792" y="16202"/>
                    <a:pt x="8202" y="16239"/>
                    <a:pt x="7613" y="16320"/>
                  </a:cubicBezTo>
                  <a:cubicBezTo>
                    <a:pt x="5559" y="16583"/>
                    <a:pt x="3543" y="17394"/>
                    <a:pt x="2148" y="18901"/>
                  </a:cubicBezTo>
                  <a:cubicBezTo>
                    <a:pt x="716" y="20352"/>
                    <a:pt x="0" y="22575"/>
                    <a:pt x="471" y="24554"/>
                  </a:cubicBezTo>
                  <a:lnTo>
                    <a:pt x="584" y="24705"/>
                  </a:lnTo>
                  <a:cubicBezTo>
                    <a:pt x="1319" y="23046"/>
                    <a:pt x="2864" y="21954"/>
                    <a:pt x="4466" y="21181"/>
                  </a:cubicBezTo>
                  <a:cubicBezTo>
                    <a:pt x="6801" y="20022"/>
                    <a:pt x="9390" y="19454"/>
                    <a:pt x="11978" y="19454"/>
                  </a:cubicBezTo>
                  <a:cubicBezTo>
                    <a:pt x="14861" y="19454"/>
                    <a:pt x="17743" y="20159"/>
                    <a:pt x="20275" y="21539"/>
                  </a:cubicBezTo>
                  <a:lnTo>
                    <a:pt x="20482" y="21727"/>
                  </a:lnTo>
                  <a:cubicBezTo>
                    <a:pt x="20426" y="22085"/>
                    <a:pt x="19992" y="22330"/>
                    <a:pt x="19634" y="22368"/>
                  </a:cubicBezTo>
                  <a:cubicBezTo>
                    <a:pt x="19600" y="22371"/>
                    <a:pt x="19566" y="22372"/>
                    <a:pt x="19532" y="22372"/>
                  </a:cubicBezTo>
                  <a:cubicBezTo>
                    <a:pt x="19117" y="22372"/>
                    <a:pt x="18715" y="22170"/>
                    <a:pt x="18296" y="22048"/>
                  </a:cubicBezTo>
                  <a:cubicBezTo>
                    <a:pt x="17860" y="21921"/>
                    <a:pt x="17413" y="21871"/>
                    <a:pt x="16960" y="21871"/>
                  </a:cubicBezTo>
                  <a:cubicBezTo>
                    <a:pt x="16064" y="21871"/>
                    <a:pt x="15147" y="22067"/>
                    <a:pt x="14245" y="22255"/>
                  </a:cubicBezTo>
                  <a:cubicBezTo>
                    <a:pt x="10948" y="23046"/>
                    <a:pt x="7613" y="24026"/>
                    <a:pt x="4880" y="26042"/>
                  </a:cubicBezTo>
                  <a:cubicBezTo>
                    <a:pt x="2186" y="28115"/>
                    <a:pt x="170" y="31413"/>
                    <a:pt x="603" y="34785"/>
                  </a:cubicBezTo>
                  <a:lnTo>
                    <a:pt x="660" y="34842"/>
                  </a:lnTo>
                  <a:cubicBezTo>
                    <a:pt x="2054" y="32939"/>
                    <a:pt x="4051" y="31413"/>
                    <a:pt x="6162" y="30282"/>
                  </a:cubicBezTo>
                  <a:cubicBezTo>
                    <a:pt x="8348" y="29133"/>
                    <a:pt x="10741" y="28322"/>
                    <a:pt x="13115" y="27663"/>
                  </a:cubicBezTo>
                  <a:cubicBezTo>
                    <a:pt x="13923" y="27439"/>
                    <a:pt x="14762" y="27185"/>
                    <a:pt x="15619" y="27185"/>
                  </a:cubicBezTo>
                  <a:cubicBezTo>
                    <a:pt x="15701" y="27185"/>
                    <a:pt x="15783" y="27187"/>
                    <a:pt x="15866" y="27192"/>
                  </a:cubicBezTo>
                  <a:cubicBezTo>
                    <a:pt x="16789" y="27267"/>
                    <a:pt x="17750" y="27606"/>
                    <a:pt x="18278" y="28341"/>
                  </a:cubicBezTo>
                  <a:cubicBezTo>
                    <a:pt x="17995" y="29246"/>
                    <a:pt x="16940" y="29679"/>
                    <a:pt x="16016" y="29924"/>
                  </a:cubicBezTo>
                  <a:cubicBezTo>
                    <a:pt x="14226" y="30470"/>
                    <a:pt x="12399" y="30960"/>
                    <a:pt x="10609" y="31488"/>
                  </a:cubicBezTo>
                  <a:cubicBezTo>
                    <a:pt x="8837" y="31978"/>
                    <a:pt x="6991" y="32543"/>
                    <a:pt x="5710" y="33862"/>
                  </a:cubicBezTo>
                  <a:cubicBezTo>
                    <a:pt x="4391" y="35068"/>
                    <a:pt x="3788" y="36915"/>
                    <a:pt x="3675" y="38705"/>
                  </a:cubicBezTo>
                  <a:cubicBezTo>
                    <a:pt x="3524" y="40514"/>
                    <a:pt x="3844" y="42304"/>
                    <a:pt x="4108" y="44056"/>
                  </a:cubicBezTo>
                  <a:lnTo>
                    <a:pt x="4504" y="44207"/>
                  </a:lnTo>
                  <a:cubicBezTo>
                    <a:pt x="4937" y="42624"/>
                    <a:pt x="6124" y="41343"/>
                    <a:pt x="7462" y="40419"/>
                  </a:cubicBezTo>
                  <a:cubicBezTo>
                    <a:pt x="8875" y="39515"/>
                    <a:pt x="10439" y="38874"/>
                    <a:pt x="11946" y="38177"/>
                  </a:cubicBezTo>
                  <a:cubicBezTo>
                    <a:pt x="13492" y="37499"/>
                    <a:pt x="14980" y="36651"/>
                    <a:pt x="16092" y="35388"/>
                  </a:cubicBezTo>
                  <a:lnTo>
                    <a:pt x="16224" y="35351"/>
                  </a:lnTo>
                  <a:lnTo>
                    <a:pt x="16224" y="35351"/>
                  </a:lnTo>
                  <a:cubicBezTo>
                    <a:pt x="16261" y="36689"/>
                    <a:pt x="15282" y="37913"/>
                    <a:pt x="14283" y="38780"/>
                  </a:cubicBezTo>
                  <a:cubicBezTo>
                    <a:pt x="13228" y="39798"/>
                    <a:pt x="11928" y="40664"/>
                    <a:pt x="11230" y="41927"/>
                  </a:cubicBezTo>
                  <a:cubicBezTo>
                    <a:pt x="10590" y="43246"/>
                    <a:pt x="10571" y="44753"/>
                    <a:pt x="10948" y="46166"/>
                  </a:cubicBezTo>
                  <a:cubicBezTo>
                    <a:pt x="11306" y="47561"/>
                    <a:pt x="12003" y="48842"/>
                    <a:pt x="12700" y="50086"/>
                  </a:cubicBezTo>
                  <a:lnTo>
                    <a:pt x="12794" y="50067"/>
                  </a:lnTo>
                  <a:cubicBezTo>
                    <a:pt x="14641" y="49784"/>
                    <a:pt x="16450" y="49388"/>
                    <a:pt x="18259" y="48936"/>
                  </a:cubicBezTo>
                  <a:cubicBezTo>
                    <a:pt x="19747" y="48522"/>
                    <a:pt x="21292" y="48032"/>
                    <a:pt x="22235" y="46845"/>
                  </a:cubicBezTo>
                  <a:cubicBezTo>
                    <a:pt x="23064" y="45808"/>
                    <a:pt x="23290" y="44357"/>
                    <a:pt x="23139" y="43038"/>
                  </a:cubicBezTo>
                  <a:cubicBezTo>
                    <a:pt x="23007" y="41719"/>
                    <a:pt x="22593" y="40400"/>
                    <a:pt x="22348" y="39100"/>
                  </a:cubicBezTo>
                  <a:cubicBezTo>
                    <a:pt x="21952" y="37273"/>
                    <a:pt x="21820" y="35426"/>
                    <a:pt x="21952" y="33579"/>
                  </a:cubicBezTo>
                  <a:lnTo>
                    <a:pt x="22008" y="33561"/>
                  </a:lnTo>
                  <a:cubicBezTo>
                    <a:pt x="23384" y="34107"/>
                    <a:pt x="24345" y="35294"/>
                    <a:pt x="24948" y="36594"/>
                  </a:cubicBezTo>
                  <a:cubicBezTo>
                    <a:pt x="25551" y="37894"/>
                    <a:pt x="25758" y="39345"/>
                    <a:pt x="26022" y="40796"/>
                  </a:cubicBezTo>
                  <a:cubicBezTo>
                    <a:pt x="26380" y="43038"/>
                    <a:pt x="26757" y="45318"/>
                    <a:pt x="27115" y="47580"/>
                  </a:cubicBezTo>
                  <a:cubicBezTo>
                    <a:pt x="27153" y="47806"/>
                    <a:pt x="27228" y="48126"/>
                    <a:pt x="27529" y="48201"/>
                  </a:cubicBezTo>
                  <a:cubicBezTo>
                    <a:pt x="27680" y="48182"/>
                    <a:pt x="27850" y="48126"/>
                    <a:pt x="27963" y="48013"/>
                  </a:cubicBezTo>
                  <a:cubicBezTo>
                    <a:pt x="30789" y="46166"/>
                    <a:pt x="32202" y="42586"/>
                    <a:pt x="31957" y="39176"/>
                  </a:cubicBezTo>
                  <a:cubicBezTo>
                    <a:pt x="31769" y="35897"/>
                    <a:pt x="30205" y="32863"/>
                    <a:pt x="28114" y="30301"/>
                  </a:cubicBezTo>
                  <a:lnTo>
                    <a:pt x="28151" y="30244"/>
                  </a:lnTo>
                  <a:cubicBezTo>
                    <a:pt x="27906" y="29754"/>
                    <a:pt x="27718" y="29114"/>
                    <a:pt x="27850" y="28586"/>
                  </a:cubicBezTo>
                  <a:cubicBezTo>
                    <a:pt x="27990" y="28025"/>
                    <a:pt x="28474" y="27561"/>
                    <a:pt x="29012" y="27561"/>
                  </a:cubicBezTo>
                  <a:cubicBezTo>
                    <a:pt x="29051" y="27561"/>
                    <a:pt x="29091" y="27564"/>
                    <a:pt x="29131" y="27569"/>
                  </a:cubicBezTo>
                  <a:cubicBezTo>
                    <a:pt x="29715" y="27606"/>
                    <a:pt x="30111" y="28209"/>
                    <a:pt x="30375" y="28756"/>
                  </a:cubicBezTo>
                  <a:cubicBezTo>
                    <a:pt x="32673" y="32958"/>
                    <a:pt x="35010" y="37235"/>
                    <a:pt x="35933" y="41927"/>
                  </a:cubicBezTo>
                  <a:lnTo>
                    <a:pt x="36009" y="41983"/>
                  </a:lnTo>
                  <a:cubicBezTo>
                    <a:pt x="38854" y="39534"/>
                    <a:pt x="39871" y="35256"/>
                    <a:pt x="38439" y="31789"/>
                  </a:cubicBezTo>
                  <a:cubicBezTo>
                    <a:pt x="37742" y="30150"/>
                    <a:pt x="36649" y="28680"/>
                    <a:pt x="35274" y="27512"/>
                  </a:cubicBezTo>
                  <a:cubicBezTo>
                    <a:pt x="33898" y="26344"/>
                    <a:pt x="32447" y="25270"/>
                    <a:pt x="30940" y="24309"/>
                  </a:cubicBezTo>
                  <a:lnTo>
                    <a:pt x="30808" y="24102"/>
                  </a:lnTo>
                  <a:cubicBezTo>
                    <a:pt x="31142" y="23892"/>
                    <a:pt x="31520" y="23811"/>
                    <a:pt x="31911" y="23811"/>
                  </a:cubicBezTo>
                  <a:cubicBezTo>
                    <a:pt x="32471" y="23811"/>
                    <a:pt x="33057" y="23977"/>
                    <a:pt x="33578" y="24177"/>
                  </a:cubicBezTo>
                  <a:cubicBezTo>
                    <a:pt x="36970" y="25534"/>
                    <a:pt x="39834" y="28002"/>
                    <a:pt x="41661" y="31168"/>
                  </a:cubicBezTo>
                  <a:lnTo>
                    <a:pt x="41756" y="31243"/>
                  </a:lnTo>
                  <a:cubicBezTo>
                    <a:pt x="42547" y="30678"/>
                    <a:pt x="43037" y="29773"/>
                    <a:pt x="43056" y="28793"/>
                  </a:cubicBezTo>
                  <a:cubicBezTo>
                    <a:pt x="43093" y="27832"/>
                    <a:pt x="42924" y="26890"/>
                    <a:pt x="42528" y="26005"/>
                  </a:cubicBezTo>
                  <a:cubicBezTo>
                    <a:pt x="41077" y="22575"/>
                    <a:pt x="38044" y="20069"/>
                    <a:pt x="34407" y="19278"/>
                  </a:cubicBezTo>
                  <a:lnTo>
                    <a:pt x="34407" y="19221"/>
                  </a:lnTo>
                  <a:cubicBezTo>
                    <a:pt x="34931" y="19167"/>
                    <a:pt x="35457" y="19140"/>
                    <a:pt x="35980" y="19140"/>
                  </a:cubicBezTo>
                  <a:cubicBezTo>
                    <a:pt x="38373" y="19140"/>
                    <a:pt x="40737" y="19700"/>
                    <a:pt x="42886" y="20767"/>
                  </a:cubicBezTo>
                  <a:cubicBezTo>
                    <a:pt x="43375" y="20998"/>
                    <a:pt x="43914" y="21258"/>
                    <a:pt x="44409" y="21258"/>
                  </a:cubicBezTo>
                  <a:cubicBezTo>
                    <a:pt x="44601" y="21258"/>
                    <a:pt x="44786" y="21219"/>
                    <a:pt x="44959" y="21125"/>
                  </a:cubicBezTo>
                  <a:cubicBezTo>
                    <a:pt x="45750" y="20767"/>
                    <a:pt x="45826" y="19674"/>
                    <a:pt x="45713" y="18826"/>
                  </a:cubicBezTo>
                  <a:cubicBezTo>
                    <a:pt x="45279" y="15453"/>
                    <a:pt x="43828" y="12287"/>
                    <a:pt x="41530" y="9762"/>
                  </a:cubicBezTo>
                  <a:cubicBezTo>
                    <a:pt x="40305" y="8425"/>
                    <a:pt x="38816" y="7275"/>
                    <a:pt x="37045" y="6974"/>
                  </a:cubicBezTo>
                  <a:cubicBezTo>
                    <a:pt x="36752" y="6928"/>
                    <a:pt x="36458" y="6905"/>
                    <a:pt x="36164" y="6905"/>
                  </a:cubicBezTo>
                  <a:cubicBezTo>
                    <a:pt x="34661" y="6905"/>
                    <a:pt x="33165" y="7482"/>
                    <a:pt x="31920" y="8349"/>
                  </a:cubicBezTo>
                  <a:cubicBezTo>
                    <a:pt x="30431" y="9386"/>
                    <a:pt x="29244" y="10780"/>
                    <a:pt x="28076" y="12212"/>
                  </a:cubicBezTo>
                  <a:lnTo>
                    <a:pt x="27492" y="12061"/>
                  </a:lnTo>
                  <a:cubicBezTo>
                    <a:pt x="27153" y="9819"/>
                    <a:pt x="26832" y="7577"/>
                    <a:pt x="25965" y="5466"/>
                  </a:cubicBezTo>
                  <a:cubicBezTo>
                    <a:pt x="25099" y="3356"/>
                    <a:pt x="23610" y="1472"/>
                    <a:pt x="21537" y="567"/>
                  </a:cubicBezTo>
                  <a:cubicBezTo>
                    <a:pt x="20641" y="178"/>
                    <a:pt x="19679" y="0"/>
                    <a:pt x="187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8616288" y="7451267"/>
              <a:ext cx="497553" cy="1217348"/>
            </a:xfrm>
            <a:custGeom>
              <a:avLst/>
              <a:gdLst/>
              <a:ahLst/>
              <a:cxnLst/>
              <a:rect l="l" t="t" r="r" b="b"/>
              <a:pathLst>
                <a:path w="15517" h="37965" extrusionOk="0">
                  <a:moveTo>
                    <a:pt x="15146" y="0"/>
                  </a:moveTo>
                  <a:cubicBezTo>
                    <a:pt x="15064" y="0"/>
                    <a:pt x="14982" y="42"/>
                    <a:pt x="14929" y="141"/>
                  </a:cubicBezTo>
                  <a:cubicBezTo>
                    <a:pt x="12366" y="4984"/>
                    <a:pt x="11500" y="10354"/>
                    <a:pt x="9860" y="15536"/>
                  </a:cubicBezTo>
                  <a:cubicBezTo>
                    <a:pt x="7430" y="23242"/>
                    <a:pt x="4076" y="30553"/>
                    <a:pt x="81" y="37582"/>
                  </a:cubicBezTo>
                  <a:cubicBezTo>
                    <a:pt x="1" y="37783"/>
                    <a:pt x="178" y="37965"/>
                    <a:pt x="354" y="37965"/>
                  </a:cubicBezTo>
                  <a:cubicBezTo>
                    <a:pt x="426" y="37965"/>
                    <a:pt x="498" y="37935"/>
                    <a:pt x="552" y="37864"/>
                  </a:cubicBezTo>
                  <a:cubicBezTo>
                    <a:pt x="3718" y="32400"/>
                    <a:pt x="6412" y="26672"/>
                    <a:pt x="8654" y="20774"/>
                  </a:cubicBezTo>
                  <a:cubicBezTo>
                    <a:pt x="11123" y="14104"/>
                    <a:pt x="12084" y="6736"/>
                    <a:pt x="15400" y="424"/>
                  </a:cubicBezTo>
                  <a:cubicBezTo>
                    <a:pt x="15517" y="203"/>
                    <a:pt x="15330" y="0"/>
                    <a:pt x="151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8921579" y="8003394"/>
              <a:ext cx="297275" cy="606702"/>
            </a:xfrm>
            <a:custGeom>
              <a:avLst/>
              <a:gdLst/>
              <a:ahLst/>
              <a:cxnLst/>
              <a:rect l="l" t="t" r="r" b="b"/>
              <a:pathLst>
                <a:path w="9271" h="18921" extrusionOk="0">
                  <a:moveTo>
                    <a:pt x="383" y="1"/>
                  </a:moveTo>
                  <a:cubicBezTo>
                    <a:pt x="179" y="1"/>
                    <a:pt x="1" y="281"/>
                    <a:pt x="189" y="484"/>
                  </a:cubicBezTo>
                  <a:cubicBezTo>
                    <a:pt x="4164" y="4742"/>
                    <a:pt x="8668" y="12618"/>
                    <a:pt x="5653" y="18497"/>
                  </a:cubicBezTo>
                  <a:lnTo>
                    <a:pt x="5672" y="18497"/>
                  </a:lnTo>
                  <a:cubicBezTo>
                    <a:pt x="5555" y="18718"/>
                    <a:pt x="5742" y="18921"/>
                    <a:pt x="5926" y="18921"/>
                  </a:cubicBezTo>
                  <a:cubicBezTo>
                    <a:pt x="6008" y="18921"/>
                    <a:pt x="6090" y="18879"/>
                    <a:pt x="6143" y="18780"/>
                  </a:cubicBezTo>
                  <a:cubicBezTo>
                    <a:pt x="9271" y="12656"/>
                    <a:pt x="4749" y="4554"/>
                    <a:pt x="565" y="88"/>
                  </a:cubicBezTo>
                  <a:cubicBezTo>
                    <a:pt x="509" y="27"/>
                    <a:pt x="444" y="1"/>
                    <a:pt x="3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8980001" y="7747708"/>
              <a:ext cx="460004" cy="663842"/>
            </a:xfrm>
            <a:custGeom>
              <a:avLst/>
              <a:gdLst/>
              <a:ahLst/>
              <a:cxnLst/>
              <a:rect l="l" t="t" r="r" b="b"/>
              <a:pathLst>
                <a:path w="14346" h="20703" extrusionOk="0">
                  <a:moveTo>
                    <a:pt x="366" y="0"/>
                  </a:moveTo>
                  <a:cubicBezTo>
                    <a:pt x="95" y="0"/>
                    <a:pt x="1" y="441"/>
                    <a:pt x="307" y="544"/>
                  </a:cubicBezTo>
                  <a:cubicBezTo>
                    <a:pt x="8900" y="3370"/>
                    <a:pt x="13761" y="11435"/>
                    <a:pt x="12273" y="20347"/>
                  </a:cubicBezTo>
                  <a:cubicBezTo>
                    <a:pt x="12239" y="20562"/>
                    <a:pt x="12416" y="20703"/>
                    <a:pt x="12574" y="20703"/>
                  </a:cubicBezTo>
                  <a:cubicBezTo>
                    <a:pt x="12680" y="20703"/>
                    <a:pt x="12778" y="20641"/>
                    <a:pt x="12800" y="20498"/>
                  </a:cubicBezTo>
                  <a:cubicBezTo>
                    <a:pt x="14345" y="11284"/>
                    <a:pt x="9333" y="2918"/>
                    <a:pt x="458" y="16"/>
                  </a:cubicBezTo>
                  <a:cubicBezTo>
                    <a:pt x="426" y="5"/>
                    <a:pt x="395" y="0"/>
                    <a:pt x="3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8997476" y="7662960"/>
              <a:ext cx="572681" cy="404211"/>
            </a:xfrm>
            <a:custGeom>
              <a:avLst/>
              <a:gdLst/>
              <a:ahLst/>
              <a:cxnLst/>
              <a:rect l="l" t="t" r="r" b="b"/>
              <a:pathLst>
                <a:path w="17860" h="12606" extrusionOk="0">
                  <a:moveTo>
                    <a:pt x="461" y="0"/>
                  </a:moveTo>
                  <a:cubicBezTo>
                    <a:pt x="129" y="0"/>
                    <a:pt x="1" y="494"/>
                    <a:pt x="347" y="549"/>
                  </a:cubicBezTo>
                  <a:cubicBezTo>
                    <a:pt x="7563" y="1510"/>
                    <a:pt x="15854" y="4204"/>
                    <a:pt x="17286" y="12401"/>
                  </a:cubicBezTo>
                  <a:cubicBezTo>
                    <a:pt x="17309" y="12544"/>
                    <a:pt x="17409" y="12605"/>
                    <a:pt x="17517" y="12605"/>
                  </a:cubicBezTo>
                  <a:cubicBezTo>
                    <a:pt x="17680" y="12605"/>
                    <a:pt x="17859" y="12465"/>
                    <a:pt x="17814" y="12250"/>
                  </a:cubicBezTo>
                  <a:cubicBezTo>
                    <a:pt x="16344" y="3865"/>
                    <a:pt x="7921" y="1001"/>
                    <a:pt x="497" y="2"/>
                  </a:cubicBezTo>
                  <a:cubicBezTo>
                    <a:pt x="485" y="1"/>
                    <a:pt x="473" y="0"/>
                    <a:pt x="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9045414" y="7443186"/>
              <a:ext cx="644250" cy="303623"/>
            </a:xfrm>
            <a:custGeom>
              <a:avLst/>
              <a:gdLst/>
              <a:ahLst/>
              <a:cxnLst/>
              <a:rect l="l" t="t" r="r" b="b"/>
              <a:pathLst>
                <a:path w="20092" h="9469" extrusionOk="0">
                  <a:moveTo>
                    <a:pt x="8707" y="0"/>
                  </a:moveTo>
                  <a:cubicBezTo>
                    <a:pt x="5589" y="0"/>
                    <a:pt x="2693" y="1558"/>
                    <a:pt x="227" y="3521"/>
                  </a:cubicBezTo>
                  <a:lnTo>
                    <a:pt x="227" y="3540"/>
                  </a:lnTo>
                  <a:cubicBezTo>
                    <a:pt x="0" y="3706"/>
                    <a:pt x="210" y="3994"/>
                    <a:pt x="448" y="3994"/>
                  </a:cubicBezTo>
                  <a:cubicBezTo>
                    <a:pt x="507" y="3994"/>
                    <a:pt x="567" y="3977"/>
                    <a:pt x="623" y="3936"/>
                  </a:cubicBezTo>
                  <a:cubicBezTo>
                    <a:pt x="3026" y="2009"/>
                    <a:pt x="5942" y="596"/>
                    <a:pt x="8815" y="596"/>
                  </a:cubicBezTo>
                  <a:cubicBezTo>
                    <a:pt x="10831" y="596"/>
                    <a:pt x="12825" y="1292"/>
                    <a:pt x="14604" y="2994"/>
                  </a:cubicBezTo>
                  <a:cubicBezTo>
                    <a:pt x="16545" y="4821"/>
                    <a:pt x="17694" y="7403"/>
                    <a:pt x="19522" y="9381"/>
                  </a:cubicBezTo>
                  <a:cubicBezTo>
                    <a:pt x="19579" y="9443"/>
                    <a:pt x="19643" y="9468"/>
                    <a:pt x="19705" y="9468"/>
                  </a:cubicBezTo>
                  <a:cubicBezTo>
                    <a:pt x="19910" y="9468"/>
                    <a:pt x="20091" y="9188"/>
                    <a:pt x="19918" y="8986"/>
                  </a:cubicBezTo>
                  <a:cubicBezTo>
                    <a:pt x="17016" y="5858"/>
                    <a:pt x="15490" y="1411"/>
                    <a:pt x="10967" y="280"/>
                  </a:cubicBezTo>
                  <a:cubicBezTo>
                    <a:pt x="10203" y="88"/>
                    <a:pt x="9449" y="0"/>
                    <a:pt x="87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8351816" y="8006504"/>
              <a:ext cx="583391" cy="482995"/>
            </a:xfrm>
            <a:custGeom>
              <a:avLst/>
              <a:gdLst/>
              <a:ahLst/>
              <a:cxnLst/>
              <a:rect l="l" t="t" r="r" b="b"/>
              <a:pathLst>
                <a:path w="18194" h="15063" extrusionOk="0">
                  <a:moveTo>
                    <a:pt x="17817" y="1"/>
                  </a:moveTo>
                  <a:cubicBezTo>
                    <a:pt x="17734" y="1"/>
                    <a:pt x="17652" y="42"/>
                    <a:pt x="17600" y="142"/>
                  </a:cubicBezTo>
                  <a:cubicBezTo>
                    <a:pt x="15244" y="5060"/>
                    <a:pt x="8178" y="3100"/>
                    <a:pt x="4014" y="6002"/>
                  </a:cubicBezTo>
                  <a:cubicBezTo>
                    <a:pt x="980" y="8093"/>
                    <a:pt x="358" y="11334"/>
                    <a:pt x="19" y="14801"/>
                  </a:cubicBezTo>
                  <a:cubicBezTo>
                    <a:pt x="1" y="14978"/>
                    <a:pt x="124" y="15063"/>
                    <a:pt x="259" y="15063"/>
                  </a:cubicBezTo>
                  <a:cubicBezTo>
                    <a:pt x="397" y="15063"/>
                    <a:pt x="547" y="14973"/>
                    <a:pt x="566" y="14801"/>
                  </a:cubicBezTo>
                  <a:cubicBezTo>
                    <a:pt x="943" y="11127"/>
                    <a:pt x="1715" y="7867"/>
                    <a:pt x="5182" y="5926"/>
                  </a:cubicBezTo>
                  <a:cubicBezTo>
                    <a:pt x="7651" y="4551"/>
                    <a:pt x="10100" y="4570"/>
                    <a:pt x="12795" y="4400"/>
                  </a:cubicBezTo>
                  <a:cubicBezTo>
                    <a:pt x="15715" y="4193"/>
                    <a:pt x="16827" y="3062"/>
                    <a:pt x="18089" y="424"/>
                  </a:cubicBezTo>
                  <a:cubicBezTo>
                    <a:pt x="18193" y="204"/>
                    <a:pt x="18002" y="1"/>
                    <a:pt x="178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0"/>
            <p:cNvSpPr/>
            <p:nvPr/>
          </p:nvSpPr>
          <p:spPr>
            <a:xfrm>
              <a:off x="8234907" y="7858909"/>
              <a:ext cx="720468" cy="290637"/>
            </a:xfrm>
            <a:custGeom>
              <a:avLst/>
              <a:gdLst/>
              <a:ahLst/>
              <a:cxnLst/>
              <a:rect l="l" t="t" r="r" b="b"/>
              <a:pathLst>
                <a:path w="22469" h="9064" extrusionOk="0">
                  <a:moveTo>
                    <a:pt x="15363" y="1"/>
                  </a:moveTo>
                  <a:cubicBezTo>
                    <a:pt x="13061" y="1"/>
                    <a:pt x="10778" y="272"/>
                    <a:pt x="8621" y="1108"/>
                  </a:cubicBezTo>
                  <a:cubicBezTo>
                    <a:pt x="4852" y="2559"/>
                    <a:pt x="2478" y="5536"/>
                    <a:pt x="142" y="8664"/>
                  </a:cubicBezTo>
                  <a:lnTo>
                    <a:pt x="161" y="8664"/>
                  </a:lnTo>
                  <a:cubicBezTo>
                    <a:pt x="1" y="8864"/>
                    <a:pt x="199" y="9064"/>
                    <a:pt x="402" y="9064"/>
                  </a:cubicBezTo>
                  <a:cubicBezTo>
                    <a:pt x="486" y="9064"/>
                    <a:pt x="571" y="9029"/>
                    <a:pt x="632" y="8947"/>
                  </a:cubicBezTo>
                  <a:cubicBezTo>
                    <a:pt x="3383" y="5272"/>
                    <a:pt x="6115" y="2182"/>
                    <a:pt x="10750" y="1070"/>
                  </a:cubicBezTo>
                  <a:cubicBezTo>
                    <a:pt x="12305" y="691"/>
                    <a:pt x="13890" y="554"/>
                    <a:pt x="15484" y="554"/>
                  </a:cubicBezTo>
                  <a:cubicBezTo>
                    <a:pt x="17694" y="554"/>
                    <a:pt x="19923" y="818"/>
                    <a:pt x="22112" y="1070"/>
                  </a:cubicBezTo>
                  <a:cubicBezTo>
                    <a:pt x="22124" y="1072"/>
                    <a:pt x="22135" y="1072"/>
                    <a:pt x="22146" y="1072"/>
                  </a:cubicBezTo>
                  <a:cubicBezTo>
                    <a:pt x="22469" y="1072"/>
                    <a:pt x="22441" y="542"/>
                    <a:pt x="22112" y="505"/>
                  </a:cubicBezTo>
                  <a:cubicBezTo>
                    <a:pt x="19909" y="262"/>
                    <a:pt x="17626" y="1"/>
                    <a:pt x="153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0"/>
            <p:cNvSpPr/>
            <p:nvPr/>
          </p:nvSpPr>
          <p:spPr>
            <a:xfrm>
              <a:off x="8228301" y="7640803"/>
              <a:ext cx="777384" cy="213841"/>
            </a:xfrm>
            <a:custGeom>
              <a:avLst/>
              <a:gdLst/>
              <a:ahLst/>
              <a:cxnLst/>
              <a:rect l="l" t="t" r="r" b="b"/>
              <a:pathLst>
                <a:path w="24244" h="6669" extrusionOk="0">
                  <a:moveTo>
                    <a:pt x="10663" y="0"/>
                  </a:moveTo>
                  <a:cubicBezTo>
                    <a:pt x="6181" y="0"/>
                    <a:pt x="2116" y="1526"/>
                    <a:pt x="103" y="6233"/>
                  </a:cubicBezTo>
                  <a:cubicBezTo>
                    <a:pt x="0" y="6464"/>
                    <a:pt x="195" y="6669"/>
                    <a:pt x="371" y="6669"/>
                  </a:cubicBezTo>
                  <a:cubicBezTo>
                    <a:pt x="453" y="6669"/>
                    <a:pt x="532" y="6624"/>
                    <a:pt x="574" y="6516"/>
                  </a:cubicBezTo>
                  <a:cubicBezTo>
                    <a:pt x="2510" y="1983"/>
                    <a:pt x="6371" y="511"/>
                    <a:pt x="10648" y="511"/>
                  </a:cubicBezTo>
                  <a:cubicBezTo>
                    <a:pt x="15155" y="511"/>
                    <a:pt x="20124" y="2146"/>
                    <a:pt x="23788" y="3557"/>
                  </a:cubicBezTo>
                  <a:lnTo>
                    <a:pt x="23807" y="3557"/>
                  </a:lnTo>
                  <a:cubicBezTo>
                    <a:pt x="23843" y="3571"/>
                    <a:pt x="23877" y="3578"/>
                    <a:pt x="23908" y="3578"/>
                  </a:cubicBezTo>
                  <a:cubicBezTo>
                    <a:pt x="24169" y="3578"/>
                    <a:pt x="24244" y="3129"/>
                    <a:pt x="23958" y="3011"/>
                  </a:cubicBezTo>
                  <a:cubicBezTo>
                    <a:pt x="20254" y="1592"/>
                    <a:pt x="15241" y="0"/>
                    <a:pt x="106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0"/>
            <p:cNvSpPr/>
            <p:nvPr/>
          </p:nvSpPr>
          <p:spPr>
            <a:xfrm>
              <a:off x="8415433" y="7429623"/>
              <a:ext cx="606862" cy="248440"/>
            </a:xfrm>
            <a:custGeom>
              <a:avLst/>
              <a:gdLst/>
              <a:ahLst/>
              <a:cxnLst/>
              <a:rect l="l" t="t" r="r" b="b"/>
              <a:pathLst>
                <a:path w="18926" h="7748" extrusionOk="0">
                  <a:moveTo>
                    <a:pt x="7142" y="0"/>
                  </a:moveTo>
                  <a:cubicBezTo>
                    <a:pt x="4769" y="0"/>
                    <a:pt x="2537" y="1037"/>
                    <a:pt x="259" y="2248"/>
                  </a:cubicBezTo>
                  <a:cubicBezTo>
                    <a:pt x="1" y="2377"/>
                    <a:pt x="157" y="2755"/>
                    <a:pt x="408" y="2755"/>
                  </a:cubicBezTo>
                  <a:cubicBezTo>
                    <a:pt x="450" y="2755"/>
                    <a:pt x="495" y="2744"/>
                    <a:pt x="541" y="2719"/>
                  </a:cubicBezTo>
                  <a:cubicBezTo>
                    <a:pt x="2844" y="1500"/>
                    <a:pt x="4903" y="640"/>
                    <a:pt x="7051" y="640"/>
                  </a:cubicBezTo>
                  <a:cubicBezTo>
                    <a:pt x="8489" y="640"/>
                    <a:pt x="9967" y="1025"/>
                    <a:pt x="11583" y="1947"/>
                  </a:cubicBezTo>
                  <a:cubicBezTo>
                    <a:pt x="14127" y="3398"/>
                    <a:pt x="16633" y="5150"/>
                    <a:pt x="18291" y="7618"/>
                  </a:cubicBezTo>
                  <a:lnTo>
                    <a:pt x="18310" y="7618"/>
                  </a:lnTo>
                  <a:cubicBezTo>
                    <a:pt x="18367" y="7710"/>
                    <a:pt x="18452" y="7747"/>
                    <a:pt x="18536" y="7747"/>
                  </a:cubicBezTo>
                  <a:cubicBezTo>
                    <a:pt x="18731" y="7747"/>
                    <a:pt x="18926" y="7546"/>
                    <a:pt x="18781" y="7336"/>
                  </a:cubicBezTo>
                  <a:cubicBezTo>
                    <a:pt x="16840" y="4472"/>
                    <a:pt x="13486" y="1966"/>
                    <a:pt x="10302" y="647"/>
                  </a:cubicBezTo>
                  <a:cubicBezTo>
                    <a:pt x="9212" y="193"/>
                    <a:pt x="8164" y="0"/>
                    <a:pt x="71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0"/>
            <p:cNvSpPr/>
            <p:nvPr/>
          </p:nvSpPr>
          <p:spPr>
            <a:xfrm>
              <a:off x="8520413" y="7168935"/>
              <a:ext cx="555045" cy="386672"/>
            </a:xfrm>
            <a:custGeom>
              <a:avLst/>
              <a:gdLst/>
              <a:ahLst/>
              <a:cxnLst/>
              <a:rect l="l" t="t" r="r" b="b"/>
              <a:pathLst>
                <a:path w="17310" h="12059" extrusionOk="0">
                  <a:moveTo>
                    <a:pt x="8106" y="1"/>
                  </a:moveTo>
                  <a:cubicBezTo>
                    <a:pt x="5418" y="1"/>
                    <a:pt x="2669" y="1186"/>
                    <a:pt x="282" y="2257"/>
                  </a:cubicBezTo>
                  <a:cubicBezTo>
                    <a:pt x="1" y="2373"/>
                    <a:pt x="185" y="2751"/>
                    <a:pt x="451" y="2751"/>
                  </a:cubicBezTo>
                  <a:cubicBezTo>
                    <a:pt x="488" y="2751"/>
                    <a:pt x="526" y="2744"/>
                    <a:pt x="565" y="2728"/>
                  </a:cubicBezTo>
                  <a:cubicBezTo>
                    <a:pt x="2823" y="1712"/>
                    <a:pt x="5583" y="547"/>
                    <a:pt x="8178" y="547"/>
                  </a:cubicBezTo>
                  <a:cubicBezTo>
                    <a:pt x="9913" y="547"/>
                    <a:pt x="11574" y="1068"/>
                    <a:pt x="12963" y="2502"/>
                  </a:cubicBezTo>
                  <a:cubicBezTo>
                    <a:pt x="15319" y="4914"/>
                    <a:pt x="15564" y="8814"/>
                    <a:pt x="16694" y="11848"/>
                  </a:cubicBezTo>
                  <a:lnTo>
                    <a:pt x="16694" y="11867"/>
                  </a:lnTo>
                  <a:cubicBezTo>
                    <a:pt x="16746" y="12000"/>
                    <a:pt x="16860" y="12058"/>
                    <a:pt x="16971" y="12058"/>
                  </a:cubicBezTo>
                  <a:cubicBezTo>
                    <a:pt x="17142" y="12058"/>
                    <a:pt x="17309" y="11922"/>
                    <a:pt x="17241" y="11716"/>
                  </a:cubicBezTo>
                  <a:cubicBezTo>
                    <a:pt x="15865" y="8023"/>
                    <a:pt x="15620" y="2973"/>
                    <a:pt x="11739" y="882"/>
                  </a:cubicBezTo>
                  <a:cubicBezTo>
                    <a:pt x="10568" y="252"/>
                    <a:pt x="9344" y="1"/>
                    <a:pt x="8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0"/>
            <p:cNvSpPr/>
            <p:nvPr/>
          </p:nvSpPr>
          <p:spPr>
            <a:xfrm>
              <a:off x="8725212" y="7998296"/>
              <a:ext cx="159523" cy="93758"/>
            </a:xfrm>
            <a:custGeom>
              <a:avLst/>
              <a:gdLst/>
              <a:ahLst/>
              <a:cxnLst/>
              <a:rect l="l" t="t" r="r" b="b"/>
              <a:pathLst>
                <a:path w="4975" h="2924" extrusionOk="0">
                  <a:moveTo>
                    <a:pt x="3589" y="1"/>
                  </a:moveTo>
                  <a:cubicBezTo>
                    <a:pt x="3127" y="1"/>
                    <a:pt x="2574" y="120"/>
                    <a:pt x="2016" y="360"/>
                  </a:cubicBezTo>
                  <a:cubicBezTo>
                    <a:pt x="792" y="888"/>
                    <a:pt x="0" y="1792"/>
                    <a:pt x="264" y="2414"/>
                  </a:cubicBezTo>
                  <a:cubicBezTo>
                    <a:pt x="408" y="2753"/>
                    <a:pt x="832" y="2924"/>
                    <a:pt x="1389" y="2924"/>
                  </a:cubicBezTo>
                  <a:cubicBezTo>
                    <a:pt x="1854" y="2924"/>
                    <a:pt x="2412" y="2805"/>
                    <a:pt x="2977" y="2565"/>
                  </a:cubicBezTo>
                  <a:cubicBezTo>
                    <a:pt x="4202" y="2037"/>
                    <a:pt x="4975" y="1114"/>
                    <a:pt x="4711" y="511"/>
                  </a:cubicBezTo>
                  <a:cubicBezTo>
                    <a:pt x="4567" y="172"/>
                    <a:pt x="4144" y="1"/>
                    <a:pt x="35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0"/>
            <p:cNvSpPr/>
            <p:nvPr/>
          </p:nvSpPr>
          <p:spPr>
            <a:xfrm>
              <a:off x="8979584" y="7846147"/>
              <a:ext cx="190338" cy="98856"/>
            </a:xfrm>
            <a:custGeom>
              <a:avLst/>
              <a:gdLst/>
              <a:ahLst/>
              <a:cxnLst/>
              <a:rect l="l" t="t" r="r" b="b"/>
              <a:pathLst>
                <a:path w="5936" h="3083" extrusionOk="0">
                  <a:moveTo>
                    <a:pt x="2693" y="1"/>
                  </a:moveTo>
                  <a:cubicBezTo>
                    <a:pt x="2454" y="1"/>
                    <a:pt x="2208" y="39"/>
                    <a:pt x="1960" y="130"/>
                  </a:cubicBezTo>
                  <a:cubicBezTo>
                    <a:pt x="754" y="583"/>
                    <a:pt x="0" y="2165"/>
                    <a:pt x="396" y="2787"/>
                  </a:cubicBezTo>
                  <a:cubicBezTo>
                    <a:pt x="544" y="3005"/>
                    <a:pt x="838" y="3082"/>
                    <a:pt x="1317" y="3082"/>
                  </a:cubicBezTo>
                  <a:cubicBezTo>
                    <a:pt x="1752" y="3082"/>
                    <a:pt x="2339" y="3019"/>
                    <a:pt x="3109" y="2938"/>
                  </a:cubicBezTo>
                  <a:cubicBezTo>
                    <a:pt x="4560" y="2768"/>
                    <a:pt x="5709" y="2655"/>
                    <a:pt x="5822" y="2128"/>
                  </a:cubicBezTo>
                  <a:cubicBezTo>
                    <a:pt x="5936" y="1676"/>
                    <a:pt x="5201" y="1148"/>
                    <a:pt x="4843" y="865"/>
                  </a:cubicBezTo>
                  <a:cubicBezTo>
                    <a:pt x="4467" y="595"/>
                    <a:pt x="3636" y="1"/>
                    <a:pt x="26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0"/>
            <p:cNvSpPr/>
            <p:nvPr/>
          </p:nvSpPr>
          <p:spPr>
            <a:xfrm>
              <a:off x="9309469" y="7371714"/>
              <a:ext cx="1357632" cy="1525076"/>
            </a:xfrm>
            <a:custGeom>
              <a:avLst/>
              <a:gdLst/>
              <a:ahLst/>
              <a:cxnLst/>
              <a:rect l="l" t="t" r="r" b="b"/>
              <a:pathLst>
                <a:path w="42340" h="47562" extrusionOk="0">
                  <a:moveTo>
                    <a:pt x="24154" y="7151"/>
                  </a:moveTo>
                  <a:cubicBezTo>
                    <a:pt x="24293" y="7151"/>
                    <a:pt x="24433" y="7168"/>
                    <a:pt x="24571" y="7201"/>
                  </a:cubicBezTo>
                  <a:cubicBezTo>
                    <a:pt x="24967" y="7295"/>
                    <a:pt x="25268" y="7634"/>
                    <a:pt x="25306" y="8049"/>
                  </a:cubicBezTo>
                  <a:cubicBezTo>
                    <a:pt x="25249" y="8313"/>
                    <a:pt x="25118" y="8558"/>
                    <a:pt x="24910" y="8727"/>
                  </a:cubicBezTo>
                  <a:cubicBezTo>
                    <a:pt x="24580" y="9058"/>
                    <a:pt x="24142" y="9233"/>
                    <a:pt x="23691" y="9233"/>
                  </a:cubicBezTo>
                  <a:cubicBezTo>
                    <a:pt x="23576" y="9233"/>
                    <a:pt x="23461" y="9221"/>
                    <a:pt x="23346" y="9198"/>
                  </a:cubicBezTo>
                  <a:cubicBezTo>
                    <a:pt x="23214" y="9161"/>
                    <a:pt x="23120" y="9066"/>
                    <a:pt x="23083" y="8953"/>
                  </a:cubicBezTo>
                  <a:cubicBezTo>
                    <a:pt x="22969" y="8784"/>
                    <a:pt x="22894" y="8595"/>
                    <a:pt x="22838" y="8407"/>
                  </a:cubicBezTo>
                  <a:cubicBezTo>
                    <a:pt x="22762" y="8200"/>
                    <a:pt x="22781" y="7974"/>
                    <a:pt x="22856" y="7766"/>
                  </a:cubicBezTo>
                  <a:cubicBezTo>
                    <a:pt x="22969" y="7559"/>
                    <a:pt x="23177" y="7389"/>
                    <a:pt x="23403" y="7333"/>
                  </a:cubicBezTo>
                  <a:cubicBezTo>
                    <a:pt x="23636" y="7210"/>
                    <a:pt x="23893" y="7151"/>
                    <a:pt x="24154" y="7151"/>
                  </a:cubicBezTo>
                  <a:close/>
                  <a:moveTo>
                    <a:pt x="26311" y="19113"/>
                  </a:moveTo>
                  <a:cubicBezTo>
                    <a:pt x="26614" y="19113"/>
                    <a:pt x="26857" y="19179"/>
                    <a:pt x="26964" y="19317"/>
                  </a:cubicBezTo>
                  <a:lnTo>
                    <a:pt x="26964" y="19336"/>
                  </a:lnTo>
                  <a:cubicBezTo>
                    <a:pt x="27247" y="19713"/>
                    <a:pt x="26625" y="20711"/>
                    <a:pt x="26022" y="21276"/>
                  </a:cubicBezTo>
                  <a:cubicBezTo>
                    <a:pt x="25782" y="21501"/>
                    <a:pt x="25311" y="21901"/>
                    <a:pt x="24851" y="21901"/>
                  </a:cubicBezTo>
                  <a:cubicBezTo>
                    <a:pt x="24769" y="21901"/>
                    <a:pt x="24688" y="21889"/>
                    <a:pt x="24609" y="21861"/>
                  </a:cubicBezTo>
                  <a:cubicBezTo>
                    <a:pt x="24138" y="21672"/>
                    <a:pt x="23893" y="20975"/>
                    <a:pt x="24025" y="20447"/>
                  </a:cubicBezTo>
                  <a:cubicBezTo>
                    <a:pt x="24231" y="19595"/>
                    <a:pt x="25491" y="19113"/>
                    <a:pt x="26311" y="19113"/>
                  </a:cubicBezTo>
                  <a:close/>
                  <a:moveTo>
                    <a:pt x="23373" y="27278"/>
                  </a:moveTo>
                  <a:cubicBezTo>
                    <a:pt x="23429" y="27278"/>
                    <a:pt x="23483" y="27287"/>
                    <a:pt x="23535" y="27306"/>
                  </a:cubicBezTo>
                  <a:cubicBezTo>
                    <a:pt x="23987" y="27495"/>
                    <a:pt x="24044" y="28399"/>
                    <a:pt x="23667" y="29322"/>
                  </a:cubicBezTo>
                  <a:cubicBezTo>
                    <a:pt x="23334" y="30138"/>
                    <a:pt x="22765" y="30689"/>
                    <a:pt x="22325" y="30689"/>
                  </a:cubicBezTo>
                  <a:cubicBezTo>
                    <a:pt x="22267" y="30689"/>
                    <a:pt x="22212" y="30680"/>
                    <a:pt x="22159" y="30660"/>
                  </a:cubicBezTo>
                  <a:cubicBezTo>
                    <a:pt x="21707" y="30472"/>
                    <a:pt x="21669" y="29586"/>
                    <a:pt x="22046" y="28663"/>
                  </a:cubicBezTo>
                  <a:cubicBezTo>
                    <a:pt x="22380" y="27844"/>
                    <a:pt x="22936" y="27278"/>
                    <a:pt x="23373" y="27278"/>
                  </a:cubicBezTo>
                  <a:close/>
                  <a:moveTo>
                    <a:pt x="23985" y="0"/>
                  </a:moveTo>
                  <a:cubicBezTo>
                    <a:pt x="22538" y="0"/>
                    <a:pt x="21102" y="256"/>
                    <a:pt x="19898" y="1058"/>
                  </a:cubicBezTo>
                  <a:cubicBezTo>
                    <a:pt x="18504" y="2038"/>
                    <a:pt x="17656" y="3659"/>
                    <a:pt x="17336" y="5336"/>
                  </a:cubicBezTo>
                  <a:cubicBezTo>
                    <a:pt x="16996" y="7013"/>
                    <a:pt x="17109" y="8708"/>
                    <a:pt x="17260" y="10442"/>
                  </a:cubicBezTo>
                  <a:lnTo>
                    <a:pt x="16770" y="10725"/>
                  </a:lnTo>
                  <a:cubicBezTo>
                    <a:pt x="15074" y="9424"/>
                    <a:pt x="13397" y="8143"/>
                    <a:pt x="11438" y="7276"/>
                  </a:cubicBezTo>
                  <a:cubicBezTo>
                    <a:pt x="10252" y="6747"/>
                    <a:pt x="8946" y="6428"/>
                    <a:pt x="7659" y="6428"/>
                  </a:cubicBezTo>
                  <a:cubicBezTo>
                    <a:pt x="6839" y="6428"/>
                    <a:pt x="6027" y="6557"/>
                    <a:pt x="5257" y="6843"/>
                  </a:cubicBezTo>
                  <a:cubicBezTo>
                    <a:pt x="3072" y="7672"/>
                    <a:pt x="1470" y="9726"/>
                    <a:pt x="735" y="12006"/>
                  </a:cubicBezTo>
                  <a:cubicBezTo>
                    <a:pt x="0" y="14229"/>
                    <a:pt x="0" y="16622"/>
                    <a:pt x="226" y="18996"/>
                  </a:cubicBezTo>
                  <a:cubicBezTo>
                    <a:pt x="1319" y="17715"/>
                    <a:pt x="2412" y="16434"/>
                    <a:pt x="3731" y="15416"/>
                  </a:cubicBezTo>
                  <a:cubicBezTo>
                    <a:pt x="5008" y="14471"/>
                    <a:pt x="6578" y="13803"/>
                    <a:pt x="8184" y="13803"/>
                  </a:cubicBezTo>
                  <a:cubicBezTo>
                    <a:pt x="8308" y="13803"/>
                    <a:pt x="8431" y="13807"/>
                    <a:pt x="8555" y="13815"/>
                  </a:cubicBezTo>
                  <a:cubicBezTo>
                    <a:pt x="9252" y="13815"/>
                    <a:pt x="9949" y="14060"/>
                    <a:pt x="10477" y="14531"/>
                  </a:cubicBezTo>
                  <a:cubicBezTo>
                    <a:pt x="11042" y="14983"/>
                    <a:pt x="11287" y="15737"/>
                    <a:pt x="11099" y="16434"/>
                  </a:cubicBezTo>
                  <a:cubicBezTo>
                    <a:pt x="10914" y="16932"/>
                    <a:pt x="10375" y="17290"/>
                    <a:pt x="9870" y="17290"/>
                  </a:cubicBezTo>
                  <a:cubicBezTo>
                    <a:pt x="9706" y="17290"/>
                    <a:pt x="9546" y="17252"/>
                    <a:pt x="9403" y="17169"/>
                  </a:cubicBezTo>
                  <a:lnTo>
                    <a:pt x="9327" y="16905"/>
                  </a:lnTo>
                  <a:cubicBezTo>
                    <a:pt x="7518" y="17188"/>
                    <a:pt x="5634" y="17564"/>
                    <a:pt x="4221" y="18733"/>
                  </a:cubicBezTo>
                  <a:cubicBezTo>
                    <a:pt x="3128" y="19637"/>
                    <a:pt x="2412" y="20937"/>
                    <a:pt x="2224" y="22350"/>
                  </a:cubicBezTo>
                  <a:cubicBezTo>
                    <a:pt x="2054" y="23764"/>
                    <a:pt x="2469" y="25196"/>
                    <a:pt x="3354" y="26326"/>
                  </a:cubicBezTo>
                  <a:lnTo>
                    <a:pt x="3448" y="26402"/>
                  </a:lnTo>
                  <a:cubicBezTo>
                    <a:pt x="4598" y="24781"/>
                    <a:pt x="5804" y="23123"/>
                    <a:pt x="7179" y="21766"/>
                  </a:cubicBezTo>
                  <a:cubicBezTo>
                    <a:pt x="8649" y="20353"/>
                    <a:pt x="10439" y="19204"/>
                    <a:pt x="12436" y="18789"/>
                  </a:cubicBezTo>
                  <a:cubicBezTo>
                    <a:pt x="12691" y="18725"/>
                    <a:pt x="12955" y="18693"/>
                    <a:pt x="13219" y="18693"/>
                  </a:cubicBezTo>
                  <a:cubicBezTo>
                    <a:pt x="13502" y="18693"/>
                    <a:pt x="13784" y="18730"/>
                    <a:pt x="14057" y="18808"/>
                  </a:cubicBezTo>
                  <a:cubicBezTo>
                    <a:pt x="14415" y="18921"/>
                    <a:pt x="14716" y="19166"/>
                    <a:pt x="14886" y="19505"/>
                  </a:cubicBezTo>
                  <a:lnTo>
                    <a:pt x="14848" y="19543"/>
                  </a:lnTo>
                  <a:cubicBezTo>
                    <a:pt x="14980" y="19920"/>
                    <a:pt x="14867" y="20334"/>
                    <a:pt x="14566" y="20598"/>
                  </a:cubicBezTo>
                  <a:cubicBezTo>
                    <a:pt x="14283" y="20862"/>
                    <a:pt x="13963" y="21069"/>
                    <a:pt x="13586" y="21182"/>
                  </a:cubicBezTo>
                  <a:cubicBezTo>
                    <a:pt x="12531" y="21691"/>
                    <a:pt x="11494" y="22237"/>
                    <a:pt x="10496" y="22859"/>
                  </a:cubicBezTo>
                  <a:cubicBezTo>
                    <a:pt x="8837" y="23877"/>
                    <a:pt x="7292" y="25045"/>
                    <a:pt x="6086" y="26571"/>
                  </a:cubicBezTo>
                  <a:cubicBezTo>
                    <a:pt x="4880" y="28097"/>
                    <a:pt x="4051" y="29925"/>
                    <a:pt x="4089" y="31885"/>
                  </a:cubicBezTo>
                  <a:cubicBezTo>
                    <a:pt x="4070" y="33788"/>
                    <a:pt x="5012" y="35748"/>
                    <a:pt x="6633" y="36784"/>
                  </a:cubicBezTo>
                  <a:lnTo>
                    <a:pt x="6802" y="36803"/>
                  </a:lnTo>
                  <a:cubicBezTo>
                    <a:pt x="6218" y="35220"/>
                    <a:pt x="6576" y="33468"/>
                    <a:pt x="7142" y="31904"/>
                  </a:cubicBezTo>
                  <a:cubicBezTo>
                    <a:pt x="8875" y="27042"/>
                    <a:pt x="13096" y="23180"/>
                    <a:pt x="18052" y="21842"/>
                  </a:cubicBezTo>
                  <a:lnTo>
                    <a:pt x="18315" y="21842"/>
                  </a:lnTo>
                  <a:cubicBezTo>
                    <a:pt x="18485" y="22106"/>
                    <a:pt x="18372" y="22558"/>
                    <a:pt x="18146" y="22822"/>
                  </a:cubicBezTo>
                  <a:cubicBezTo>
                    <a:pt x="17863" y="23142"/>
                    <a:pt x="17430" y="23293"/>
                    <a:pt x="17034" y="23462"/>
                  </a:cubicBezTo>
                  <a:cubicBezTo>
                    <a:pt x="15922" y="24065"/>
                    <a:pt x="15169" y="25177"/>
                    <a:pt x="14434" y="26251"/>
                  </a:cubicBezTo>
                  <a:cubicBezTo>
                    <a:pt x="12738" y="28945"/>
                    <a:pt x="11117" y="31772"/>
                    <a:pt x="10590" y="34918"/>
                  </a:cubicBezTo>
                  <a:cubicBezTo>
                    <a:pt x="10119" y="38065"/>
                    <a:pt x="10910" y="41608"/>
                    <a:pt x="13397" y="43605"/>
                  </a:cubicBezTo>
                  <a:lnTo>
                    <a:pt x="13473" y="43605"/>
                  </a:lnTo>
                  <a:cubicBezTo>
                    <a:pt x="13171" y="41419"/>
                    <a:pt x="13510" y="39083"/>
                    <a:pt x="14208" y="36935"/>
                  </a:cubicBezTo>
                  <a:cubicBezTo>
                    <a:pt x="14942" y="34730"/>
                    <a:pt x="16035" y="32639"/>
                    <a:pt x="17204" y="30641"/>
                  </a:cubicBezTo>
                  <a:cubicBezTo>
                    <a:pt x="17637" y="29888"/>
                    <a:pt x="18070" y="29115"/>
                    <a:pt x="18749" y="28531"/>
                  </a:cubicBezTo>
                  <a:cubicBezTo>
                    <a:pt x="19335" y="28042"/>
                    <a:pt x="20048" y="27694"/>
                    <a:pt x="20779" y="27694"/>
                  </a:cubicBezTo>
                  <a:cubicBezTo>
                    <a:pt x="20893" y="27694"/>
                    <a:pt x="21008" y="27703"/>
                    <a:pt x="21123" y="27721"/>
                  </a:cubicBezTo>
                  <a:cubicBezTo>
                    <a:pt x="21519" y="28531"/>
                    <a:pt x="21104" y="29492"/>
                    <a:pt x="20633" y="30264"/>
                  </a:cubicBezTo>
                  <a:cubicBezTo>
                    <a:pt x="19785" y="31809"/>
                    <a:pt x="18862" y="33336"/>
                    <a:pt x="18014" y="34843"/>
                  </a:cubicBezTo>
                  <a:cubicBezTo>
                    <a:pt x="17147" y="36332"/>
                    <a:pt x="16261" y="37914"/>
                    <a:pt x="16261" y="39648"/>
                  </a:cubicBezTo>
                  <a:cubicBezTo>
                    <a:pt x="16148" y="41325"/>
                    <a:pt x="16940" y="42945"/>
                    <a:pt x="18014" y="44246"/>
                  </a:cubicBezTo>
                  <a:cubicBezTo>
                    <a:pt x="19107" y="45527"/>
                    <a:pt x="20482" y="46563"/>
                    <a:pt x="21820" y="47562"/>
                  </a:cubicBezTo>
                  <a:lnTo>
                    <a:pt x="22178" y="47411"/>
                  </a:lnTo>
                  <a:cubicBezTo>
                    <a:pt x="21443" y="46073"/>
                    <a:pt x="21406" y="44434"/>
                    <a:pt x="21707" y="42908"/>
                  </a:cubicBezTo>
                  <a:cubicBezTo>
                    <a:pt x="22065" y="41400"/>
                    <a:pt x="22706" y="39949"/>
                    <a:pt x="23271" y="38480"/>
                  </a:cubicBezTo>
                  <a:cubicBezTo>
                    <a:pt x="23855" y="37029"/>
                    <a:pt x="24326" y="35484"/>
                    <a:pt x="24251" y="33901"/>
                  </a:cubicBezTo>
                  <a:lnTo>
                    <a:pt x="24326" y="33788"/>
                  </a:lnTo>
                  <a:cubicBezTo>
                    <a:pt x="25212" y="34674"/>
                    <a:pt x="25344" y="36124"/>
                    <a:pt x="25249" y="37368"/>
                  </a:cubicBezTo>
                  <a:cubicBezTo>
                    <a:pt x="25193" y="38744"/>
                    <a:pt x="24891" y="40176"/>
                    <a:pt x="25231" y="41476"/>
                  </a:cubicBezTo>
                  <a:cubicBezTo>
                    <a:pt x="25664" y="42776"/>
                    <a:pt x="26644" y="43831"/>
                    <a:pt x="27812" y="44528"/>
                  </a:cubicBezTo>
                  <a:cubicBezTo>
                    <a:pt x="28961" y="45244"/>
                    <a:pt x="30262" y="45659"/>
                    <a:pt x="31581" y="46036"/>
                  </a:cubicBezTo>
                  <a:lnTo>
                    <a:pt x="31599" y="45960"/>
                  </a:lnTo>
                  <a:cubicBezTo>
                    <a:pt x="32673" y="44566"/>
                    <a:pt x="33634" y="43115"/>
                    <a:pt x="34558" y="41645"/>
                  </a:cubicBezTo>
                  <a:cubicBezTo>
                    <a:pt x="35311" y="40402"/>
                    <a:pt x="36028" y="39045"/>
                    <a:pt x="35877" y="37632"/>
                  </a:cubicBezTo>
                  <a:cubicBezTo>
                    <a:pt x="35783" y="36388"/>
                    <a:pt x="34972" y="35277"/>
                    <a:pt x="34011" y="34485"/>
                  </a:cubicBezTo>
                  <a:cubicBezTo>
                    <a:pt x="33069" y="33694"/>
                    <a:pt x="31920" y="33053"/>
                    <a:pt x="30902" y="32337"/>
                  </a:cubicBezTo>
                  <a:cubicBezTo>
                    <a:pt x="29451" y="31357"/>
                    <a:pt x="28151" y="30189"/>
                    <a:pt x="27040" y="28851"/>
                  </a:cubicBezTo>
                  <a:lnTo>
                    <a:pt x="27058" y="28795"/>
                  </a:lnTo>
                  <a:cubicBezTo>
                    <a:pt x="27611" y="28578"/>
                    <a:pt x="28185" y="28485"/>
                    <a:pt x="28758" y="28485"/>
                  </a:cubicBezTo>
                  <a:cubicBezTo>
                    <a:pt x="29533" y="28485"/>
                    <a:pt x="30309" y="28656"/>
                    <a:pt x="31034" y="28927"/>
                  </a:cubicBezTo>
                  <a:cubicBezTo>
                    <a:pt x="32297" y="29416"/>
                    <a:pt x="33371" y="30264"/>
                    <a:pt x="34501" y="31075"/>
                  </a:cubicBezTo>
                  <a:cubicBezTo>
                    <a:pt x="36197" y="32356"/>
                    <a:pt x="37931" y="33656"/>
                    <a:pt x="39645" y="34937"/>
                  </a:cubicBezTo>
                  <a:cubicBezTo>
                    <a:pt x="39787" y="35037"/>
                    <a:pt x="39961" y="35147"/>
                    <a:pt x="40151" y="35147"/>
                  </a:cubicBezTo>
                  <a:cubicBezTo>
                    <a:pt x="40213" y="35147"/>
                    <a:pt x="40277" y="35135"/>
                    <a:pt x="40342" y="35107"/>
                  </a:cubicBezTo>
                  <a:cubicBezTo>
                    <a:pt x="40437" y="34975"/>
                    <a:pt x="40493" y="34824"/>
                    <a:pt x="40512" y="34674"/>
                  </a:cubicBezTo>
                  <a:cubicBezTo>
                    <a:pt x="41228" y="31583"/>
                    <a:pt x="39853" y="28248"/>
                    <a:pt x="37460" y="26119"/>
                  </a:cubicBezTo>
                  <a:cubicBezTo>
                    <a:pt x="35198" y="24027"/>
                    <a:pt x="32146" y="22991"/>
                    <a:pt x="29056" y="22633"/>
                  </a:cubicBezTo>
                  <a:lnTo>
                    <a:pt x="29056" y="22558"/>
                  </a:lnTo>
                  <a:cubicBezTo>
                    <a:pt x="28566" y="22388"/>
                    <a:pt x="28038" y="22087"/>
                    <a:pt x="27774" y="21634"/>
                  </a:cubicBezTo>
                  <a:cubicBezTo>
                    <a:pt x="27492" y="21145"/>
                    <a:pt x="27529" y="20447"/>
                    <a:pt x="27982" y="20108"/>
                  </a:cubicBezTo>
                  <a:cubicBezTo>
                    <a:pt x="28159" y="19955"/>
                    <a:pt x="28381" y="19899"/>
                    <a:pt x="28619" y="19899"/>
                  </a:cubicBezTo>
                  <a:cubicBezTo>
                    <a:pt x="28939" y="19899"/>
                    <a:pt x="29289" y="20000"/>
                    <a:pt x="29602" y="20108"/>
                  </a:cubicBezTo>
                  <a:cubicBezTo>
                    <a:pt x="33879" y="21446"/>
                    <a:pt x="38251" y="22822"/>
                    <a:pt x="41925" y="25365"/>
                  </a:cubicBezTo>
                  <a:lnTo>
                    <a:pt x="42019" y="25365"/>
                  </a:lnTo>
                  <a:cubicBezTo>
                    <a:pt x="42340" y="21861"/>
                    <a:pt x="40248" y="18299"/>
                    <a:pt x="37026" y="16886"/>
                  </a:cubicBezTo>
                  <a:cubicBezTo>
                    <a:pt x="35696" y="16325"/>
                    <a:pt x="34270" y="16051"/>
                    <a:pt x="32830" y="16051"/>
                  </a:cubicBezTo>
                  <a:cubicBezTo>
                    <a:pt x="32577" y="16051"/>
                    <a:pt x="32324" y="16059"/>
                    <a:pt x="32071" y="16076"/>
                  </a:cubicBezTo>
                  <a:cubicBezTo>
                    <a:pt x="30394" y="16170"/>
                    <a:pt x="28717" y="16396"/>
                    <a:pt x="27058" y="16735"/>
                  </a:cubicBezTo>
                  <a:lnTo>
                    <a:pt x="26851" y="16679"/>
                  </a:lnTo>
                  <a:cubicBezTo>
                    <a:pt x="27058" y="15793"/>
                    <a:pt x="27944" y="15266"/>
                    <a:pt x="28754" y="14926"/>
                  </a:cubicBezTo>
                  <a:cubicBezTo>
                    <a:pt x="30607" y="14170"/>
                    <a:pt x="32575" y="13790"/>
                    <a:pt x="34550" y="13790"/>
                  </a:cubicBezTo>
                  <a:cubicBezTo>
                    <a:pt x="35969" y="13790"/>
                    <a:pt x="37392" y="13986"/>
                    <a:pt x="38779" y="14380"/>
                  </a:cubicBezTo>
                  <a:lnTo>
                    <a:pt x="38892" y="14380"/>
                  </a:lnTo>
                  <a:cubicBezTo>
                    <a:pt x="39042" y="13476"/>
                    <a:pt x="38779" y="12533"/>
                    <a:pt x="38176" y="11855"/>
                  </a:cubicBezTo>
                  <a:cubicBezTo>
                    <a:pt x="37573" y="11196"/>
                    <a:pt x="36819" y="10668"/>
                    <a:pt x="35990" y="10329"/>
                  </a:cubicBezTo>
                  <a:cubicBezTo>
                    <a:pt x="34640" y="9761"/>
                    <a:pt x="33211" y="9480"/>
                    <a:pt x="31789" y="9480"/>
                  </a:cubicBezTo>
                  <a:cubicBezTo>
                    <a:pt x="29815" y="9480"/>
                    <a:pt x="27854" y="10020"/>
                    <a:pt x="26135" y="11083"/>
                  </a:cubicBezTo>
                  <a:lnTo>
                    <a:pt x="26097" y="11045"/>
                  </a:lnTo>
                  <a:cubicBezTo>
                    <a:pt x="27869" y="8953"/>
                    <a:pt x="30186" y="7389"/>
                    <a:pt x="32805" y="6560"/>
                  </a:cubicBezTo>
                  <a:cubicBezTo>
                    <a:pt x="33484" y="6353"/>
                    <a:pt x="34256" y="6089"/>
                    <a:pt x="34464" y="5468"/>
                  </a:cubicBezTo>
                  <a:cubicBezTo>
                    <a:pt x="34746" y="4695"/>
                    <a:pt x="34106" y="3922"/>
                    <a:pt x="33465" y="3414"/>
                  </a:cubicBezTo>
                  <a:cubicBezTo>
                    <a:pt x="30978" y="1416"/>
                    <a:pt x="27925" y="229"/>
                    <a:pt x="24741" y="22"/>
                  </a:cubicBezTo>
                  <a:cubicBezTo>
                    <a:pt x="24489" y="8"/>
                    <a:pt x="24237" y="0"/>
                    <a:pt x="239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0"/>
            <p:cNvSpPr/>
            <p:nvPr/>
          </p:nvSpPr>
          <p:spPr>
            <a:xfrm>
              <a:off x="9844762" y="7707819"/>
              <a:ext cx="482193" cy="1138756"/>
            </a:xfrm>
            <a:custGeom>
              <a:avLst/>
              <a:gdLst/>
              <a:ahLst/>
              <a:cxnLst/>
              <a:rect l="l" t="t" r="r" b="b"/>
              <a:pathLst>
                <a:path w="15038" h="35514" extrusionOk="0">
                  <a:moveTo>
                    <a:pt x="344" y="0"/>
                  </a:moveTo>
                  <a:cubicBezTo>
                    <a:pt x="176" y="0"/>
                    <a:pt x="1" y="140"/>
                    <a:pt x="57" y="356"/>
                  </a:cubicBezTo>
                  <a:cubicBezTo>
                    <a:pt x="1489" y="5311"/>
                    <a:pt x="4391" y="9475"/>
                    <a:pt x="6671" y="14054"/>
                  </a:cubicBezTo>
                  <a:cubicBezTo>
                    <a:pt x="10082" y="20856"/>
                    <a:pt x="12569" y="27960"/>
                    <a:pt x="14453" y="35309"/>
                  </a:cubicBezTo>
                  <a:lnTo>
                    <a:pt x="14434" y="35309"/>
                  </a:lnTo>
                  <a:cubicBezTo>
                    <a:pt x="14480" y="35452"/>
                    <a:pt x="14591" y="35513"/>
                    <a:pt x="14702" y="35513"/>
                  </a:cubicBezTo>
                  <a:cubicBezTo>
                    <a:pt x="14869" y="35513"/>
                    <a:pt x="15037" y="35373"/>
                    <a:pt x="14981" y="35158"/>
                  </a:cubicBezTo>
                  <a:cubicBezTo>
                    <a:pt x="13549" y="29411"/>
                    <a:pt x="11646" y="23777"/>
                    <a:pt x="9309" y="18350"/>
                  </a:cubicBezTo>
                  <a:cubicBezTo>
                    <a:pt x="6634" y="12245"/>
                    <a:pt x="2450" y="6611"/>
                    <a:pt x="604" y="205"/>
                  </a:cubicBezTo>
                  <a:cubicBezTo>
                    <a:pt x="566" y="62"/>
                    <a:pt x="457" y="0"/>
                    <a:pt x="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0"/>
            <p:cNvSpPr/>
            <p:nvPr/>
          </p:nvSpPr>
          <p:spPr>
            <a:xfrm>
              <a:off x="10090091" y="8191071"/>
              <a:ext cx="525417" cy="299679"/>
            </a:xfrm>
            <a:custGeom>
              <a:avLst/>
              <a:gdLst/>
              <a:ahLst/>
              <a:cxnLst/>
              <a:rect l="l" t="t" r="r" b="b"/>
              <a:pathLst>
                <a:path w="16386" h="9346" extrusionOk="0">
                  <a:moveTo>
                    <a:pt x="340" y="0"/>
                  </a:moveTo>
                  <a:cubicBezTo>
                    <a:pt x="0" y="0"/>
                    <a:pt x="6" y="529"/>
                    <a:pt x="358" y="547"/>
                  </a:cubicBezTo>
                  <a:cubicBezTo>
                    <a:pt x="5804" y="830"/>
                    <a:pt x="14000" y="3260"/>
                    <a:pt x="15790" y="9139"/>
                  </a:cubicBezTo>
                  <a:cubicBezTo>
                    <a:pt x="15828" y="9284"/>
                    <a:pt x="15940" y="9345"/>
                    <a:pt x="16052" y="9345"/>
                  </a:cubicBezTo>
                  <a:cubicBezTo>
                    <a:pt x="16218" y="9345"/>
                    <a:pt x="16385" y="9210"/>
                    <a:pt x="16318" y="9007"/>
                  </a:cubicBezTo>
                  <a:cubicBezTo>
                    <a:pt x="14434" y="2827"/>
                    <a:pt x="6105" y="283"/>
                    <a:pt x="358" y="1"/>
                  </a:cubicBezTo>
                  <a:cubicBezTo>
                    <a:pt x="352" y="0"/>
                    <a:pt x="346" y="0"/>
                    <a:pt x="3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0"/>
            <p:cNvSpPr/>
            <p:nvPr/>
          </p:nvSpPr>
          <p:spPr>
            <a:xfrm>
              <a:off x="9960388" y="7924033"/>
              <a:ext cx="710208" cy="255718"/>
            </a:xfrm>
            <a:custGeom>
              <a:avLst/>
              <a:gdLst/>
              <a:ahLst/>
              <a:cxnLst/>
              <a:rect l="l" t="t" r="r" b="b"/>
              <a:pathLst>
                <a:path w="22149" h="7975" extrusionOk="0">
                  <a:moveTo>
                    <a:pt x="8018" y="0"/>
                  </a:moveTo>
                  <a:cubicBezTo>
                    <a:pt x="5458" y="0"/>
                    <a:pt x="2833" y="585"/>
                    <a:pt x="295" y="1790"/>
                  </a:cubicBezTo>
                  <a:cubicBezTo>
                    <a:pt x="1" y="1905"/>
                    <a:pt x="190" y="2290"/>
                    <a:pt x="454" y="2290"/>
                  </a:cubicBezTo>
                  <a:cubicBezTo>
                    <a:pt x="494" y="2290"/>
                    <a:pt x="536" y="2281"/>
                    <a:pt x="578" y="2261"/>
                  </a:cubicBezTo>
                  <a:cubicBezTo>
                    <a:pt x="3025" y="1098"/>
                    <a:pt x="5558" y="535"/>
                    <a:pt x="8030" y="535"/>
                  </a:cubicBezTo>
                  <a:cubicBezTo>
                    <a:pt x="13286" y="535"/>
                    <a:pt x="18263" y="3084"/>
                    <a:pt x="21531" y="7839"/>
                  </a:cubicBezTo>
                  <a:lnTo>
                    <a:pt x="21531" y="7858"/>
                  </a:lnTo>
                  <a:cubicBezTo>
                    <a:pt x="21586" y="7940"/>
                    <a:pt x="21667" y="7975"/>
                    <a:pt x="21749" y="7975"/>
                  </a:cubicBezTo>
                  <a:cubicBezTo>
                    <a:pt x="21947" y="7975"/>
                    <a:pt x="22149" y="7775"/>
                    <a:pt x="22002" y="7575"/>
                  </a:cubicBezTo>
                  <a:cubicBezTo>
                    <a:pt x="18606" y="2642"/>
                    <a:pt x="13459" y="0"/>
                    <a:pt x="80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0"/>
            <p:cNvSpPr/>
            <p:nvPr/>
          </p:nvSpPr>
          <p:spPr>
            <a:xfrm>
              <a:off x="9919441" y="7743892"/>
              <a:ext cx="646943" cy="184855"/>
            </a:xfrm>
            <a:custGeom>
              <a:avLst/>
              <a:gdLst/>
              <a:ahLst/>
              <a:cxnLst/>
              <a:rect l="l" t="t" r="r" b="b"/>
              <a:pathLst>
                <a:path w="20176" h="5765" extrusionOk="0">
                  <a:moveTo>
                    <a:pt x="13104" y="0"/>
                  </a:moveTo>
                  <a:cubicBezTo>
                    <a:pt x="8579" y="0"/>
                    <a:pt x="4039" y="2460"/>
                    <a:pt x="234" y="5241"/>
                  </a:cubicBezTo>
                  <a:cubicBezTo>
                    <a:pt x="1" y="5413"/>
                    <a:pt x="153" y="5764"/>
                    <a:pt x="373" y="5764"/>
                  </a:cubicBezTo>
                  <a:cubicBezTo>
                    <a:pt x="419" y="5764"/>
                    <a:pt x="468" y="5749"/>
                    <a:pt x="517" y="5713"/>
                  </a:cubicBezTo>
                  <a:cubicBezTo>
                    <a:pt x="4231" y="3002"/>
                    <a:pt x="8655" y="551"/>
                    <a:pt x="13083" y="551"/>
                  </a:cubicBezTo>
                  <a:cubicBezTo>
                    <a:pt x="15305" y="551"/>
                    <a:pt x="17527" y="1168"/>
                    <a:pt x="19661" y="2679"/>
                  </a:cubicBezTo>
                  <a:lnTo>
                    <a:pt x="19661" y="2698"/>
                  </a:lnTo>
                  <a:cubicBezTo>
                    <a:pt x="19709" y="2733"/>
                    <a:pt x="19757" y="2748"/>
                    <a:pt x="19802" y="2748"/>
                  </a:cubicBezTo>
                  <a:cubicBezTo>
                    <a:pt x="20023" y="2748"/>
                    <a:pt x="20176" y="2380"/>
                    <a:pt x="19925" y="2208"/>
                  </a:cubicBezTo>
                  <a:cubicBezTo>
                    <a:pt x="17722" y="641"/>
                    <a:pt x="15415" y="0"/>
                    <a:pt x="131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0"/>
            <p:cNvSpPr/>
            <p:nvPr/>
          </p:nvSpPr>
          <p:spPr>
            <a:xfrm>
              <a:off x="9883144" y="7487180"/>
              <a:ext cx="552544" cy="335688"/>
            </a:xfrm>
            <a:custGeom>
              <a:avLst/>
              <a:gdLst/>
              <a:ahLst/>
              <a:cxnLst/>
              <a:rect l="l" t="t" r="r" b="b"/>
              <a:pathLst>
                <a:path w="17232" h="10469" extrusionOk="0">
                  <a:moveTo>
                    <a:pt x="9137" y="1"/>
                  </a:moveTo>
                  <a:cubicBezTo>
                    <a:pt x="7625" y="1"/>
                    <a:pt x="6138" y="315"/>
                    <a:pt x="4683" y="1282"/>
                  </a:cubicBezTo>
                  <a:cubicBezTo>
                    <a:pt x="1668" y="3317"/>
                    <a:pt x="481" y="6747"/>
                    <a:pt x="29" y="10214"/>
                  </a:cubicBezTo>
                  <a:cubicBezTo>
                    <a:pt x="0" y="10383"/>
                    <a:pt x="128" y="10468"/>
                    <a:pt x="267" y="10468"/>
                  </a:cubicBezTo>
                  <a:cubicBezTo>
                    <a:pt x="405" y="10468"/>
                    <a:pt x="556" y="10383"/>
                    <a:pt x="575" y="10214"/>
                  </a:cubicBezTo>
                  <a:cubicBezTo>
                    <a:pt x="1140" y="5823"/>
                    <a:pt x="3251" y="1395"/>
                    <a:pt x="8037" y="604"/>
                  </a:cubicBezTo>
                  <a:cubicBezTo>
                    <a:pt x="8489" y="532"/>
                    <a:pt x="8941" y="501"/>
                    <a:pt x="9395" y="501"/>
                  </a:cubicBezTo>
                  <a:cubicBezTo>
                    <a:pt x="11890" y="501"/>
                    <a:pt x="14402" y="1440"/>
                    <a:pt x="16874" y="1584"/>
                  </a:cubicBezTo>
                  <a:cubicBezTo>
                    <a:pt x="16886" y="1585"/>
                    <a:pt x="16897" y="1586"/>
                    <a:pt x="16908" y="1586"/>
                  </a:cubicBezTo>
                  <a:cubicBezTo>
                    <a:pt x="17232" y="1586"/>
                    <a:pt x="17221" y="1056"/>
                    <a:pt x="16874" y="1037"/>
                  </a:cubicBezTo>
                  <a:cubicBezTo>
                    <a:pt x="14248" y="873"/>
                    <a:pt x="11658" y="1"/>
                    <a:pt x="91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0"/>
            <p:cNvSpPr/>
            <p:nvPr/>
          </p:nvSpPr>
          <p:spPr>
            <a:xfrm>
              <a:off x="9899753" y="8199440"/>
              <a:ext cx="239910" cy="699274"/>
            </a:xfrm>
            <a:custGeom>
              <a:avLst/>
              <a:gdLst/>
              <a:ahLst/>
              <a:cxnLst/>
              <a:rect l="l" t="t" r="r" b="b"/>
              <a:pathLst>
                <a:path w="7482" h="21808" extrusionOk="0">
                  <a:moveTo>
                    <a:pt x="6163" y="1"/>
                  </a:moveTo>
                  <a:cubicBezTo>
                    <a:pt x="5994" y="1"/>
                    <a:pt x="5822" y="137"/>
                    <a:pt x="5879" y="343"/>
                  </a:cubicBezTo>
                  <a:cubicBezTo>
                    <a:pt x="7481" y="5487"/>
                    <a:pt x="1093" y="8652"/>
                    <a:pt x="434" y="13627"/>
                  </a:cubicBezTo>
                  <a:cubicBezTo>
                    <a:pt x="1" y="16868"/>
                    <a:pt x="1640" y="19280"/>
                    <a:pt x="3562" y="21710"/>
                  </a:cubicBezTo>
                  <a:cubicBezTo>
                    <a:pt x="3617" y="21779"/>
                    <a:pt x="3682" y="21807"/>
                    <a:pt x="3745" y="21807"/>
                  </a:cubicBezTo>
                  <a:cubicBezTo>
                    <a:pt x="3943" y="21807"/>
                    <a:pt x="4129" y="21529"/>
                    <a:pt x="3958" y="21315"/>
                  </a:cubicBezTo>
                  <a:cubicBezTo>
                    <a:pt x="1564" y="18281"/>
                    <a:pt x="227" y="15210"/>
                    <a:pt x="1715" y="11403"/>
                  </a:cubicBezTo>
                  <a:cubicBezTo>
                    <a:pt x="2601" y="9123"/>
                    <a:pt x="4316" y="7804"/>
                    <a:pt x="5804" y="5977"/>
                  </a:cubicBezTo>
                  <a:cubicBezTo>
                    <a:pt x="7387" y="4036"/>
                    <a:pt x="7142" y="2528"/>
                    <a:pt x="6426" y="192"/>
                  </a:cubicBezTo>
                  <a:cubicBezTo>
                    <a:pt x="6381" y="58"/>
                    <a:pt x="6273" y="1"/>
                    <a:pt x="61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0"/>
            <p:cNvSpPr/>
            <p:nvPr/>
          </p:nvSpPr>
          <p:spPr>
            <a:xfrm>
              <a:off x="9688894" y="8097377"/>
              <a:ext cx="347617" cy="645501"/>
            </a:xfrm>
            <a:custGeom>
              <a:avLst/>
              <a:gdLst/>
              <a:ahLst/>
              <a:cxnLst/>
              <a:rect l="l" t="t" r="r" b="b"/>
              <a:pathLst>
                <a:path w="10841" h="20131" extrusionOk="0">
                  <a:moveTo>
                    <a:pt x="10476" y="0"/>
                  </a:moveTo>
                  <a:cubicBezTo>
                    <a:pt x="10428" y="0"/>
                    <a:pt x="10377" y="18"/>
                    <a:pt x="10326" y="59"/>
                  </a:cubicBezTo>
                  <a:cubicBezTo>
                    <a:pt x="7293" y="2376"/>
                    <a:pt x="4127" y="4788"/>
                    <a:pt x="2167" y="8142"/>
                  </a:cubicBezTo>
                  <a:cubicBezTo>
                    <a:pt x="0" y="11854"/>
                    <a:pt x="227" y="15755"/>
                    <a:pt x="754" y="19862"/>
                  </a:cubicBezTo>
                  <a:cubicBezTo>
                    <a:pt x="773" y="20041"/>
                    <a:pt x="924" y="20131"/>
                    <a:pt x="1065" y="20131"/>
                  </a:cubicBezTo>
                  <a:cubicBezTo>
                    <a:pt x="1206" y="20131"/>
                    <a:pt x="1338" y="20041"/>
                    <a:pt x="1319" y="19862"/>
                  </a:cubicBezTo>
                  <a:cubicBezTo>
                    <a:pt x="811" y="15886"/>
                    <a:pt x="566" y="12024"/>
                    <a:pt x="2638" y="8425"/>
                  </a:cubicBezTo>
                  <a:cubicBezTo>
                    <a:pt x="4542" y="5165"/>
                    <a:pt x="7669" y="2791"/>
                    <a:pt x="10609" y="549"/>
                  </a:cubicBezTo>
                  <a:cubicBezTo>
                    <a:pt x="10841" y="363"/>
                    <a:pt x="10692" y="0"/>
                    <a:pt x="104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0"/>
            <p:cNvSpPr/>
            <p:nvPr/>
          </p:nvSpPr>
          <p:spPr>
            <a:xfrm>
              <a:off x="9400085" y="7971682"/>
              <a:ext cx="580152" cy="576336"/>
            </a:xfrm>
            <a:custGeom>
              <a:avLst/>
              <a:gdLst/>
              <a:ahLst/>
              <a:cxnLst/>
              <a:rect l="l" t="t" r="r" b="b"/>
              <a:pathLst>
                <a:path w="18093" h="17974" extrusionOk="0">
                  <a:moveTo>
                    <a:pt x="17755" y="1"/>
                  </a:moveTo>
                  <a:cubicBezTo>
                    <a:pt x="17724" y="1"/>
                    <a:pt x="17691" y="7"/>
                    <a:pt x="17656" y="22"/>
                  </a:cubicBezTo>
                  <a:cubicBezTo>
                    <a:pt x="10892" y="2848"/>
                    <a:pt x="1" y="8708"/>
                    <a:pt x="3581" y="17790"/>
                  </a:cubicBezTo>
                  <a:cubicBezTo>
                    <a:pt x="3633" y="17917"/>
                    <a:pt x="3751" y="17973"/>
                    <a:pt x="3865" y="17973"/>
                  </a:cubicBezTo>
                  <a:cubicBezTo>
                    <a:pt x="4039" y="17973"/>
                    <a:pt x="4207" y="17844"/>
                    <a:pt x="4127" y="17640"/>
                  </a:cubicBezTo>
                  <a:cubicBezTo>
                    <a:pt x="660" y="8897"/>
                    <a:pt x="11250" y="3300"/>
                    <a:pt x="17807" y="568"/>
                  </a:cubicBezTo>
                  <a:cubicBezTo>
                    <a:pt x="18092" y="434"/>
                    <a:pt x="18004" y="1"/>
                    <a:pt x="17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0"/>
            <p:cNvSpPr/>
            <p:nvPr/>
          </p:nvSpPr>
          <p:spPr>
            <a:xfrm>
              <a:off x="9421440" y="7900369"/>
              <a:ext cx="520543" cy="297467"/>
            </a:xfrm>
            <a:custGeom>
              <a:avLst/>
              <a:gdLst/>
              <a:ahLst/>
              <a:cxnLst/>
              <a:rect l="l" t="t" r="r" b="b"/>
              <a:pathLst>
                <a:path w="16234" h="9277" extrusionOk="0">
                  <a:moveTo>
                    <a:pt x="12752" y="1"/>
                  </a:moveTo>
                  <a:cubicBezTo>
                    <a:pt x="10230" y="1"/>
                    <a:pt x="7565" y="517"/>
                    <a:pt x="5440" y="1435"/>
                  </a:cubicBezTo>
                  <a:cubicBezTo>
                    <a:pt x="2255" y="2811"/>
                    <a:pt x="1068" y="5845"/>
                    <a:pt x="69" y="8935"/>
                  </a:cubicBezTo>
                  <a:cubicBezTo>
                    <a:pt x="1" y="9140"/>
                    <a:pt x="175" y="9277"/>
                    <a:pt x="343" y="9277"/>
                  </a:cubicBezTo>
                  <a:cubicBezTo>
                    <a:pt x="453" y="9277"/>
                    <a:pt x="560" y="9219"/>
                    <a:pt x="597" y="9086"/>
                  </a:cubicBezTo>
                  <a:cubicBezTo>
                    <a:pt x="1671" y="5788"/>
                    <a:pt x="2971" y="2811"/>
                    <a:pt x="6495" y="1662"/>
                  </a:cubicBezTo>
                  <a:cubicBezTo>
                    <a:pt x="8508" y="995"/>
                    <a:pt x="10757" y="564"/>
                    <a:pt x="12940" y="564"/>
                  </a:cubicBezTo>
                  <a:cubicBezTo>
                    <a:pt x="13903" y="564"/>
                    <a:pt x="14854" y="648"/>
                    <a:pt x="15765" y="833"/>
                  </a:cubicBezTo>
                  <a:cubicBezTo>
                    <a:pt x="15787" y="837"/>
                    <a:pt x="15808" y="840"/>
                    <a:pt x="15828" y="840"/>
                  </a:cubicBezTo>
                  <a:cubicBezTo>
                    <a:pt x="16122" y="840"/>
                    <a:pt x="16234" y="358"/>
                    <a:pt x="15916" y="305"/>
                  </a:cubicBezTo>
                  <a:cubicBezTo>
                    <a:pt x="14926" y="99"/>
                    <a:pt x="13853" y="1"/>
                    <a:pt x="127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0"/>
            <p:cNvSpPr/>
            <p:nvPr/>
          </p:nvSpPr>
          <p:spPr>
            <a:xfrm>
              <a:off x="9322872" y="7665589"/>
              <a:ext cx="576625" cy="287302"/>
            </a:xfrm>
            <a:custGeom>
              <a:avLst/>
              <a:gdLst/>
              <a:ahLst/>
              <a:cxnLst/>
              <a:rect l="l" t="t" r="r" b="b"/>
              <a:pathLst>
                <a:path w="17983" h="8960" extrusionOk="0">
                  <a:moveTo>
                    <a:pt x="8567" y="0"/>
                  </a:moveTo>
                  <a:cubicBezTo>
                    <a:pt x="8026" y="0"/>
                    <a:pt x="7474" y="69"/>
                    <a:pt x="6912" y="222"/>
                  </a:cubicBezTo>
                  <a:cubicBezTo>
                    <a:pt x="3125" y="1258"/>
                    <a:pt x="1410" y="5328"/>
                    <a:pt x="91" y="8626"/>
                  </a:cubicBezTo>
                  <a:cubicBezTo>
                    <a:pt x="0" y="8830"/>
                    <a:pt x="163" y="8959"/>
                    <a:pt x="335" y="8959"/>
                  </a:cubicBezTo>
                  <a:cubicBezTo>
                    <a:pt x="449" y="8959"/>
                    <a:pt x="566" y="8903"/>
                    <a:pt x="619" y="8776"/>
                  </a:cubicBezTo>
                  <a:cubicBezTo>
                    <a:pt x="2122" y="5044"/>
                    <a:pt x="4322" y="599"/>
                    <a:pt x="8717" y="599"/>
                  </a:cubicBezTo>
                  <a:cubicBezTo>
                    <a:pt x="9114" y="599"/>
                    <a:pt x="9530" y="635"/>
                    <a:pt x="9965" y="712"/>
                  </a:cubicBezTo>
                  <a:cubicBezTo>
                    <a:pt x="12640" y="1183"/>
                    <a:pt x="15033" y="3293"/>
                    <a:pt x="17445" y="4443"/>
                  </a:cubicBezTo>
                  <a:lnTo>
                    <a:pt x="17426" y="4424"/>
                  </a:lnTo>
                  <a:lnTo>
                    <a:pt x="17426" y="4424"/>
                  </a:lnTo>
                  <a:cubicBezTo>
                    <a:pt x="17473" y="4448"/>
                    <a:pt x="17518" y="4459"/>
                    <a:pt x="17561" y="4459"/>
                  </a:cubicBezTo>
                  <a:cubicBezTo>
                    <a:pt x="17816" y="4459"/>
                    <a:pt x="17983" y="4082"/>
                    <a:pt x="17709" y="3953"/>
                  </a:cubicBezTo>
                  <a:cubicBezTo>
                    <a:pt x="14841" y="2575"/>
                    <a:pt x="11890" y="0"/>
                    <a:pt x="85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0"/>
            <p:cNvSpPr/>
            <p:nvPr/>
          </p:nvSpPr>
          <p:spPr>
            <a:xfrm>
              <a:off x="9987355" y="8236859"/>
              <a:ext cx="97317" cy="137014"/>
            </a:xfrm>
            <a:custGeom>
              <a:avLst/>
              <a:gdLst/>
              <a:ahLst/>
              <a:cxnLst/>
              <a:rect l="l" t="t" r="r" b="b"/>
              <a:pathLst>
                <a:path w="3035" h="4273" extrusionOk="0">
                  <a:moveTo>
                    <a:pt x="2171" y="1"/>
                  </a:moveTo>
                  <a:cubicBezTo>
                    <a:pt x="1619" y="1"/>
                    <a:pt x="901" y="677"/>
                    <a:pt x="472" y="1701"/>
                  </a:cubicBezTo>
                  <a:cubicBezTo>
                    <a:pt x="1" y="2850"/>
                    <a:pt x="76" y="3981"/>
                    <a:pt x="641" y="4226"/>
                  </a:cubicBezTo>
                  <a:cubicBezTo>
                    <a:pt x="717" y="4257"/>
                    <a:pt x="798" y="4273"/>
                    <a:pt x="881" y="4273"/>
                  </a:cubicBezTo>
                  <a:cubicBezTo>
                    <a:pt x="1440" y="4273"/>
                    <a:pt x="2137" y="3586"/>
                    <a:pt x="2563" y="2586"/>
                  </a:cubicBezTo>
                  <a:cubicBezTo>
                    <a:pt x="3034" y="1418"/>
                    <a:pt x="2978" y="287"/>
                    <a:pt x="2394" y="42"/>
                  </a:cubicBezTo>
                  <a:cubicBezTo>
                    <a:pt x="2324" y="14"/>
                    <a:pt x="2249" y="1"/>
                    <a:pt x="21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10052607" y="7973445"/>
              <a:ext cx="150481" cy="135924"/>
            </a:xfrm>
            <a:custGeom>
              <a:avLst/>
              <a:gdLst/>
              <a:ahLst/>
              <a:cxnLst/>
              <a:rect l="l" t="t" r="r" b="b"/>
              <a:pathLst>
                <a:path w="4693" h="4239" extrusionOk="0">
                  <a:moveTo>
                    <a:pt x="3663" y="0"/>
                  </a:moveTo>
                  <a:cubicBezTo>
                    <a:pt x="3406" y="0"/>
                    <a:pt x="3142" y="36"/>
                    <a:pt x="2959" y="61"/>
                  </a:cubicBezTo>
                  <a:cubicBezTo>
                    <a:pt x="2413" y="136"/>
                    <a:pt x="1037" y="325"/>
                    <a:pt x="528" y="1418"/>
                  </a:cubicBezTo>
                  <a:cubicBezTo>
                    <a:pt x="1" y="2529"/>
                    <a:pt x="528" y="4074"/>
                    <a:pt x="1207" y="4225"/>
                  </a:cubicBezTo>
                  <a:cubicBezTo>
                    <a:pt x="1242" y="4234"/>
                    <a:pt x="1278" y="4239"/>
                    <a:pt x="1314" y="4239"/>
                  </a:cubicBezTo>
                  <a:cubicBezTo>
                    <a:pt x="1723" y="4239"/>
                    <a:pt x="2210" y="3659"/>
                    <a:pt x="3110" y="2586"/>
                  </a:cubicBezTo>
                  <a:cubicBezTo>
                    <a:pt x="3995" y="1531"/>
                    <a:pt x="4693" y="702"/>
                    <a:pt x="4429" y="268"/>
                  </a:cubicBezTo>
                  <a:cubicBezTo>
                    <a:pt x="4302" y="58"/>
                    <a:pt x="3988" y="0"/>
                    <a:pt x="36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0"/>
            <p:cNvSpPr/>
            <p:nvPr/>
          </p:nvSpPr>
          <p:spPr>
            <a:xfrm>
              <a:off x="8924593" y="9105821"/>
              <a:ext cx="1196922" cy="142016"/>
            </a:xfrm>
            <a:custGeom>
              <a:avLst/>
              <a:gdLst/>
              <a:ahLst/>
              <a:cxnLst/>
              <a:rect l="l" t="t" r="r" b="b"/>
              <a:pathLst>
                <a:path w="37328" h="4429" extrusionOk="0">
                  <a:moveTo>
                    <a:pt x="18655" y="0"/>
                  </a:moveTo>
                  <a:cubicBezTo>
                    <a:pt x="8367" y="0"/>
                    <a:pt x="0" y="980"/>
                    <a:pt x="0" y="2205"/>
                  </a:cubicBezTo>
                  <a:cubicBezTo>
                    <a:pt x="0" y="3430"/>
                    <a:pt x="8367" y="4428"/>
                    <a:pt x="18655" y="4428"/>
                  </a:cubicBezTo>
                  <a:cubicBezTo>
                    <a:pt x="28962" y="4428"/>
                    <a:pt x="37328" y="3430"/>
                    <a:pt x="37328" y="2205"/>
                  </a:cubicBezTo>
                  <a:cubicBezTo>
                    <a:pt x="37328" y="980"/>
                    <a:pt x="28962" y="0"/>
                    <a:pt x="186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0"/>
            <p:cNvSpPr/>
            <p:nvPr/>
          </p:nvSpPr>
          <p:spPr>
            <a:xfrm>
              <a:off x="8817656" y="9182552"/>
              <a:ext cx="1410796" cy="880345"/>
            </a:xfrm>
            <a:custGeom>
              <a:avLst/>
              <a:gdLst/>
              <a:ahLst/>
              <a:cxnLst/>
              <a:rect l="l" t="t" r="r" b="b"/>
              <a:pathLst>
                <a:path w="43998" h="27455" extrusionOk="0">
                  <a:moveTo>
                    <a:pt x="0" y="0"/>
                  </a:moveTo>
                  <a:lnTo>
                    <a:pt x="2224" y="11193"/>
                  </a:lnTo>
                  <a:cubicBezTo>
                    <a:pt x="4089" y="20633"/>
                    <a:pt x="12361" y="27454"/>
                    <a:pt x="22009" y="27454"/>
                  </a:cubicBezTo>
                  <a:cubicBezTo>
                    <a:pt x="31618" y="27435"/>
                    <a:pt x="39909" y="20633"/>
                    <a:pt x="41775" y="11193"/>
                  </a:cubicBezTo>
                  <a:lnTo>
                    <a:pt x="4399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0"/>
            <p:cNvSpPr/>
            <p:nvPr/>
          </p:nvSpPr>
          <p:spPr>
            <a:xfrm>
              <a:off x="8754199" y="9139649"/>
              <a:ext cx="1523216" cy="93694"/>
            </a:xfrm>
            <a:custGeom>
              <a:avLst/>
              <a:gdLst/>
              <a:ahLst/>
              <a:cxnLst/>
              <a:rect l="l" t="t" r="r" b="b"/>
              <a:pathLst>
                <a:path w="47504" h="2922" extrusionOk="0">
                  <a:moveTo>
                    <a:pt x="1866" y="1"/>
                  </a:moveTo>
                  <a:cubicBezTo>
                    <a:pt x="1" y="76"/>
                    <a:pt x="1" y="2846"/>
                    <a:pt x="1866" y="2921"/>
                  </a:cubicBezTo>
                  <a:lnTo>
                    <a:pt x="46090" y="2921"/>
                  </a:lnTo>
                  <a:cubicBezTo>
                    <a:pt x="46881" y="2884"/>
                    <a:pt x="47503" y="2243"/>
                    <a:pt x="47503" y="1470"/>
                  </a:cubicBezTo>
                  <a:cubicBezTo>
                    <a:pt x="47503" y="679"/>
                    <a:pt x="46881" y="38"/>
                    <a:pt x="460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0"/>
            <p:cNvSpPr/>
            <p:nvPr/>
          </p:nvSpPr>
          <p:spPr>
            <a:xfrm>
              <a:off x="9094377" y="9963752"/>
              <a:ext cx="857386" cy="99145"/>
            </a:xfrm>
            <a:custGeom>
              <a:avLst/>
              <a:gdLst/>
              <a:ahLst/>
              <a:cxnLst/>
              <a:rect l="l" t="t" r="r" b="b"/>
              <a:pathLst>
                <a:path w="26739" h="3092" extrusionOk="0">
                  <a:moveTo>
                    <a:pt x="1545" y="1"/>
                  </a:moveTo>
                  <a:cubicBezTo>
                    <a:pt x="697" y="1"/>
                    <a:pt x="0" y="698"/>
                    <a:pt x="0" y="1546"/>
                  </a:cubicBezTo>
                  <a:cubicBezTo>
                    <a:pt x="0" y="2394"/>
                    <a:pt x="697" y="3091"/>
                    <a:pt x="1545" y="3091"/>
                  </a:cubicBezTo>
                  <a:lnTo>
                    <a:pt x="25193" y="3091"/>
                  </a:lnTo>
                  <a:cubicBezTo>
                    <a:pt x="26041" y="3091"/>
                    <a:pt x="26738" y="2394"/>
                    <a:pt x="26738" y="1546"/>
                  </a:cubicBezTo>
                  <a:cubicBezTo>
                    <a:pt x="26738" y="698"/>
                    <a:pt x="26041" y="1"/>
                    <a:pt x="251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0"/>
            <p:cNvSpPr/>
            <p:nvPr/>
          </p:nvSpPr>
          <p:spPr>
            <a:xfrm>
              <a:off x="8883646" y="9497976"/>
              <a:ext cx="198835" cy="42903"/>
            </a:xfrm>
            <a:custGeom>
              <a:avLst/>
              <a:gdLst/>
              <a:ahLst/>
              <a:cxnLst/>
              <a:rect l="l" t="t" r="r" b="b"/>
              <a:pathLst>
                <a:path w="6201" h="1338" extrusionOk="0">
                  <a:moveTo>
                    <a:pt x="4664" y="0"/>
                  </a:moveTo>
                  <a:cubicBezTo>
                    <a:pt x="4212" y="0"/>
                    <a:pt x="3930" y="255"/>
                    <a:pt x="3520" y="452"/>
                  </a:cubicBezTo>
                  <a:cubicBezTo>
                    <a:pt x="3381" y="515"/>
                    <a:pt x="3251" y="541"/>
                    <a:pt x="3128" y="541"/>
                  </a:cubicBezTo>
                  <a:cubicBezTo>
                    <a:pt x="2631" y="541"/>
                    <a:pt x="2224" y="127"/>
                    <a:pt x="1635" y="112"/>
                  </a:cubicBezTo>
                  <a:cubicBezTo>
                    <a:pt x="1108" y="112"/>
                    <a:pt x="599" y="320"/>
                    <a:pt x="222" y="678"/>
                  </a:cubicBezTo>
                  <a:cubicBezTo>
                    <a:pt x="1" y="870"/>
                    <a:pt x="196" y="1143"/>
                    <a:pt x="418" y="1143"/>
                  </a:cubicBezTo>
                  <a:cubicBezTo>
                    <a:pt x="479" y="1143"/>
                    <a:pt x="542" y="1122"/>
                    <a:pt x="599" y="1073"/>
                  </a:cubicBezTo>
                  <a:cubicBezTo>
                    <a:pt x="911" y="802"/>
                    <a:pt x="1198" y="696"/>
                    <a:pt x="1480" y="696"/>
                  </a:cubicBezTo>
                  <a:cubicBezTo>
                    <a:pt x="1862" y="696"/>
                    <a:pt x="2232" y="891"/>
                    <a:pt x="2634" y="1130"/>
                  </a:cubicBezTo>
                  <a:cubicBezTo>
                    <a:pt x="2766" y="1243"/>
                    <a:pt x="2936" y="1318"/>
                    <a:pt x="3105" y="1337"/>
                  </a:cubicBezTo>
                  <a:cubicBezTo>
                    <a:pt x="3312" y="1337"/>
                    <a:pt x="3501" y="1262"/>
                    <a:pt x="3652" y="1149"/>
                  </a:cubicBezTo>
                  <a:cubicBezTo>
                    <a:pt x="3897" y="979"/>
                    <a:pt x="4066" y="659"/>
                    <a:pt x="4386" y="583"/>
                  </a:cubicBezTo>
                  <a:cubicBezTo>
                    <a:pt x="4454" y="568"/>
                    <a:pt x="4521" y="561"/>
                    <a:pt x="4589" y="561"/>
                  </a:cubicBezTo>
                  <a:cubicBezTo>
                    <a:pt x="5030" y="561"/>
                    <a:pt x="5453" y="864"/>
                    <a:pt x="5649" y="1224"/>
                  </a:cubicBezTo>
                  <a:cubicBezTo>
                    <a:pt x="5708" y="1289"/>
                    <a:pt x="5781" y="1316"/>
                    <a:pt x="5853" y="1316"/>
                  </a:cubicBezTo>
                  <a:cubicBezTo>
                    <a:pt x="6032" y="1316"/>
                    <a:pt x="6201" y="1143"/>
                    <a:pt x="6120" y="941"/>
                  </a:cubicBezTo>
                  <a:cubicBezTo>
                    <a:pt x="5875" y="452"/>
                    <a:pt x="5423" y="112"/>
                    <a:pt x="4876" y="18"/>
                  </a:cubicBezTo>
                  <a:cubicBezTo>
                    <a:pt x="4801" y="6"/>
                    <a:pt x="4730" y="0"/>
                    <a:pt x="4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0"/>
            <p:cNvSpPr/>
            <p:nvPr/>
          </p:nvSpPr>
          <p:spPr>
            <a:xfrm>
              <a:off x="9068532" y="9504293"/>
              <a:ext cx="207012" cy="45757"/>
            </a:xfrm>
            <a:custGeom>
              <a:avLst/>
              <a:gdLst/>
              <a:ahLst/>
              <a:cxnLst/>
              <a:rect l="l" t="t" r="r" b="b"/>
              <a:pathLst>
                <a:path w="6456" h="1427" extrusionOk="0">
                  <a:moveTo>
                    <a:pt x="1475" y="0"/>
                  </a:moveTo>
                  <a:cubicBezTo>
                    <a:pt x="1392" y="0"/>
                    <a:pt x="1302" y="9"/>
                    <a:pt x="1202" y="28"/>
                  </a:cubicBezTo>
                  <a:cubicBezTo>
                    <a:pt x="769" y="123"/>
                    <a:pt x="373" y="386"/>
                    <a:pt x="147" y="763"/>
                  </a:cubicBezTo>
                  <a:lnTo>
                    <a:pt x="147" y="782"/>
                  </a:lnTo>
                  <a:cubicBezTo>
                    <a:pt x="0" y="982"/>
                    <a:pt x="193" y="1182"/>
                    <a:pt x="391" y="1182"/>
                  </a:cubicBezTo>
                  <a:cubicBezTo>
                    <a:pt x="474" y="1182"/>
                    <a:pt x="557" y="1148"/>
                    <a:pt x="618" y="1065"/>
                  </a:cubicBezTo>
                  <a:cubicBezTo>
                    <a:pt x="890" y="670"/>
                    <a:pt x="1137" y="529"/>
                    <a:pt x="1372" y="529"/>
                  </a:cubicBezTo>
                  <a:cubicBezTo>
                    <a:pt x="1957" y="529"/>
                    <a:pt x="2471" y="1404"/>
                    <a:pt x="3132" y="1404"/>
                  </a:cubicBezTo>
                  <a:cubicBezTo>
                    <a:pt x="3142" y="1404"/>
                    <a:pt x="3152" y="1404"/>
                    <a:pt x="3162" y="1404"/>
                  </a:cubicBezTo>
                  <a:cubicBezTo>
                    <a:pt x="3557" y="1385"/>
                    <a:pt x="3727" y="1121"/>
                    <a:pt x="4028" y="971"/>
                  </a:cubicBezTo>
                  <a:cubicBezTo>
                    <a:pt x="4251" y="843"/>
                    <a:pt x="4495" y="782"/>
                    <a:pt x="4736" y="782"/>
                  </a:cubicBezTo>
                  <a:cubicBezTo>
                    <a:pt x="5170" y="782"/>
                    <a:pt x="5596" y="977"/>
                    <a:pt x="5875" y="1329"/>
                  </a:cubicBezTo>
                  <a:cubicBezTo>
                    <a:pt x="5935" y="1397"/>
                    <a:pt x="6003" y="1426"/>
                    <a:pt x="6069" y="1426"/>
                  </a:cubicBezTo>
                  <a:cubicBezTo>
                    <a:pt x="6275" y="1426"/>
                    <a:pt x="6456" y="1151"/>
                    <a:pt x="6271" y="952"/>
                  </a:cubicBezTo>
                  <a:cubicBezTo>
                    <a:pt x="5950" y="518"/>
                    <a:pt x="5460" y="255"/>
                    <a:pt x="4933" y="217"/>
                  </a:cubicBezTo>
                  <a:cubicBezTo>
                    <a:pt x="4881" y="211"/>
                    <a:pt x="4831" y="209"/>
                    <a:pt x="4782" y="209"/>
                  </a:cubicBezTo>
                  <a:cubicBezTo>
                    <a:pt x="4152" y="209"/>
                    <a:pt x="3718" y="620"/>
                    <a:pt x="3148" y="620"/>
                  </a:cubicBezTo>
                  <a:cubicBezTo>
                    <a:pt x="2984" y="620"/>
                    <a:pt x="2809" y="587"/>
                    <a:pt x="2615" y="499"/>
                  </a:cubicBezTo>
                  <a:cubicBezTo>
                    <a:pt x="2166" y="291"/>
                    <a:pt x="1949" y="0"/>
                    <a:pt x="14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0"/>
            <p:cNvSpPr/>
            <p:nvPr/>
          </p:nvSpPr>
          <p:spPr>
            <a:xfrm>
              <a:off x="9256145" y="9506954"/>
              <a:ext cx="120725" cy="53773"/>
            </a:xfrm>
            <a:custGeom>
              <a:avLst/>
              <a:gdLst/>
              <a:ahLst/>
              <a:cxnLst/>
              <a:rect l="l" t="t" r="r" b="b"/>
              <a:pathLst>
                <a:path w="3765" h="1677" extrusionOk="0">
                  <a:moveTo>
                    <a:pt x="2250" y="0"/>
                  </a:moveTo>
                  <a:cubicBezTo>
                    <a:pt x="1510" y="0"/>
                    <a:pt x="832" y="446"/>
                    <a:pt x="250" y="850"/>
                  </a:cubicBezTo>
                  <a:cubicBezTo>
                    <a:pt x="1" y="1021"/>
                    <a:pt x="151" y="1372"/>
                    <a:pt x="380" y="1372"/>
                  </a:cubicBezTo>
                  <a:cubicBezTo>
                    <a:pt x="428" y="1372"/>
                    <a:pt x="480" y="1357"/>
                    <a:pt x="533" y="1321"/>
                  </a:cubicBezTo>
                  <a:cubicBezTo>
                    <a:pt x="778" y="1132"/>
                    <a:pt x="1060" y="944"/>
                    <a:pt x="1362" y="793"/>
                  </a:cubicBezTo>
                  <a:cubicBezTo>
                    <a:pt x="1592" y="678"/>
                    <a:pt x="1955" y="559"/>
                    <a:pt x="2298" y="559"/>
                  </a:cubicBezTo>
                  <a:cubicBezTo>
                    <a:pt x="2740" y="559"/>
                    <a:pt x="3147" y="757"/>
                    <a:pt x="3189" y="1415"/>
                  </a:cubicBezTo>
                  <a:cubicBezTo>
                    <a:pt x="3209" y="1587"/>
                    <a:pt x="3358" y="1677"/>
                    <a:pt x="3499" y="1677"/>
                  </a:cubicBezTo>
                  <a:cubicBezTo>
                    <a:pt x="3636" y="1677"/>
                    <a:pt x="3764" y="1592"/>
                    <a:pt x="3755" y="1415"/>
                  </a:cubicBezTo>
                  <a:cubicBezTo>
                    <a:pt x="3736" y="737"/>
                    <a:pt x="3265" y="172"/>
                    <a:pt x="2624" y="40"/>
                  </a:cubicBezTo>
                  <a:cubicBezTo>
                    <a:pt x="2498" y="13"/>
                    <a:pt x="2373" y="0"/>
                    <a:pt x="22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0"/>
            <p:cNvSpPr/>
            <p:nvPr/>
          </p:nvSpPr>
          <p:spPr>
            <a:xfrm>
              <a:off x="9361703" y="9512790"/>
              <a:ext cx="107065" cy="50534"/>
            </a:xfrm>
            <a:custGeom>
              <a:avLst/>
              <a:gdLst/>
              <a:ahLst/>
              <a:cxnLst/>
              <a:rect l="l" t="t" r="r" b="b"/>
              <a:pathLst>
                <a:path w="3339" h="1576" extrusionOk="0">
                  <a:moveTo>
                    <a:pt x="1627" y="0"/>
                  </a:moveTo>
                  <a:cubicBezTo>
                    <a:pt x="1017" y="0"/>
                    <a:pt x="406" y="343"/>
                    <a:pt x="86" y="1064"/>
                  </a:cubicBezTo>
                  <a:lnTo>
                    <a:pt x="105" y="1064"/>
                  </a:lnTo>
                  <a:cubicBezTo>
                    <a:pt x="1" y="1284"/>
                    <a:pt x="192" y="1487"/>
                    <a:pt x="371" y="1487"/>
                  </a:cubicBezTo>
                  <a:cubicBezTo>
                    <a:pt x="451" y="1487"/>
                    <a:pt x="529" y="1446"/>
                    <a:pt x="576" y="1346"/>
                  </a:cubicBezTo>
                  <a:cubicBezTo>
                    <a:pt x="793" y="845"/>
                    <a:pt x="1244" y="581"/>
                    <a:pt x="1684" y="581"/>
                  </a:cubicBezTo>
                  <a:cubicBezTo>
                    <a:pt x="2120" y="581"/>
                    <a:pt x="2546" y="840"/>
                    <a:pt x="2724" y="1384"/>
                  </a:cubicBezTo>
                  <a:cubicBezTo>
                    <a:pt x="2768" y="1517"/>
                    <a:pt x="2880" y="1575"/>
                    <a:pt x="2992" y="1575"/>
                  </a:cubicBezTo>
                  <a:cubicBezTo>
                    <a:pt x="3165" y="1575"/>
                    <a:pt x="3339" y="1439"/>
                    <a:pt x="3270" y="1233"/>
                  </a:cubicBezTo>
                  <a:cubicBezTo>
                    <a:pt x="2992" y="428"/>
                    <a:pt x="2309" y="0"/>
                    <a:pt x="1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9453120" y="9514040"/>
              <a:ext cx="114055" cy="51080"/>
            </a:xfrm>
            <a:custGeom>
              <a:avLst/>
              <a:gdLst/>
              <a:ahLst/>
              <a:cxnLst/>
              <a:rect l="l" t="t" r="r" b="b"/>
              <a:pathLst>
                <a:path w="3557" h="1593" extrusionOk="0">
                  <a:moveTo>
                    <a:pt x="1820" y="1"/>
                  </a:moveTo>
                  <a:cubicBezTo>
                    <a:pt x="1108" y="1"/>
                    <a:pt x="399" y="433"/>
                    <a:pt x="80" y="1251"/>
                  </a:cubicBezTo>
                  <a:cubicBezTo>
                    <a:pt x="0" y="1456"/>
                    <a:pt x="169" y="1593"/>
                    <a:pt x="345" y="1593"/>
                  </a:cubicBezTo>
                  <a:cubicBezTo>
                    <a:pt x="458" y="1593"/>
                    <a:pt x="575" y="1535"/>
                    <a:pt x="627" y="1401"/>
                  </a:cubicBezTo>
                  <a:cubicBezTo>
                    <a:pt x="843" y="836"/>
                    <a:pt x="1300" y="568"/>
                    <a:pt x="1767" y="568"/>
                  </a:cubicBezTo>
                  <a:cubicBezTo>
                    <a:pt x="2233" y="568"/>
                    <a:pt x="2709" y="836"/>
                    <a:pt x="2963" y="1345"/>
                  </a:cubicBezTo>
                  <a:cubicBezTo>
                    <a:pt x="3016" y="1444"/>
                    <a:pt x="3098" y="1486"/>
                    <a:pt x="3181" y="1486"/>
                  </a:cubicBezTo>
                  <a:cubicBezTo>
                    <a:pt x="3365" y="1486"/>
                    <a:pt x="3557" y="1283"/>
                    <a:pt x="3453" y="1062"/>
                  </a:cubicBezTo>
                  <a:cubicBezTo>
                    <a:pt x="3089" y="343"/>
                    <a:pt x="2454" y="1"/>
                    <a:pt x="1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0"/>
            <p:cNvSpPr/>
            <p:nvPr/>
          </p:nvSpPr>
          <p:spPr>
            <a:xfrm>
              <a:off x="9548129" y="9515868"/>
              <a:ext cx="110239" cy="50759"/>
            </a:xfrm>
            <a:custGeom>
              <a:avLst/>
              <a:gdLst/>
              <a:ahLst/>
              <a:cxnLst/>
              <a:rect l="l" t="t" r="r" b="b"/>
              <a:pathLst>
                <a:path w="3438" h="1583" extrusionOk="0">
                  <a:moveTo>
                    <a:pt x="1979" y="0"/>
                  </a:moveTo>
                  <a:cubicBezTo>
                    <a:pt x="1248" y="0"/>
                    <a:pt x="651" y="583"/>
                    <a:pt x="189" y="1099"/>
                  </a:cubicBezTo>
                  <a:cubicBezTo>
                    <a:pt x="0" y="1302"/>
                    <a:pt x="201" y="1582"/>
                    <a:pt x="407" y="1582"/>
                  </a:cubicBezTo>
                  <a:cubicBezTo>
                    <a:pt x="469" y="1582"/>
                    <a:pt x="532" y="1556"/>
                    <a:pt x="584" y="1495"/>
                  </a:cubicBezTo>
                  <a:cubicBezTo>
                    <a:pt x="791" y="1231"/>
                    <a:pt x="1036" y="1005"/>
                    <a:pt x="1300" y="817"/>
                  </a:cubicBezTo>
                  <a:cubicBezTo>
                    <a:pt x="1484" y="713"/>
                    <a:pt x="1695" y="660"/>
                    <a:pt x="1902" y="660"/>
                  </a:cubicBezTo>
                  <a:cubicBezTo>
                    <a:pt x="2333" y="660"/>
                    <a:pt x="2744" y="886"/>
                    <a:pt x="2845" y="1344"/>
                  </a:cubicBezTo>
                  <a:cubicBezTo>
                    <a:pt x="2875" y="1487"/>
                    <a:pt x="2980" y="1549"/>
                    <a:pt x="3091" y="1549"/>
                  </a:cubicBezTo>
                  <a:cubicBezTo>
                    <a:pt x="3258" y="1549"/>
                    <a:pt x="3437" y="1409"/>
                    <a:pt x="3392" y="1194"/>
                  </a:cubicBezTo>
                  <a:cubicBezTo>
                    <a:pt x="3279" y="553"/>
                    <a:pt x="2751" y="82"/>
                    <a:pt x="2110" y="7"/>
                  </a:cubicBezTo>
                  <a:cubicBezTo>
                    <a:pt x="2066" y="2"/>
                    <a:pt x="2023" y="0"/>
                    <a:pt x="19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0"/>
            <p:cNvSpPr/>
            <p:nvPr/>
          </p:nvSpPr>
          <p:spPr>
            <a:xfrm>
              <a:off x="9642656" y="9515836"/>
              <a:ext cx="118224" cy="50086"/>
            </a:xfrm>
            <a:custGeom>
              <a:avLst/>
              <a:gdLst/>
              <a:ahLst/>
              <a:cxnLst/>
              <a:rect l="l" t="t" r="r" b="b"/>
              <a:pathLst>
                <a:path w="3687" h="1562" extrusionOk="0">
                  <a:moveTo>
                    <a:pt x="1913" y="1"/>
                  </a:moveTo>
                  <a:cubicBezTo>
                    <a:pt x="1183" y="1"/>
                    <a:pt x="456" y="393"/>
                    <a:pt x="105" y="1138"/>
                  </a:cubicBezTo>
                  <a:cubicBezTo>
                    <a:pt x="1" y="1359"/>
                    <a:pt x="192" y="1562"/>
                    <a:pt x="377" y="1562"/>
                  </a:cubicBezTo>
                  <a:cubicBezTo>
                    <a:pt x="460" y="1562"/>
                    <a:pt x="542" y="1520"/>
                    <a:pt x="595" y="1421"/>
                  </a:cubicBezTo>
                  <a:cubicBezTo>
                    <a:pt x="896" y="848"/>
                    <a:pt x="1390" y="565"/>
                    <a:pt x="1894" y="565"/>
                  </a:cubicBezTo>
                  <a:cubicBezTo>
                    <a:pt x="2336" y="565"/>
                    <a:pt x="2785" y="782"/>
                    <a:pt x="3119" y="1213"/>
                  </a:cubicBezTo>
                  <a:cubicBezTo>
                    <a:pt x="3174" y="1282"/>
                    <a:pt x="3239" y="1311"/>
                    <a:pt x="3303" y="1311"/>
                  </a:cubicBezTo>
                  <a:cubicBezTo>
                    <a:pt x="3501" y="1311"/>
                    <a:pt x="3686" y="1032"/>
                    <a:pt x="3515" y="818"/>
                  </a:cubicBezTo>
                  <a:cubicBezTo>
                    <a:pt x="3116" y="265"/>
                    <a:pt x="2513" y="1"/>
                    <a:pt x="19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0"/>
            <p:cNvSpPr/>
            <p:nvPr/>
          </p:nvSpPr>
          <p:spPr>
            <a:xfrm>
              <a:off x="9743340" y="9522538"/>
              <a:ext cx="120244" cy="38318"/>
            </a:xfrm>
            <a:custGeom>
              <a:avLst/>
              <a:gdLst/>
              <a:ahLst/>
              <a:cxnLst/>
              <a:rect l="l" t="t" r="r" b="b"/>
              <a:pathLst>
                <a:path w="3750" h="1195" extrusionOk="0">
                  <a:moveTo>
                    <a:pt x="1896" y="1"/>
                  </a:moveTo>
                  <a:cubicBezTo>
                    <a:pt x="1281" y="1"/>
                    <a:pt x="667" y="241"/>
                    <a:pt x="206" y="722"/>
                  </a:cubicBezTo>
                  <a:cubicBezTo>
                    <a:pt x="0" y="913"/>
                    <a:pt x="195" y="1195"/>
                    <a:pt x="415" y="1195"/>
                  </a:cubicBezTo>
                  <a:cubicBezTo>
                    <a:pt x="478" y="1195"/>
                    <a:pt x="543" y="1172"/>
                    <a:pt x="601" y="1118"/>
                  </a:cubicBezTo>
                  <a:cubicBezTo>
                    <a:pt x="949" y="740"/>
                    <a:pt x="1421" y="552"/>
                    <a:pt x="1895" y="552"/>
                  </a:cubicBezTo>
                  <a:cubicBezTo>
                    <a:pt x="2345" y="552"/>
                    <a:pt x="2796" y="722"/>
                    <a:pt x="3145" y="1061"/>
                  </a:cubicBezTo>
                  <a:cubicBezTo>
                    <a:pt x="3200" y="1108"/>
                    <a:pt x="3262" y="1129"/>
                    <a:pt x="3321" y="1129"/>
                  </a:cubicBezTo>
                  <a:cubicBezTo>
                    <a:pt x="3546" y="1129"/>
                    <a:pt x="3749" y="844"/>
                    <a:pt x="3541" y="665"/>
                  </a:cubicBezTo>
                  <a:cubicBezTo>
                    <a:pt x="3079" y="222"/>
                    <a:pt x="2487" y="1"/>
                    <a:pt x="18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0"/>
            <p:cNvSpPr/>
            <p:nvPr/>
          </p:nvSpPr>
          <p:spPr>
            <a:xfrm>
              <a:off x="9847199" y="9517151"/>
              <a:ext cx="125021" cy="48482"/>
            </a:xfrm>
            <a:custGeom>
              <a:avLst/>
              <a:gdLst/>
              <a:ahLst/>
              <a:cxnLst/>
              <a:rect l="l" t="t" r="r" b="b"/>
              <a:pathLst>
                <a:path w="3899" h="1512" extrusionOk="0">
                  <a:moveTo>
                    <a:pt x="2472" y="0"/>
                  </a:moveTo>
                  <a:cubicBezTo>
                    <a:pt x="1687" y="0"/>
                    <a:pt x="822" y="542"/>
                    <a:pt x="208" y="1041"/>
                  </a:cubicBezTo>
                  <a:cubicBezTo>
                    <a:pt x="1" y="1218"/>
                    <a:pt x="199" y="1511"/>
                    <a:pt x="422" y="1511"/>
                  </a:cubicBezTo>
                  <a:cubicBezTo>
                    <a:pt x="483" y="1511"/>
                    <a:pt x="546" y="1489"/>
                    <a:pt x="603" y="1436"/>
                  </a:cubicBezTo>
                  <a:cubicBezTo>
                    <a:pt x="1054" y="1073"/>
                    <a:pt x="1787" y="528"/>
                    <a:pt x="2433" y="528"/>
                  </a:cubicBezTo>
                  <a:cubicBezTo>
                    <a:pt x="2759" y="528"/>
                    <a:pt x="3064" y="667"/>
                    <a:pt x="3298" y="1041"/>
                  </a:cubicBezTo>
                  <a:cubicBezTo>
                    <a:pt x="3357" y="1141"/>
                    <a:pt x="3443" y="1182"/>
                    <a:pt x="3529" y="1182"/>
                  </a:cubicBezTo>
                  <a:cubicBezTo>
                    <a:pt x="3716" y="1182"/>
                    <a:pt x="3898" y="984"/>
                    <a:pt x="3769" y="777"/>
                  </a:cubicBezTo>
                  <a:cubicBezTo>
                    <a:pt x="3421" y="212"/>
                    <a:pt x="2962" y="0"/>
                    <a:pt x="2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9966513" y="9514970"/>
              <a:ext cx="104853" cy="46109"/>
            </a:xfrm>
            <a:custGeom>
              <a:avLst/>
              <a:gdLst/>
              <a:ahLst/>
              <a:cxnLst/>
              <a:rect l="l" t="t" r="r" b="b"/>
              <a:pathLst>
                <a:path w="3270" h="1438" extrusionOk="0">
                  <a:moveTo>
                    <a:pt x="1622" y="1"/>
                  </a:moveTo>
                  <a:cubicBezTo>
                    <a:pt x="1015" y="1"/>
                    <a:pt x="415" y="335"/>
                    <a:pt x="85" y="1014"/>
                  </a:cubicBezTo>
                  <a:lnTo>
                    <a:pt x="104" y="1014"/>
                  </a:lnTo>
                  <a:cubicBezTo>
                    <a:pt x="0" y="1235"/>
                    <a:pt x="192" y="1438"/>
                    <a:pt x="370" y="1438"/>
                  </a:cubicBezTo>
                  <a:cubicBezTo>
                    <a:pt x="451" y="1438"/>
                    <a:pt x="528" y="1397"/>
                    <a:pt x="575" y="1297"/>
                  </a:cubicBezTo>
                  <a:cubicBezTo>
                    <a:pt x="809" y="819"/>
                    <a:pt x="1234" y="556"/>
                    <a:pt x="1666" y="556"/>
                  </a:cubicBezTo>
                  <a:cubicBezTo>
                    <a:pt x="2034" y="556"/>
                    <a:pt x="2406" y="748"/>
                    <a:pt x="2667" y="1165"/>
                  </a:cubicBezTo>
                  <a:cubicBezTo>
                    <a:pt x="2718" y="1256"/>
                    <a:pt x="2799" y="1294"/>
                    <a:pt x="2881" y="1294"/>
                  </a:cubicBezTo>
                  <a:cubicBezTo>
                    <a:pt x="3071" y="1294"/>
                    <a:pt x="3269" y="1093"/>
                    <a:pt x="3138" y="882"/>
                  </a:cubicBezTo>
                  <a:cubicBezTo>
                    <a:pt x="2772" y="298"/>
                    <a:pt x="2194" y="1"/>
                    <a:pt x="16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10054371" y="9520229"/>
              <a:ext cx="98985" cy="39280"/>
            </a:xfrm>
            <a:custGeom>
              <a:avLst/>
              <a:gdLst/>
              <a:ahLst/>
              <a:cxnLst/>
              <a:rect l="l" t="t" r="r" b="b"/>
              <a:pathLst>
                <a:path w="3087" h="1225" extrusionOk="0">
                  <a:moveTo>
                    <a:pt x="1502" y="0"/>
                  </a:moveTo>
                  <a:cubicBezTo>
                    <a:pt x="1021" y="0"/>
                    <a:pt x="535" y="218"/>
                    <a:pt x="153" y="662"/>
                  </a:cubicBezTo>
                  <a:lnTo>
                    <a:pt x="172" y="662"/>
                  </a:lnTo>
                  <a:cubicBezTo>
                    <a:pt x="1" y="876"/>
                    <a:pt x="175" y="1155"/>
                    <a:pt x="376" y="1155"/>
                  </a:cubicBezTo>
                  <a:cubicBezTo>
                    <a:pt x="441" y="1155"/>
                    <a:pt x="508" y="1126"/>
                    <a:pt x="568" y="1058"/>
                  </a:cubicBezTo>
                  <a:cubicBezTo>
                    <a:pt x="848" y="730"/>
                    <a:pt x="1199" y="561"/>
                    <a:pt x="1540" y="561"/>
                  </a:cubicBezTo>
                  <a:cubicBezTo>
                    <a:pt x="1887" y="561"/>
                    <a:pt x="2224" y="735"/>
                    <a:pt x="2471" y="1095"/>
                  </a:cubicBezTo>
                  <a:cubicBezTo>
                    <a:pt x="2533" y="1186"/>
                    <a:pt x="2620" y="1224"/>
                    <a:pt x="2705" y="1224"/>
                  </a:cubicBezTo>
                  <a:cubicBezTo>
                    <a:pt x="2901" y="1224"/>
                    <a:pt x="3086" y="1023"/>
                    <a:pt x="2942" y="813"/>
                  </a:cubicBezTo>
                  <a:cubicBezTo>
                    <a:pt x="2573" y="275"/>
                    <a:pt x="2041" y="0"/>
                    <a:pt x="15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8885313" y="9579485"/>
              <a:ext cx="1267594" cy="74198"/>
            </a:xfrm>
            <a:custGeom>
              <a:avLst/>
              <a:gdLst/>
              <a:ahLst/>
              <a:cxnLst/>
              <a:rect l="l" t="t" r="r" b="b"/>
              <a:pathLst>
                <a:path w="39532" h="2314" extrusionOk="0">
                  <a:moveTo>
                    <a:pt x="868" y="1"/>
                  </a:moveTo>
                  <a:cubicBezTo>
                    <a:pt x="1" y="1"/>
                    <a:pt x="7" y="1358"/>
                    <a:pt x="886" y="1395"/>
                  </a:cubicBezTo>
                  <a:cubicBezTo>
                    <a:pt x="9237" y="1648"/>
                    <a:pt x="17758" y="2314"/>
                    <a:pt x="26209" y="2314"/>
                  </a:cubicBezTo>
                  <a:cubicBezTo>
                    <a:pt x="30381" y="2314"/>
                    <a:pt x="34537" y="2151"/>
                    <a:pt x="38647" y="1697"/>
                  </a:cubicBezTo>
                  <a:cubicBezTo>
                    <a:pt x="39504" y="1606"/>
                    <a:pt x="39532" y="298"/>
                    <a:pt x="38731" y="298"/>
                  </a:cubicBezTo>
                  <a:cubicBezTo>
                    <a:pt x="38704" y="298"/>
                    <a:pt x="38676" y="299"/>
                    <a:pt x="38647" y="303"/>
                  </a:cubicBezTo>
                  <a:cubicBezTo>
                    <a:pt x="34543" y="757"/>
                    <a:pt x="30390" y="919"/>
                    <a:pt x="26217" y="919"/>
                  </a:cubicBezTo>
                  <a:cubicBezTo>
                    <a:pt x="17766" y="919"/>
                    <a:pt x="9237" y="253"/>
                    <a:pt x="886" y="1"/>
                  </a:cubicBezTo>
                  <a:cubicBezTo>
                    <a:pt x="880" y="1"/>
                    <a:pt x="874" y="1"/>
                    <a:pt x="8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8923983" y="9664040"/>
              <a:ext cx="1182429" cy="66471"/>
            </a:xfrm>
            <a:custGeom>
              <a:avLst/>
              <a:gdLst/>
              <a:ahLst/>
              <a:cxnLst/>
              <a:rect l="l" t="t" r="r" b="b"/>
              <a:pathLst>
                <a:path w="36876" h="2073" extrusionOk="0">
                  <a:moveTo>
                    <a:pt x="834" y="0"/>
                  </a:moveTo>
                  <a:cubicBezTo>
                    <a:pt x="1" y="0"/>
                    <a:pt x="18" y="1341"/>
                    <a:pt x="886" y="1378"/>
                  </a:cubicBezTo>
                  <a:cubicBezTo>
                    <a:pt x="8808" y="1760"/>
                    <a:pt x="16695" y="2073"/>
                    <a:pt x="24599" y="2073"/>
                  </a:cubicBezTo>
                  <a:cubicBezTo>
                    <a:pt x="28390" y="2073"/>
                    <a:pt x="32185" y="2001"/>
                    <a:pt x="35990" y="1830"/>
                  </a:cubicBezTo>
                  <a:cubicBezTo>
                    <a:pt x="36864" y="1793"/>
                    <a:pt x="36876" y="435"/>
                    <a:pt x="36025" y="435"/>
                  </a:cubicBezTo>
                  <a:cubicBezTo>
                    <a:pt x="36014" y="435"/>
                    <a:pt x="36002" y="435"/>
                    <a:pt x="35990" y="435"/>
                  </a:cubicBezTo>
                  <a:cubicBezTo>
                    <a:pt x="32168" y="607"/>
                    <a:pt x="28356" y="679"/>
                    <a:pt x="24548" y="679"/>
                  </a:cubicBezTo>
                  <a:cubicBezTo>
                    <a:pt x="16660" y="679"/>
                    <a:pt x="8790" y="371"/>
                    <a:pt x="886" y="2"/>
                  </a:cubicBezTo>
                  <a:cubicBezTo>
                    <a:pt x="869" y="1"/>
                    <a:pt x="851" y="0"/>
                    <a:pt x="8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8841224" y="9240558"/>
              <a:ext cx="1376358" cy="20105"/>
            </a:xfrm>
            <a:custGeom>
              <a:avLst/>
              <a:gdLst/>
              <a:ahLst/>
              <a:cxnLst/>
              <a:rect l="l" t="t" r="r" b="b"/>
              <a:pathLst>
                <a:path w="42924" h="627" extrusionOk="0">
                  <a:moveTo>
                    <a:pt x="320" y="0"/>
                  </a:moveTo>
                  <a:cubicBezTo>
                    <a:pt x="0" y="0"/>
                    <a:pt x="0" y="471"/>
                    <a:pt x="320" y="471"/>
                  </a:cubicBezTo>
                  <a:cubicBezTo>
                    <a:pt x="7368" y="575"/>
                    <a:pt x="14415" y="627"/>
                    <a:pt x="21462" y="627"/>
                  </a:cubicBezTo>
                  <a:cubicBezTo>
                    <a:pt x="28509" y="627"/>
                    <a:pt x="35556" y="575"/>
                    <a:pt x="42603" y="471"/>
                  </a:cubicBezTo>
                  <a:cubicBezTo>
                    <a:pt x="42924" y="471"/>
                    <a:pt x="42924" y="0"/>
                    <a:pt x="42603" y="0"/>
                  </a:cubicBezTo>
                  <a:cubicBezTo>
                    <a:pt x="35556" y="104"/>
                    <a:pt x="28509" y="156"/>
                    <a:pt x="21462" y="156"/>
                  </a:cubicBezTo>
                  <a:cubicBezTo>
                    <a:pt x="14415" y="156"/>
                    <a:pt x="7368" y="104"/>
                    <a:pt x="3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3" name="Google Shape;923;p30"/>
          <p:cNvGrpSpPr/>
          <p:nvPr/>
        </p:nvGrpSpPr>
        <p:grpSpPr>
          <a:xfrm>
            <a:off x="7750370" y="2131060"/>
            <a:ext cx="1283791" cy="2585071"/>
            <a:chOff x="12885948" y="5542183"/>
            <a:chExt cx="1372158" cy="2763009"/>
          </a:xfrm>
        </p:grpSpPr>
        <p:sp>
          <p:nvSpPr>
            <p:cNvPr id="924" name="Google Shape;924;p30"/>
            <p:cNvSpPr/>
            <p:nvPr/>
          </p:nvSpPr>
          <p:spPr>
            <a:xfrm>
              <a:off x="13488128" y="6073757"/>
              <a:ext cx="147659" cy="1294464"/>
            </a:xfrm>
            <a:custGeom>
              <a:avLst/>
              <a:gdLst/>
              <a:ahLst/>
              <a:cxnLst/>
              <a:rect l="l" t="t" r="r" b="b"/>
              <a:pathLst>
                <a:path w="4605" h="40370" extrusionOk="0">
                  <a:moveTo>
                    <a:pt x="1494" y="0"/>
                  </a:moveTo>
                  <a:cubicBezTo>
                    <a:pt x="1275" y="0"/>
                    <a:pt x="1022" y="210"/>
                    <a:pt x="1081" y="494"/>
                  </a:cubicBezTo>
                  <a:cubicBezTo>
                    <a:pt x="3870" y="13609"/>
                    <a:pt x="2023" y="26836"/>
                    <a:pt x="44" y="39932"/>
                  </a:cubicBezTo>
                  <a:cubicBezTo>
                    <a:pt x="1" y="40204"/>
                    <a:pt x="228" y="40369"/>
                    <a:pt x="438" y="40369"/>
                  </a:cubicBezTo>
                  <a:cubicBezTo>
                    <a:pt x="592" y="40369"/>
                    <a:pt x="737" y="40281"/>
                    <a:pt x="761" y="40083"/>
                  </a:cubicBezTo>
                  <a:lnTo>
                    <a:pt x="779" y="40083"/>
                  </a:lnTo>
                  <a:cubicBezTo>
                    <a:pt x="2796" y="26855"/>
                    <a:pt x="4604" y="13514"/>
                    <a:pt x="1778" y="249"/>
                  </a:cubicBezTo>
                  <a:cubicBezTo>
                    <a:pt x="1743" y="74"/>
                    <a:pt x="1625" y="0"/>
                    <a:pt x="1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13581181" y="6289715"/>
              <a:ext cx="518267" cy="1083348"/>
            </a:xfrm>
            <a:custGeom>
              <a:avLst/>
              <a:gdLst/>
              <a:ahLst/>
              <a:cxnLst/>
              <a:rect l="l" t="t" r="r" b="b"/>
              <a:pathLst>
                <a:path w="16163" h="33786" extrusionOk="0">
                  <a:moveTo>
                    <a:pt x="15649" y="0"/>
                  </a:moveTo>
                  <a:cubicBezTo>
                    <a:pt x="15565" y="0"/>
                    <a:pt x="15478" y="33"/>
                    <a:pt x="15401" y="109"/>
                  </a:cubicBezTo>
                  <a:cubicBezTo>
                    <a:pt x="6997" y="9361"/>
                    <a:pt x="1646" y="20968"/>
                    <a:pt x="44" y="33348"/>
                  </a:cubicBezTo>
                  <a:cubicBezTo>
                    <a:pt x="1" y="33620"/>
                    <a:pt x="228" y="33785"/>
                    <a:pt x="438" y="33785"/>
                  </a:cubicBezTo>
                  <a:cubicBezTo>
                    <a:pt x="592" y="33785"/>
                    <a:pt x="736" y="33697"/>
                    <a:pt x="760" y="33498"/>
                  </a:cubicBezTo>
                  <a:lnTo>
                    <a:pt x="760" y="33479"/>
                  </a:lnTo>
                  <a:cubicBezTo>
                    <a:pt x="2343" y="21232"/>
                    <a:pt x="7638" y="9757"/>
                    <a:pt x="15948" y="618"/>
                  </a:cubicBezTo>
                  <a:cubicBezTo>
                    <a:pt x="16163" y="331"/>
                    <a:pt x="15919" y="0"/>
                    <a:pt x="156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13362049" y="6001386"/>
              <a:ext cx="195180" cy="204831"/>
            </a:xfrm>
            <a:custGeom>
              <a:avLst/>
              <a:gdLst/>
              <a:ahLst/>
              <a:cxnLst/>
              <a:rect l="l" t="t" r="r" b="b"/>
              <a:pathLst>
                <a:path w="6087" h="6388" extrusionOk="0">
                  <a:moveTo>
                    <a:pt x="1" y="0"/>
                  </a:moveTo>
                  <a:cubicBezTo>
                    <a:pt x="1" y="396"/>
                    <a:pt x="20" y="3128"/>
                    <a:pt x="2243" y="4975"/>
                  </a:cubicBezTo>
                  <a:cubicBezTo>
                    <a:pt x="3336" y="5860"/>
                    <a:pt x="4693" y="6350"/>
                    <a:pt x="6087" y="638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13975901" y="6417654"/>
              <a:ext cx="282204" cy="69709"/>
            </a:xfrm>
            <a:custGeom>
              <a:avLst/>
              <a:gdLst/>
              <a:ahLst/>
              <a:cxnLst/>
              <a:rect l="l" t="t" r="r" b="b"/>
              <a:pathLst>
                <a:path w="8801" h="2174" extrusionOk="0">
                  <a:moveTo>
                    <a:pt x="1" y="1"/>
                  </a:moveTo>
                  <a:cubicBezTo>
                    <a:pt x="256" y="274"/>
                    <a:pt x="1996" y="2174"/>
                    <a:pt x="4724" y="2174"/>
                  </a:cubicBezTo>
                  <a:cubicBezTo>
                    <a:pt x="4813" y="2174"/>
                    <a:pt x="4903" y="2172"/>
                    <a:pt x="4994" y="2168"/>
                  </a:cubicBezTo>
                  <a:cubicBezTo>
                    <a:pt x="6407" y="2092"/>
                    <a:pt x="7745" y="1565"/>
                    <a:pt x="8800" y="64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14003702" y="6156036"/>
              <a:ext cx="192166" cy="224134"/>
            </a:xfrm>
            <a:custGeom>
              <a:avLst/>
              <a:gdLst/>
              <a:ahLst/>
              <a:cxnLst/>
              <a:rect l="l" t="t" r="r" b="b"/>
              <a:pathLst>
                <a:path w="5993" h="6990" extrusionOk="0">
                  <a:moveTo>
                    <a:pt x="5861" y="1"/>
                  </a:moveTo>
                  <a:lnTo>
                    <a:pt x="5861" y="1"/>
                  </a:lnTo>
                  <a:cubicBezTo>
                    <a:pt x="1037" y="4843"/>
                    <a:pt x="1" y="6483"/>
                    <a:pt x="302" y="6878"/>
                  </a:cubicBezTo>
                  <a:cubicBezTo>
                    <a:pt x="362" y="6953"/>
                    <a:pt x="482" y="6990"/>
                    <a:pt x="648" y="6990"/>
                  </a:cubicBezTo>
                  <a:cubicBezTo>
                    <a:pt x="1533" y="6990"/>
                    <a:pt x="3716" y="5947"/>
                    <a:pt x="4937" y="3996"/>
                  </a:cubicBezTo>
                  <a:cubicBezTo>
                    <a:pt x="5672" y="2808"/>
                    <a:pt x="5993" y="1395"/>
                    <a:pt x="58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13932421" y="6469022"/>
              <a:ext cx="260432" cy="126272"/>
            </a:xfrm>
            <a:custGeom>
              <a:avLst/>
              <a:gdLst/>
              <a:ahLst/>
              <a:cxnLst/>
              <a:rect l="l" t="t" r="r" b="b"/>
              <a:pathLst>
                <a:path w="8122" h="3938" extrusionOk="0">
                  <a:moveTo>
                    <a:pt x="0" y="0"/>
                  </a:moveTo>
                  <a:cubicBezTo>
                    <a:pt x="151" y="358"/>
                    <a:pt x="1244" y="2846"/>
                    <a:pt x="4014" y="3694"/>
                  </a:cubicBezTo>
                  <a:cubicBezTo>
                    <a:pt x="4598" y="3856"/>
                    <a:pt x="5196" y="3938"/>
                    <a:pt x="5794" y="3938"/>
                  </a:cubicBezTo>
                  <a:cubicBezTo>
                    <a:pt x="6583" y="3938"/>
                    <a:pt x="7371" y="3795"/>
                    <a:pt x="8121" y="350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13888300" y="6565089"/>
              <a:ext cx="259855" cy="126721"/>
            </a:xfrm>
            <a:custGeom>
              <a:avLst/>
              <a:gdLst/>
              <a:ahLst/>
              <a:cxnLst/>
              <a:rect l="l" t="t" r="r" b="b"/>
              <a:pathLst>
                <a:path w="8104" h="3952" extrusionOk="0">
                  <a:moveTo>
                    <a:pt x="1" y="0"/>
                  </a:moveTo>
                  <a:lnTo>
                    <a:pt x="1" y="0"/>
                  </a:lnTo>
                  <a:cubicBezTo>
                    <a:pt x="151" y="358"/>
                    <a:pt x="1244" y="2864"/>
                    <a:pt x="4014" y="3693"/>
                  </a:cubicBezTo>
                  <a:cubicBezTo>
                    <a:pt x="4594" y="3865"/>
                    <a:pt x="5196" y="3952"/>
                    <a:pt x="5797" y="3952"/>
                  </a:cubicBezTo>
                  <a:cubicBezTo>
                    <a:pt x="6582" y="3952"/>
                    <a:pt x="7367" y="3804"/>
                    <a:pt x="8103" y="350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13816410" y="6694375"/>
              <a:ext cx="273739" cy="98856"/>
            </a:xfrm>
            <a:custGeom>
              <a:avLst/>
              <a:gdLst/>
              <a:ahLst/>
              <a:cxnLst/>
              <a:rect l="l" t="t" r="r" b="b"/>
              <a:pathLst>
                <a:path w="8537" h="3083" extrusionOk="0">
                  <a:moveTo>
                    <a:pt x="0" y="1"/>
                  </a:moveTo>
                  <a:lnTo>
                    <a:pt x="0" y="1"/>
                  </a:lnTo>
                  <a:cubicBezTo>
                    <a:pt x="189" y="340"/>
                    <a:pt x="1659" y="2639"/>
                    <a:pt x="4523" y="3034"/>
                  </a:cubicBezTo>
                  <a:cubicBezTo>
                    <a:pt x="4785" y="3066"/>
                    <a:pt x="5048" y="3082"/>
                    <a:pt x="5311" y="3082"/>
                  </a:cubicBezTo>
                  <a:cubicBezTo>
                    <a:pt x="6442" y="3082"/>
                    <a:pt x="7557" y="2786"/>
                    <a:pt x="8536" y="220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13764433" y="6781977"/>
              <a:ext cx="274348" cy="98856"/>
            </a:xfrm>
            <a:custGeom>
              <a:avLst/>
              <a:gdLst/>
              <a:ahLst/>
              <a:cxnLst/>
              <a:rect l="l" t="t" r="r" b="b"/>
              <a:pathLst>
                <a:path w="8556" h="3083" extrusionOk="0">
                  <a:moveTo>
                    <a:pt x="1" y="1"/>
                  </a:moveTo>
                  <a:cubicBezTo>
                    <a:pt x="208" y="340"/>
                    <a:pt x="1678" y="2639"/>
                    <a:pt x="4542" y="3034"/>
                  </a:cubicBezTo>
                  <a:cubicBezTo>
                    <a:pt x="4805" y="3066"/>
                    <a:pt x="5068" y="3082"/>
                    <a:pt x="5330" y="3082"/>
                  </a:cubicBezTo>
                  <a:cubicBezTo>
                    <a:pt x="6461" y="3082"/>
                    <a:pt x="7577" y="2787"/>
                    <a:pt x="8556" y="220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13722139" y="6898597"/>
              <a:ext cx="274348" cy="98824"/>
            </a:xfrm>
            <a:custGeom>
              <a:avLst/>
              <a:gdLst/>
              <a:ahLst/>
              <a:cxnLst/>
              <a:rect l="l" t="t" r="r" b="b"/>
              <a:pathLst>
                <a:path w="8556" h="3082" extrusionOk="0">
                  <a:moveTo>
                    <a:pt x="1" y="0"/>
                  </a:moveTo>
                  <a:lnTo>
                    <a:pt x="1" y="0"/>
                  </a:lnTo>
                  <a:cubicBezTo>
                    <a:pt x="208" y="340"/>
                    <a:pt x="1659" y="2638"/>
                    <a:pt x="4523" y="3034"/>
                  </a:cubicBezTo>
                  <a:cubicBezTo>
                    <a:pt x="4786" y="3066"/>
                    <a:pt x="5049" y="3082"/>
                    <a:pt x="5313" y="3082"/>
                  </a:cubicBezTo>
                  <a:cubicBezTo>
                    <a:pt x="6449" y="3082"/>
                    <a:pt x="7577" y="2786"/>
                    <a:pt x="8556" y="220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13693761" y="6972924"/>
              <a:ext cx="273739" cy="98440"/>
            </a:xfrm>
            <a:custGeom>
              <a:avLst/>
              <a:gdLst/>
              <a:ahLst/>
              <a:cxnLst/>
              <a:rect l="l" t="t" r="r" b="b"/>
              <a:pathLst>
                <a:path w="8537" h="3070" extrusionOk="0">
                  <a:moveTo>
                    <a:pt x="0" y="0"/>
                  </a:moveTo>
                  <a:cubicBezTo>
                    <a:pt x="189" y="320"/>
                    <a:pt x="1659" y="2619"/>
                    <a:pt x="4523" y="3015"/>
                  </a:cubicBezTo>
                  <a:cubicBezTo>
                    <a:pt x="4796" y="3052"/>
                    <a:pt x="5070" y="3070"/>
                    <a:pt x="5343" y="3070"/>
                  </a:cubicBezTo>
                  <a:cubicBezTo>
                    <a:pt x="6463" y="3070"/>
                    <a:pt x="7567" y="2765"/>
                    <a:pt x="8536" y="220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13670803" y="7082875"/>
              <a:ext cx="274316" cy="99049"/>
            </a:xfrm>
            <a:custGeom>
              <a:avLst/>
              <a:gdLst/>
              <a:ahLst/>
              <a:cxnLst/>
              <a:rect l="l" t="t" r="r" b="b"/>
              <a:pathLst>
                <a:path w="8555" h="3089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340"/>
                    <a:pt x="1677" y="2638"/>
                    <a:pt x="4523" y="3034"/>
                  </a:cubicBezTo>
                  <a:cubicBezTo>
                    <a:pt x="4795" y="3071"/>
                    <a:pt x="5068" y="3089"/>
                    <a:pt x="5342" y="3089"/>
                  </a:cubicBezTo>
                  <a:cubicBezTo>
                    <a:pt x="6468" y="3089"/>
                    <a:pt x="7584" y="2781"/>
                    <a:pt x="8555" y="220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13322192" y="6142152"/>
              <a:ext cx="245939" cy="142882"/>
            </a:xfrm>
            <a:custGeom>
              <a:avLst/>
              <a:gdLst/>
              <a:ahLst/>
              <a:cxnLst/>
              <a:rect l="l" t="t" r="r" b="b"/>
              <a:pathLst>
                <a:path w="7670" h="4456" extrusionOk="0">
                  <a:moveTo>
                    <a:pt x="0" y="1"/>
                  </a:moveTo>
                  <a:cubicBezTo>
                    <a:pt x="773" y="1659"/>
                    <a:pt x="2092" y="2978"/>
                    <a:pt x="3731" y="3769"/>
                  </a:cubicBezTo>
                  <a:cubicBezTo>
                    <a:pt x="4723" y="4220"/>
                    <a:pt x="5788" y="4455"/>
                    <a:pt x="6857" y="4455"/>
                  </a:cubicBezTo>
                  <a:cubicBezTo>
                    <a:pt x="7128" y="4455"/>
                    <a:pt x="7399" y="4440"/>
                    <a:pt x="7669" y="441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13330048" y="6271438"/>
              <a:ext cx="244720" cy="81830"/>
            </a:xfrm>
            <a:custGeom>
              <a:avLst/>
              <a:gdLst/>
              <a:ahLst/>
              <a:cxnLst/>
              <a:rect l="l" t="t" r="r" b="b"/>
              <a:pathLst>
                <a:path w="7632" h="2552" extrusionOk="0">
                  <a:moveTo>
                    <a:pt x="0" y="1"/>
                  </a:moveTo>
                  <a:lnTo>
                    <a:pt x="0" y="1"/>
                  </a:lnTo>
                  <a:cubicBezTo>
                    <a:pt x="1206" y="1094"/>
                    <a:pt x="2638" y="1885"/>
                    <a:pt x="4221" y="2281"/>
                  </a:cubicBezTo>
                  <a:cubicBezTo>
                    <a:pt x="4974" y="2459"/>
                    <a:pt x="5752" y="2552"/>
                    <a:pt x="6527" y="2552"/>
                  </a:cubicBezTo>
                  <a:cubicBezTo>
                    <a:pt x="6897" y="2552"/>
                    <a:pt x="7266" y="2531"/>
                    <a:pt x="7631" y="248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0"/>
            <p:cNvSpPr/>
            <p:nvPr/>
          </p:nvSpPr>
          <p:spPr>
            <a:xfrm>
              <a:off x="13307057" y="6337908"/>
              <a:ext cx="273130" cy="101229"/>
            </a:xfrm>
            <a:custGeom>
              <a:avLst/>
              <a:gdLst/>
              <a:ahLst/>
              <a:cxnLst/>
              <a:rect l="l" t="t" r="r" b="b"/>
              <a:pathLst>
                <a:path w="8518" h="3157" extrusionOk="0">
                  <a:moveTo>
                    <a:pt x="1" y="1"/>
                  </a:moveTo>
                  <a:lnTo>
                    <a:pt x="1" y="1"/>
                  </a:lnTo>
                  <a:cubicBezTo>
                    <a:pt x="2007" y="2024"/>
                    <a:pt x="4708" y="3157"/>
                    <a:pt x="7522" y="3157"/>
                  </a:cubicBezTo>
                  <a:cubicBezTo>
                    <a:pt x="7853" y="3157"/>
                    <a:pt x="8185" y="3141"/>
                    <a:pt x="8518" y="31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0"/>
            <p:cNvSpPr/>
            <p:nvPr/>
          </p:nvSpPr>
          <p:spPr>
            <a:xfrm>
              <a:off x="13317350" y="6440613"/>
              <a:ext cx="261041" cy="103153"/>
            </a:xfrm>
            <a:custGeom>
              <a:avLst/>
              <a:gdLst/>
              <a:ahLst/>
              <a:cxnLst/>
              <a:rect l="l" t="t" r="r" b="b"/>
              <a:pathLst>
                <a:path w="8141" h="3217" extrusionOk="0">
                  <a:moveTo>
                    <a:pt x="0" y="1"/>
                  </a:moveTo>
                  <a:cubicBezTo>
                    <a:pt x="584" y="1131"/>
                    <a:pt x="1527" y="2055"/>
                    <a:pt x="2657" y="2620"/>
                  </a:cubicBezTo>
                  <a:cubicBezTo>
                    <a:pt x="3540" y="3065"/>
                    <a:pt x="4424" y="3216"/>
                    <a:pt x="5216" y="3216"/>
                  </a:cubicBezTo>
                  <a:cubicBezTo>
                    <a:pt x="6740" y="3216"/>
                    <a:pt x="7930" y="2656"/>
                    <a:pt x="8140" y="254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0"/>
            <p:cNvSpPr/>
            <p:nvPr/>
          </p:nvSpPr>
          <p:spPr>
            <a:xfrm>
              <a:off x="13317350" y="6555405"/>
              <a:ext cx="271302" cy="73044"/>
            </a:xfrm>
            <a:custGeom>
              <a:avLst/>
              <a:gdLst/>
              <a:ahLst/>
              <a:cxnLst/>
              <a:rect l="l" t="t" r="r" b="b"/>
              <a:pathLst>
                <a:path w="8461" h="2278" extrusionOk="0">
                  <a:moveTo>
                    <a:pt x="0" y="1"/>
                  </a:moveTo>
                  <a:lnTo>
                    <a:pt x="0" y="1"/>
                  </a:lnTo>
                  <a:cubicBezTo>
                    <a:pt x="792" y="1000"/>
                    <a:pt x="1866" y="1734"/>
                    <a:pt x="3091" y="2074"/>
                  </a:cubicBezTo>
                  <a:cubicBezTo>
                    <a:pt x="3614" y="2218"/>
                    <a:pt x="4120" y="2277"/>
                    <a:pt x="4597" y="2277"/>
                  </a:cubicBezTo>
                  <a:cubicBezTo>
                    <a:pt x="6679" y="2277"/>
                    <a:pt x="8231" y="1146"/>
                    <a:pt x="8461" y="96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0"/>
            <p:cNvSpPr/>
            <p:nvPr/>
          </p:nvSpPr>
          <p:spPr>
            <a:xfrm>
              <a:off x="13273838" y="6624890"/>
              <a:ext cx="308786" cy="73621"/>
            </a:xfrm>
            <a:custGeom>
              <a:avLst/>
              <a:gdLst/>
              <a:ahLst/>
              <a:cxnLst/>
              <a:rect l="l" t="t" r="r" b="b"/>
              <a:pathLst>
                <a:path w="9630" h="2296" extrusionOk="0">
                  <a:moveTo>
                    <a:pt x="1" y="1"/>
                  </a:moveTo>
                  <a:lnTo>
                    <a:pt x="1" y="1"/>
                  </a:lnTo>
                  <a:cubicBezTo>
                    <a:pt x="943" y="1037"/>
                    <a:pt x="2168" y="1772"/>
                    <a:pt x="3543" y="2092"/>
                  </a:cubicBezTo>
                  <a:cubicBezTo>
                    <a:pt x="4134" y="2236"/>
                    <a:pt x="4704" y="2296"/>
                    <a:pt x="5243" y="2296"/>
                  </a:cubicBezTo>
                  <a:cubicBezTo>
                    <a:pt x="7594" y="2296"/>
                    <a:pt x="9353" y="1164"/>
                    <a:pt x="9629" y="98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0"/>
            <p:cNvSpPr/>
            <p:nvPr/>
          </p:nvSpPr>
          <p:spPr>
            <a:xfrm>
              <a:off x="13276852" y="6719161"/>
              <a:ext cx="308786" cy="73012"/>
            </a:xfrm>
            <a:custGeom>
              <a:avLst/>
              <a:gdLst/>
              <a:ahLst/>
              <a:cxnLst/>
              <a:rect l="l" t="t" r="r" b="b"/>
              <a:pathLst>
                <a:path w="9630" h="2277" extrusionOk="0">
                  <a:moveTo>
                    <a:pt x="1" y="0"/>
                  </a:moveTo>
                  <a:lnTo>
                    <a:pt x="1" y="0"/>
                  </a:lnTo>
                  <a:cubicBezTo>
                    <a:pt x="943" y="1037"/>
                    <a:pt x="2168" y="1753"/>
                    <a:pt x="3524" y="2073"/>
                  </a:cubicBezTo>
                  <a:cubicBezTo>
                    <a:pt x="4119" y="2217"/>
                    <a:pt x="4693" y="2277"/>
                    <a:pt x="5235" y="2277"/>
                  </a:cubicBezTo>
                  <a:cubicBezTo>
                    <a:pt x="7595" y="2277"/>
                    <a:pt x="9354" y="1149"/>
                    <a:pt x="9629" y="98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13256940" y="6817024"/>
              <a:ext cx="308754" cy="73044"/>
            </a:xfrm>
            <a:custGeom>
              <a:avLst/>
              <a:gdLst/>
              <a:ahLst/>
              <a:cxnLst/>
              <a:rect l="l" t="t" r="r" b="b"/>
              <a:pathLst>
                <a:path w="9629" h="2278" extrusionOk="0">
                  <a:moveTo>
                    <a:pt x="0" y="1"/>
                  </a:moveTo>
                  <a:lnTo>
                    <a:pt x="0" y="1"/>
                  </a:lnTo>
                  <a:cubicBezTo>
                    <a:pt x="942" y="1037"/>
                    <a:pt x="2167" y="1753"/>
                    <a:pt x="3524" y="2073"/>
                  </a:cubicBezTo>
                  <a:cubicBezTo>
                    <a:pt x="4118" y="2218"/>
                    <a:pt x="4691" y="2277"/>
                    <a:pt x="5232" y="2277"/>
                  </a:cubicBezTo>
                  <a:cubicBezTo>
                    <a:pt x="7593" y="2277"/>
                    <a:pt x="9353" y="1146"/>
                    <a:pt x="9629" y="96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13257517" y="6904048"/>
              <a:ext cx="308786" cy="73012"/>
            </a:xfrm>
            <a:custGeom>
              <a:avLst/>
              <a:gdLst/>
              <a:ahLst/>
              <a:cxnLst/>
              <a:rect l="l" t="t" r="r" b="b"/>
              <a:pathLst>
                <a:path w="9630" h="2277" extrusionOk="0">
                  <a:moveTo>
                    <a:pt x="1" y="0"/>
                  </a:moveTo>
                  <a:cubicBezTo>
                    <a:pt x="943" y="1018"/>
                    <a:pt x="2168" y="1752"/>
                    <a:pt x="3543" y="2073"/>
                  </a:cubicBezTo>
                  <a:cubicBezTo>
                    <a:pt x="4134" y="2217"/>
                    <a:pt x="4704" y="2276"/>
                    <a:pt x="5243" y="2276"/>
                  </a:cubicBezTo>
                  <a:cubicBezTo>
                    <a:pt x="7594" y="2276"/>
                    <a:pt x="9354" y="1145"/>
                    <a:pt x="9630" y="96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13244242" y="6986199"/>
              <a:ext cx="308754" cy="73589"/>
            </a:xfrm>
            <a:custGeom>
              <a:avLst/>
              <a:gdLst/>
              <a:ahLst/>
              <a:cxnLst/>
              <a:rect l="l" t="t" r="r" b="b"/>
              <a:pathLst>
                <a:path w="9629" h="2295" extrusionOk="0">
                  <a:moveTo>
                    <a:pt x="0" y="1"/>
                  </a:moveTo>
                  <a:lnTo>
                    <a:pt x="0" y="1"/>
                  </a:lnTo>
                  <a:cubicBezTo>
                    <a:pt x="942" y="1037"/>
                    <a:pt x="2167" y="1753"/>
                    <a:pt x="3524" y="2092"/>
                  </a:cubicBezTo>
                  <a:cubicBezTo>
                    <a:pt x="4113" y="2235"/>
                    <a:pt x="4682" y="2294"/>
                    <a:pt x="5220" y="2294"/>
                  </a:cubicBezTo>
                  <a:cubicBezTo>
                    <a:pt x="7587" y="2294"/>
                    <a:pt x="9353" y="1149"/>
                    <a:pt x="9629" y="9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0"/>
            <p:cNvSpPr/>
            <p:nvPr/>
          </p:nvSpPr>
          <p:spPr>
            <a:xfrm>
              <a:off x="13477451" y="5798960"/>
              <a:ext cx="97317" cy="338991"/>
            </a:xfrm>
            <a:custGeom>
              <a:avLst/>
              <a:gdLst/>
              <a:ahLst/>
              <a:cxnLst/>
              <a:rect l="l" t="t" r="r" b="b"/>
              <a:pathLst>
                <a:path w="3035" h="10572" extrusionOk="0">
                  <a:moveTo>
                    <a:pt x="3034" y="1"/>
                  </a:moveTo>
                  <a:lnTo>
                    <a:pt x="3034" y="1"/>
                  </a:lnTo>
                  <a:cubicBezTo>
                    <a:pt x="2262" y="830"/>
                    <a:pt x="1678" y="1829"/>
                    <a:pt x="1301" y="2903"/>
                  </a:cubicBezTo>
                  <a:cubicBezTo>
                    <a:pt x="1" y="6558"/>
                    <a:pt x="1734" y="9856"/>
                    <a:pt x="2111" y="10572"/>
                  </a:cubicBezTo>
                  <a:lnTo>
                    <a:pt x="30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0"/>
            <p:cNvSpPr/>
            <p:nvPr/>
          </p:nvSpPr>
          <p:spPr>
            <a:xfrm>
              <a:off x="13769274" y="5690227"/>
              <a:ext cx="95490" cy="267679"/>
            </a:xfrm>
            <a:custGeom>
              <a:avLst/>
              <a:gdLst/>
              <a:ahLst/>
              <a:cxnLst/>
              <a:rect l="l" t="t" r="r" b="b"/>
              <a:pathLst>
                <a:path w="2978" h="8348" extrusionOk="0">
                  <a:moveTo>
                    <a:pt x="2168" y="0"/>
                  </a:moveTo>
                  <a:cubicBezTo>
                    <a:pt x="566" y="1658"/>
                    <a:pt x="1" y="3957"/>
                    <a:pt x="754" y="5841"/>
                  </a:cubicBezTo>
                  <a:cubicBezTo>
                    <a:pt x="1188" y="6897"/>
                    <a:pt x="1960" y="7782"/>
                    <a:pt x="2978" y="8348"/>
                  </a:cubicBezTo>
                  <a:lnTo>
                    <a:pt x="21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0"/>
            <p:cNvSpPr/>
            <p:nvPr/>
          </p:nvSpPr>
          <p:spPr>
            <a:xfrm>
              <a:off x="13665961" y="5833398"/>
              <a:ext cx="190370" cy="201208"/>
            </a:xfrm>
            <a:custGeom>
              <a:avLst/>
              <a:gdLst/>
              <a:ahLst/>
              <a:cxnLst/>
              <a:rect l="l" t="t" r="r" b="b"/>
              <a:pathLst>
                <a:path w="5937" h="6275" extrusionOk="0">
                  <a:moveTo>
                    <a:pt x="302" y="1"/>
                  </a:moveTo>
                  <a:lnTo>
                    <a:pt x="302" y="1"/>
                  </a:lnTo>
                  <a:cubicBezTo>
                    <a:pt x="1" y="2300"/>
                    <a:pt x="924" y="4485"/>
                    <a:pt x="2657" y="5541"/>
                  </a:cubicBezTo>
                  <a:cubicBezTo>
                    <a:pt x="3458" y="6033"/>
                    <a:pt x="4371" y="6274"/>
                    <a:pt x="5305" y="6274"/>
                  </a:cubicBezTo>
                  <a:cubicBezTo>
                    <a:pt x="5515" y="6274"/>
                    <a:pt x="5725" y="6262"/>
                    <a:pt x="5936" y="623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13618216" y="5942162"/>
              <a:ext cx="189761" cy="201400"/>
            </a:xfrm>
            <a:custGeom>
              <a:avLst/>
              <a:gdLst/>
              <a:ahLst/>
              <a:cxnLst/>
              <a:rect l="l" t="t" r="r" b="b"/>
              <a:pathLst>
                <a:path w="5918" h="6281" extrusionOk="0">
                  <a:moveTo>
                    <a:pt x="284" y="1"/>
                  </a:moveTo>
                  <a:lnTo>
                    <a:pt x="284" y="1"/>
                  </a:lnTo>
                  <a:cubicBezTo>
                    <a:pt x="1" y="2299"/>
                    <a:pt x="905" y="4466"/>
                    <a:pt x="2639" y="5540"/>
                  </a:cubicBezTo>
                  <a:cubicBezTo>
                    <a:pt x="3430" y="6027"/>
                    <a:pt x="4333" y="6281"/>
                    <a:pt x="5256" y="6281"/>
                  </a:cubicBezTo>
                  <a:cubicBezTo>
                    <a:pt x="5476" y="6281"/>
                    <a:pt x="5697" y="6266"/>
                    <a:pt x="5918" y="6238"/>
                  </a:cubicBezTo>
                  <a:lnTo>
                    <a:pt x="2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13595867" y="6049099"/>
              <a:ext cx="190370" cy="201432"/>
            </a:xfrm>
            <a:custGeom>
              <a:avLst/>
              <a:gdLst/>
              <a:ahLst/>
              <a:cxnLst/>
              <a:rect l="l" t="t" r="r" b="b"/>
              <a:pathLst>
                <a:path w="5937" h="6282" extrusionOk="0">
                  <a:moveTo>
                    <a:pt x="302" y="1"/>
                  </a:moveTo>
                  <a:cubicBezTo>
                    <a:pt x="1" y="2300"/>
                    <a:pt x="924" y="4485"/>
                    <a:pt x="2658" y="5559"/>
                  </a:cubicBezTo>
                  <a:cubicBezTo>
                    <a:pt x="3448" y="6031"/>
                    <a:pt x="4349" y="6281"/>
                    <a:pt x="5272" y="6281"/>
                  </a:cubicBezTo>
                  <a:cubicBezTo>
                    <a:pt x="5492" y="6281"/>
                    <a:pt x="5714" y="6267"/>
                    <a:pt x="5936" y="623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0"/>
            <p:cNvSpPr/>
            <p:nvPr/>
          </p:nvSpPr>
          <p:spPr>
            <a:xfrm>
              <a:off x="13542703" y="6154240"/>
              <a:ext cx="207877" cy="214194"/>
            </a:xfrm>
            <a:custGeom>
              <a:avLst/>
              <a:gdLst/>
              <a:ahLst/>
              <a:cxnLst/>
              <a:rect l="l" t="t" r="r" b="b"/>
              <a:pathLst>
                <a:path w="6483" h="6680" extrusionOk="0">
                  <a:moveTo>
                    <a:pt x="246" y="0"/>
                  </a:moveTo>
                  <a:cubicBezTo>
                    <a:pt x="227" y="226"/>
                    <a:pt x="1" y="3599"/>
                    <a:pt x="2601" y="5540"/>
                  </a:cubicBezTo>
                  <a:cubicBezTo>
                    <a:pt x="3641" y="6285"/>
                    <a:pt x="4872" y="6680"/>
                    <a:pt x="6147" y="6680"/>
                  </a:cubicBezTo>
                  <a:cubicBezTo>
                    <a:pt x="6259" y="6680"/>
                    <a:pt x="6370" y="6677"/>
                    <a:pt x="6483" y="6671"/>
                  </a:cubicBezTo>
                  <a:lnTo>
                    <a:pt x="2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0"/>
            <p:cNvSpPr/>
            <p:nvPr/>
          </p:nvSpPr>
          <p:spPr>
            <a:xfrm>
              <a:off x="13507047" y="6274484"/>
              <a:ext cx="207877" cy="214803"/>
            </a:xfrm>
            <a:custGeom>
              <a:avLst/>
              <a:gdLst/>
              <a:ahLst/>
              <a:cxnLst/>
              <a:rect l="l" t="t" r="r" b="b"/>
              <a:pathLst>
                <a:path w="6483" h="6699" extrusionOk="0">
                  <a:moveTo>
                    <a:pt x="246" y="0"/>
                  </a:moveTo>
                  <a:lnTo>
                    <a:pt x="246" y="0"/>
                  </a:lnTo>
                  <a:cubicBezTo>
                    <a:pt x="227" y="245"/>
                    <a:pt x="1" y="3618"/>
                    <a:pt x="2601" y="5559"/>
                  </a:cubicBezTo>
                  <a:cubicBezTo>
                    <a:pt x="3641" y="6304"/>
                    <a:pt x="4872" y="6698"/>
                    <a:pt x="6147" y="6698"/>
                  </a:cubicBezTo>
                  <a:cubicBezTo>
                    <a:pt x="6259" y="6698"/>
                    <a:pt x="6371" y="6695"/>
                    <a:pt x="6483" y="6689"/>
                  </a:cubicBezTo>
                  <a:lnTo>
                    <a:pt x="2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13484698" y="6386230"/>
              <a:ext cx="207268" cy="214226"/>
            </a:xfrm>
            <a:custGeom>
              <a:avLst/>
              <a:gdLst/>
              <a:ahLst/>
              <a:cxnLst/>
              <a:rect l="l" t="t" r="r" b="b"/>
              <a:pathLst>
                <a:path w="6464" h="6681" extrusionOk="0">
                  <a:moveTo>
                    <a:pt x="246" y="1"/>
                  </a:moveTo>
                  <a:lnTo>
                    <a:pt x="246" y="1"/>
                  </a:lnTo>
                  <a:cubicBezTo>
                    <a:pt x="227" y="227"/>
                    <a:pt x="1" y="3600"/>
                    <a:pt x="2601" y="5541"/>
                  </a:cubicBezTo>
                  <a:cubicBezTo>
                    <a:pt x="3623" y="6286"/>
                    <a:pt x="4869" y="6680"/>
                    <a:pt x="6132" y="6680"/>
                  </a:cubicBezTo>
                  <a:cubicBezTo>
                    <a:pt x="6243" y="6680"/>
                    <a:pt x="6353" y="6677"/>
                    <a:pt x="6464" y="6671"/>
                  </a:cubicBezTo>
                  <a:lnTo>
                    <a:pt x="2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13463567" y="6481111"/>
              <a:ext cx="207877" cy="214803"/>
            </a:xfrm>
            <a:custGeom>
              <a:avLst/>
              <a:gdLst/>
              <a:ahLst/>
              <a:cxnLst/>
              <a:rect l="l" t="t" r="r" b="b"/>
              <a:pathLst>
                <a:path w="6483" h="6699" extrusionOk="0">
                  <a:moveTo>
                    <a:pt x="264" y="0"/>
                  </a:moveTo>
                  <a:lnTo>
                    <a:pt x="264" y="0"/>
                  </a:lnTo>
                  <a:cubicBezTo>
                    <a:pt x="226" y="245"/>
                    <a:pt x="0" y="3618"/>
                    <a:pt x="2619" y="5559"/>
                  </a:cubicBezTo>
                  <a:cubicBezTo>
                    <a:pt x="3642" y="6304"/>
                    <a:pt x="4887" y="6698"/>
                    <a:pt x="6151" y="6698"/>
                  </a:cubicBezTo>
                  <a:cubicBezTo>
                    <a:pt x="6261" y="6698"/>
                    <a:pt x="6372" y="6695"/>
                    <a:pt x="6482" y="6689"/>
                  </a:cubicBezTo>
                  <a:lnTo>
                    <a:pt x="2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0"/>
            <p:cNvSpPr/>
            <p:nvPr/>
          </p:nvSpPr>
          <p:spPr>
            <a:xfrm>
              <a:off x="13891314" y="5542183"/>
              <a:ext cx="164974" cy="280986"/>
            </a:xfrm>
            <a:custGeom>
              <a:avLst/>
              <a:gdLst/>
              <a:ahLst/>
              <a:cxnLst/>
              <a:rect l="l" t="t" r="r" b="b"/>
              <a:pathLst>
                <a:path w="5145" h="8763" extrusionOk="0">
                  <a:moveTo>
                    <a:pt x="5145" y="1"/>
                  </a:moveTo>
                  <a:lnTo>
                    <a:pt x="5145" y="1"/>
                  </a:lnTo>
                  <a:cubicBezTo>
                    <a:pt x="4429" y="114"/>
                    <a:pt x="3751" y="378"/>
                    <a:pt x="3148" y="755"/>
                  </a:cubicBezTo>
                  <a:cubicBezTo>
                    <a:pt x="962" y="2187"/>
                    <a:pt x="1" y="5314"/>
                    <a:pt x="491" y="8763"/>
                  </a:cubicBezTo>
                  <a:lnTo>
                    <a:pt x="51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0"/>
            <p:cNvSpPr/>
            <p:nvPr/>
          </p:nvSpPr>
          <p:spPr>
            <a:xfrm>
              <a:off x="13876820" y="5764522"/>
              <a:ext cx="220575" cy="178538"/>
            </a:xfrm>
            <a:custGeom>
              <a:avLst/>
              <a:gdLst/>
              <a:ahLst/>
              <a:cxnLst/>
              <a:rect l="l" t="t" r="r" b="b"/>
              <a:pathLst>
                <a:path w="6879" h="5568" extrusionOk="0">
                  <a:moveTo>
                    <a:pt x="6803" y="1"/>
                  </a:moveTo>
                  <a:lnTo>
                    <a:pt x="1" y="5390"/>
                  </a:lnTo>
                  <a:cubicBezTo>
                    <a:pt x="487" y="5509"/>
                    <a:pt x="975" y="5567"/>
                    <a:pt x="1456" y="5567"/>
                  </a:cubicBezTo>
                  <a:cubicBezTo>
                    <a:pt x="3027" y="5567"/>
                    <a:pt x="4512" y="4947"/>
                    <a:pt x="5522" y="3807"/>
                  </a:cubicBezTo>
                  <a:cubicBezTo>
                    <a:pt x="6426" y="2752"/>
                    <a:pt x="6878" y="1376"/>
                    <a:pt x="68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0"/>
            <p:cNvSpPr/>
            <p:nvPr/>
          </p:nvSpPr>
          <p:spPr>
            <a:xfrm>
              <a:off x="13827280" y="5971758"/>
              <a:ext cx="273130" cy="99209"/>
            </a:xfrm>
            <a:custGeom>
              <a:avLst/>
              <a:gdLst/>
              <a:ahLst/>
              <a:cxnLst/>
              <a:rect l="l" t="t" r="r" b="b"/>
              <a:pathLst>
                <a:path w="8518" h="3094" extrusionOk="0">
                  <a:moveTo>
                    <a:pt x="8518" y="1"/>
                  </a:moveTo>
                  <a:lnTo>
                    <a:pt x="1" y="1603"/>
                  </a:lnTo>
                  <a:cubicBezTo>
                    <a:pt x="1091" y="2576"/>
                    <a:pt x="2458" y="3093"/>
                    <a:pt x="3813" y="3093"/>
                  </a:cubicBezTo>
                  <a:cubicBezTo>
                    <a:pt x="4425" y="3093"/>
                    <a:pt x="5035" y="2988"/>
                    <a:pt x="5616" y="2771"/>
                  </a:cubicBezTo>
                  <a:cubicBezTo>
                    <a:pt x="6897" y="2243"/>
                    <a:pt x="7933" y="1263"/>
                    <a:pt x="8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0"/>
            <p:cNvSpPr/>
            <p:nvPr/>
          </p:nvSpPr>
          <p:spPr>
            <a:xfrm>
              <a:off x="13810959" y="6075072"/>
              <a:ext cx="273739" cy="99690"/>
            </a:xfrm>
            <a:custGeom>
              <a:avLst/>
              <a:gdLst/>
              <a:ahLst/>
              <a:cxnLst/>
              <a:rect l="l" t="t" r="r" b="b"/>
              <a:pathLst>
                <a:path w="8537" h="3109" extrusionOk="0">
                  <a:moveTo>
                    <a:pt x="8537" y="1"/>
                  </a:moveTo>
                  <a:lnTo>
                    <a:pt x="1" y="1603"/>
                  </a:lnTo>
                  <a:cubicBezTo>
                    <a:pt x="1097" y="2581"/>
                    <a:pt x="2473" y="3108"/>
                    <a:pt x="3835" y="3108"/>
                  </a:cubicBezTo>
                  <a:cubicBezTo>
                    <a:pt x="4440" y="3108"/>
                    <a:pt x="5042" y="3004"/>
                    <a:pt x="5616" y="2790"/>
                  </a:cubicBezTo>
                  <a:cubicBezTo>
                    <a:pt x="6897" y="2262"/>
                    <a:pt x="7952" y="1263"/>
                    <a:pt x="8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0"/>
            <p:cNvSpPr/>
            <p:nvPr/>
          </p:nvSpPr>
          <p:spPr>
            <a:xfrm>
              <a:off x="13777740" y="6189287"/>
              <a:ext cx="273739" cy="99466"/>
            </a:xfrm>
            <a:custGeom>
              <a:avLst/>
              <a:gdLst/>
              <a:ahLst/>
              <a:cxnLst/>
              <a:rect l="l" t="t" r="r" b="b"/>
              <a:pathLst>
                <a:path w="8537" h="3102" extrusionOk="0">
                  <a:moveTo>
                    <a:pt x="8536" y="0"/>
                  </a:moveTo>
                  <a:lnTo>
                    <a:pt x="0" y="1602"/>
                  </a:lnTo>
                  <a:cubicBezTo>
                    <a:pt x="1103" y="2575"/>
                    <a:pt x="2473" y="3101"/>
                    <a:pt x="3823" y="3101"/>
                  </a:cubicBezTo>
                  <a:cubicBezTo>
                    <a:pt x="4434" y="3101"/>
                    <a:pt x="5040" y="2993"/>
                    <a:pt x="5616" y="2770"/>
                  </a:cubicBezTo>
                  <a:cubicBezTo>
                    <a:pt x="6916" y="2261"/>
                    <a:pt x="7952" y="1263"/>
                    <a:pt x="8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0"/>
            <p:cNvSpPr/>
            <p:nvPr/>
          </p:nvSpPr>
          <p:spPr>
            <a:xfrm>
              <a:off x="13739678" y="6319182"/>
              <a:ext cx="273739" cy="99049"/>
            </a:xfrm>
            <a:custGeom>
              <a:avLst/>
              <a:gdLst/>
              <a:ahLst/>
              <a:cxnLst/>
              <a:rect l="l" t="t" r="r" b="b"/>
              <a:pathLst>
                <a:path w="8537" h="3089" extrusionOk="0">
                  <a:moveTo>
                    <a:pt x="8536" y="0"/>
                  </a:moveTo>
                  <a:lnTo>
                    <a:pt x="0" y="1583"/>
                  </a:lnTo>
                  <a:cubicBezTo>
                    <a:pt x="1096" y="2562"/>
                    <a:pt x="2473" y="3089"/>
                    <a:pt x="3835" y="3089"/>
                  </a:cubicBezTo>
                  <a:cubicBezTo>
                    <a:pt x="4440" y="3089"/>
                    <a:pt x="5042" y="2985"/>
                    <a:pt x="5616" y="2770"/>
                  </a:cubicBezTo>
                  <a:cubicBezTo>
                    <a:pt x="6897" y="2243"/>
                    <a:pt x="7952" y="1263"/>
                    <a:pt x="8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0"/>
            <p:cNvSpPr/>
            <p:nvPr/>
          </p:nvSpPr>
          <p:spPr>
            <a:xfrm>
              <a:off x="13716720" y="6430352"/>
              <a:ext cx="273739" cy="98792"/>
            </a:xfrm>
            <a:custGeom>
              <a:avLst/>
              <a:gdLst/>
              <a:ahLst/>
              <a:cxnLst/>
              <a:rect l="l" t="t" r="r" b="b"/>
              <a:pathLst>
                <a:path w="8537" h="3081" extrusionOk="0">
                  <a:moveTo>
                    <a:pt x="8536" y="0"/>
                  </a:moveTo>
                  <a:lnTo>
                    <a:pt x="0" y="1583"/>
                  </a:lnTo>
                  <a:cubicBezTo>
                    <a:pt x="1110" y="2562"/>
                    <a:pt x="2491" y="3080"/>
                    <a:pt x="3849" y="3080"/>
                  </a:cubicBezTo>
                  <a:cubicBezTo>
                    <a:pt x="4451" y="3080"/>
                    <a:pt x="5048" y="2979"/>
                    <a:pt x="5616" y="2770"/>
                  </a:cubicBezTo>
                  <a:cubicBezTo>
                    <a:pt x="6916" y="2243"/>
                    <a:pt x="7952" y="1244"/>
                    <a:pt x="8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0"/>
            <p:cNvSpPr/>
            <p:nvPr/>
          </p:nvSpPr>
          <p:spPr>
            <a:xfrm>
              <a:off x="13677440" y="6539116"/>
              <a:ext cx="273739" cy="99658"/>
            </a:xfrm>
            <a:custGeom>
              <a:avLst/>
              <a:gdLst/>
              <a:ahLst/>
              <a:cxnLst/>
              <a:rect l="l" t="t" r="r" b="b"/>
              <a:pathLst>
                <a:path w="8537" h="3108" extrusionOk="0">
                  <a:moveTo>
                    <a:pt x="8536" y="0"/>
                  </a:moveTo>
                  <a:lnTo>
                    <a:pt x="1" y="1602"/>
                  </a:lnTo>
                  <a:cubicBezTo>
                    <a:pt x="1097" y="2580"/>
                    <a:pt x="2473" y="3107"/>
                    <a:pt x="3835" y="3107"/>
                  </a:cubicBezTo>
                  <a:cubicBezTo>
                    <a:pt x="4440" y="3107"/>
                    <a:pt x="5042" y="3003"/>
                    <a:pt x="5616" y="2789"/>
                  </a:cubicBezTo>
                  <a:cubicBezTo>
                    <a:pt x="6897" y="2261"/>
                    <a:pt x="7952" y="1263"/>
                    <a:pt x="8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0"/>
            <p:cNvSpPr/>
            <p:nvPr/>
          </p:nvSpPr>
          <p:spPr>
            <a:xfrm>
              <a:off x="13655700" y="6644835"/>
              <a:ext cx="273707" cy="99209"/>
            </a:xfrm>
            <a:custGeom>
              <a:avLst/>
              <a:gdLst/>
              <a:ahLst/>
              <a:cxnLst/>
              <a:rect l="l" t="t" r="r" b="b"/>
              <a:pathLst>
                <a:path w="8536" h="3094" extrusionOk="0">
                  <a:moveTo>
                    <a:pt x="8536" y="1"/>
                  </a:moveTo>
                  <a:lnTo>
                    <a:pt x="0" y="1602"/>
                  </a:lnTo>
                  <a:cubicBezTo>
                    <a:pt x="1090" y="2576"/>
                    <a:pt x="2458" y="3093"/>
                    <a:pt x="3813" y="3093"/>
                  </a:cubicBezTo>
                  <a:cubicBezTo>
                    <a:pt x="4425" y="3093"/>
                    <a:pt x="5035" y="2987"/>
                    <a:pt x="5615" y="2770"/>
                  </a:cubicBezTo>
                  <a:cubicBezTo>
                    <a:pt x="6897" y="2243"/>
                    <a:pt x="7952" y="1263"/>
                    <a:pt x="8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0"/>
            <p:cNvSpPr/>
            <p:nvPr/>
          </p:nvSpPr>
          <p:spPr>
            <a:xfrm>
              <a:off x="13636974" y="6737887"/>
              <a:ext cx="273707" cy="99177"/>
            </a:xfrm>
            <a:custGeom>
              <a:avLst/>
              <a:gdLst/>
              <a:ahLst/>
              <a:cxnLst/>
              <a:rect l="l" t="t" r="r" b="b"/>
              <a:pathLst>
                <a:path w="8536" h="3093" extrusionOk="0">
                  <a:moveTo>
                    <a:pt x="8536" y="0"/>
                  </a:moveTo>
                  <a:lnTo>
                    <a:pt x="0" y="1602"/>
                  </a:lnTo>
                  <a:cubicBezTo>
                    <a:pt x="1103" y="2575"/>
                    <a:pt x="2466" y="3093"/>
                    <a:pt x="3816" y="3093"/>
                  </a:cubicBezTo>
                  <a:cubicBezTo>
                    <a:pt x="4427" y="3093"/>
                    <a:pt x="5035" y="2987"/>
                    <a:pt x="5615" y="2770"/>
                  </a:cubicBezTo>
                  <a:cubicBezTo>
                    <a:pt x="6915" y="2243"/>
                    <a:pt x="7952" y="1263"/>
                    <a:pt x="8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0"/>
            <p:cNvSpPr/>
            <p:nvPr/>
          </p:nvSpPr>
          <p:spPr>
            <a:xfrm>
              <a:off x="13458116" y="6614629"/>
              <a:ext cx="188542" cy="220094"/>
            </a:xfrm>
            <a:custGeom>
              <a:avLst/>
              <a:gdLst/>
              <a:ahLst/>
              <a:cxnLst/>
              <a:rect l="l" t="t" r="r" b="b"/>
              <a:pathLst>
                <a:path w="5880" h="6864" extrusionOk="0">
                  <a:moveTo>
                    <a:pt x="528" y="0"/>
                  </a:moveTo>
                  <a:lnTo>
                    <a:pt x="528" y="0"/>
                  </a:lnTo>
                  <a:cubicBezTo>
                    <a:pt x="1" y="2073"/>
                    <a:pt x="585" y="4202"/>
                    <a:pt x="2073" y="5540"/>
                  </a:cubicBezTo>
                  <a:cubicBezTo>
                    <a:pt x="3072" y="6396"/>
                    <a:pt x="4340" y="6864"/>
                    <a:pt x="5655" y="6864"/>
                  </a:cubicBezTo>
                  <a:cubicBezTo>
                    <a:pt x="5730" y="6864"/>
                    <a:pt x="5805" y="6862"/>
                    <a:pt x="5880" y="6859"/>
                  </a:cubicBezTo>
                  <a:lnTo>
                    <a:pt x="5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0"/>
            <p:cNvSpPr/>
            <p:nvPr/>
          </p:nvSpPr>
          <p:spPr>
            <a:xfrm>
              <a:off x="13442404" y="6706464"/>
              <a:ext cx="187933" cy="220094"/>
            </a:xfrm>
            <a:custGeom>
              <a:avLst/>
              <a:gdLst/>
              <a:ahLst/>
              <a:cxnLst/>
              <a:rect l="l" t="t" r="r" b="b"/>
              <a:pathLst>
                <a:path w="5861" h="6864" extrusionOk="0">
                  <a:moveTo>
                    <a:pt x="528" y="1"/>
                  </a:moveTo>
                  <a:lnTo>
                    <a:pt x="528" y="1"/>
                  </a:lnTo>
                  <a:cubicBezTo>
                    <a:pt x="1" y="2073"/>
                    <a:pt x="585" y="4202"/>
                    <a:pt x="2073" y="5540"/>
                  </a:cubicBezTo>
                  <a:cubicBezTo>
                    <a:pt x="3054" y="6396"/>
                    <a:pt x="4338" y="6864"/>
                    <a:pt x="5639" y="6864"/>
                  </a:cubicBezTo>
                  <a:cubicBezTo>
                    <a:pt x="5713" y="6864"/>
                    <a:pt x="5787" y="6862"/>
                    <a:pt x="5861" y="6859"/>
                  </a:cubicBezTo>
                  <a:lnTo>
                    <a:pt x="5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0"/>
            <p:cNvSpPr/>
            <p:nvPr/>
          </p:nvSpPr>
          <p:spPr>
            <a:xfrm>
              <a:off x="13413417" y="6850275"/>
              <a:ext cx="187933" cy="219485"/>
            </a:xfrm>
            <a:custGeom>
              <a:avLst/>
              <a:gdLst/>
              <a:ahLst/>
              <a:cxnLst/>
              <a:rect l="l" t="t" r="r" b="b"/>
              <a:pathLst>
                <a:path w="5861" h="6845" extrusionOk="0">
                  <a:moveTo>
                    <a:pt x="528" y="0"/>
                  </a:moveTo>
                  <a:lnTo>
                    <a:pt x="528" y="0"/>
                  </a:lnTo>
                  <a:cubicBezTo>
                    <a:pt x="0" y="2054"/>
                    <a:pt x="584" y="4183"/>
                    <a:pt x="2054" y="5521"/>
                  </a:cubicBezTo>
                  <a:cubicBezTo>
                    <a:pt x="3053" y="6377"/>
                    <a:pt x="4321" y="6844"/>
                    <a:pt x="5636" y="6844"/>
                  </a:cubicBezTo>
                  <a:cubicBezTo>
                    <a:pt x="5710" y="6844"/>
                    <a:pt x="5785" y="6843"/>
                    <a:pt x="5860" y="6840"/>
                  </a:cubicBezTo>
                  <a:lnTo>
                    <a:pt x="5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0"/>
            <p:cNvSpPr/>
            <p:nvPr/>
          </p:nvSpPr>
          <p:spPr>
            <a:xfrm>
              <a:off x="13628509" y="6865378"/>
              <a:ext cx="273739" cy="99177"/>
            </a:xfrm>
            <a:custGeom>
              <a:avLst/>
              <a:gdLst/>
              <a:ahLst/>
              <a:cxnLst/>
              <a:rect l="l" t="t" r="r" b="b"/>
              <a:pathLst>
                <a:path w="8537" h="3093" extrusionOk="0">
                  <a:moveTo>
                    <a:pt x="8536" y="0"/>
                  </a:moveTo>
                  <a:lnTo>
                    <a:pt x="0" y="1602"/>
                  </a:lnTo>
                  <a:cubicBezTo>
                    <a:pt x="1091" y="2575"/>
                    <a:pt x="2458" y="3093"/>
                    <a:pt x="3813" y="3093"/>
                  </a:cubicBezTo>
                  <a:cubicBezTo>
                    <a:pt x="4425" y="3093"/>
                    <a:pt x="5035" y="2987"/>
                    <a:pt x="5615" y="2770"/>
                  </a:cubicBezTo>
                  <a:cubicBezTo>
                    <a:pt x="6897" y="2242"/>
                    <a:pt x="7952" y="1263"/>
                    <a:pt x="8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0"/>
            <p:cNvSpPr/>
            <p:nvPr/>
          </p:nvSpPr>
          <p:spPr>
            <a:xfrm>
              <a:off x="13592244" y="6957212"/>
              <a:ext cx="273739" cy="99466"/>
            </a:xfrm>
            <a:custGeom>
              <a:avLst/>
              <a:gdLst/>
              <a:ahLst/>
              <a:cxnLst/>
              <a:rect l="l" t="t" r="r" b="b"/>
              <a:pathLst>
                <a:path w="8537" h="3102" extrusionOk="0">
                  <a:moveTo>
                    <a:pt x="8537" y="0"/>
                  </a:moveTo>
                  <a:lnTo>
                    <a:pt x="1" y="1602"/>
                  </a:lnTo>
                  <a:cubicBezTo>
                    <a:pt x="1090" y="2575"/>
                    <a:pt x="2466" y="3101"/>
                    <a:pt x="3819" y="3101"/>
                  </a:cubicBezTo>
                  <a:cubicBezTo>
                    <a:pt x="4432" y="3101"/>
                    <a:pt x="5040" y="2993"/>
                    <a:pt x="5616" y="2770"/>
                  </a:cubicBezTo>
                  <a:cubicBezTo>
                    <a:pt x="6916" y="2261"/>
                    <a:pt x="7952" y="1263"/>
                    <a:pt x="8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0"/>
            <p:cNvSpPr/>
            <p:nvPr/>
          </p:nvSpPr>
          <p:spPr>
            <a:xfrm>
              <a:off x="13582592" y="7039972"/>
              <a:ext cx="273739" cy="99209"/>
            </a:xfrm>
            <a:custGeom>
              <a:avLst/>
              <a:gdLst/>
              <a:ahLst/>
              <a:cxnLst/>
              <a:rect l="l" t="t" r="r" b="b"/>
              <a:pathLst>
                <a:path w="8537" h="3094" extrusionOk="0">
                  <a:moveTo>
                    <a:pt x="8536" y="1"/>
                  </a:moveTo>
                  <a:lnTo>
                    <a:pt x="0" y="1602"/>
                  </a:lnTo>
                  <a:cubicBezTo>
                    <a:pt x="1103" y="2576"/>
                    <a:pt x="2475" y="3093"/>
                    <a:pt x="3825" y="3093"/>
                  </a:cubicBezTo>
                  <a:cubicBezTo>
                    <a:pt x="4435" y="3093"/>
                    <a:pt x="5041" y="2987"/>
                    <a:pt x="5615" y="2770"/>
                  </a:cubicBezTo>
                  <a:cubicBezTo>
                    <a:pt x="6916" y="2243"/>
                    <a:pt x="7952" y="1263"/>
                    <a:pt x="8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0"/>
            <p:cNvSpPr/>
            <p:nvPr/>
          </p:nvSpPr>
          <p:spPr>
            <a:xfrm>
              <a:off x="13522823" y="5725563"/>
              <a:ext cx="423547" cy="1627555"/>
            </a:xfrm>
            <a:custGeom>
              <a:avLst/>
              <a:gdLst/>
              <a:ahLst/>
              <a:cxnLst/>
              <a:rect l="l" t="t" r="r" b="b"/>
              <a:pathLst>
                <a:path w="13209" h="50758" extrusionOk="0">
                  <a:moveTo>
                    <a:pt x="12780" y="1"/>
                  </a:moveTo>
                  <a:cubicBezTo>
                    <a:pt x="12623" y="1"/>
                    <a:pt x="12461" y="84"/>
                    <a:pt x="12397" y="274"/>
                  </a:cubicBezTo>
                  <a:cubicBezTo>
                    <a:pt x="7272" y="16686"/>
                    <a:pt x="3146" y="33399"/>
                    <a:pt x="55" y="50320"/>
                  </a:cubicBezTo>
                  <a:cubicBezTo>
                    <a:pt x="1" y="50592"/>
                    <a:pt x="223" y="50757"/>
                    <a:pt x="436" y="50757"/>
                  </a:cubicBezTo>
                  <a:cubicBezTo>
                    <a:pt x="590" y="50757"/>
                    <a:pt x="740" y="50669"/>
                    <a:pt x="771" y="50470"/>
                  </a:cubicBezTo>
                  <a:cubicBezTo>
                    <a:pt x="3862" y="33550"/>
                    <a:pt x="7988" y="16836"/>
                    <a:pt x="13132" y="424"/>
                  </a:cubicBezTo>
                  <a:cubicBezTo>
                    <a:pt x="13209" y="162"/>
                    <a:pt x="12999" y="1"/>
                    <a:pt x="127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0"/>
            <p:cNvSpPr/>
            <p:nvPr/>
          </p:nvSpPr>
          <p:spPr>
            <a:xfrm>
              <a:off x="13243633" y="7284082"/>
              <a:ext cx="677309" cy="1021110"/>
            </a:xfrm>
            <a:custGeom>
              <a:avLst/>
              <a:gdLst/>
              <a:ahLst/>
              <a:cxnLst/>
              <a:rect l="l" t="t" r="r" b="b"/>
              <a:pathLst>
                <a:path w="21123" h="31845" extrusionOk="0">
                  <a:moveTo>
                    <a:pt x="2205" y="0"/>
                  </a:moveTo>
                  <a:cubicBezTo>
                    <a:pt x="1979" y="1376"/>
                    <a:pt x="1753" y="2770"/>
                    <a:pt x="1564" y="4240"/>
                  </a:cubicBezTo>
                  <a:cubicBezTo>
                    <a:pt x="1451" y="5069"/>
                    <a:pt x="1338" y="5917"/>
                    <a:pt x="1244" y="6783"/>
                  </a:cubicBezTo>
                  <a:cubicBezTo>
                    <a:pt x="1056" y="8328"/>
                    <a:pt x="886" y="9949"/>
                    <a:pt x="735" y="11569"/>
                  </a:cubicBezTo>
                  <a:cubicBezTo>
                    <a:pt x="641" y="12681"/>
                    <a:pt x="547" y="13812"/>
                    <a:pt x="472" y="14961"/>
                  </a:cubicBezTo>
                  <a:cubicBezTo>
                    <a:pt x="151" y="19502"/>
                    <a:pt x="38" y="23742"/>
                    <a:pt x="57" y="27755"/>
                  </a:cubicBezTo>
                  <a:cubicBezTo>
                    <a:pt x="57" y="28415"/>
                    <a:pt x="57" y="29055"/>
                    <a:pt x="76" y="29696"/>
                  </a:cubicBezTo>
                  <a:cubicBezTo>
                    <a:pt x="1" y="30845"/>
                    <a:pt x="905" y="31844"/>
                    <a:pt x="2073" y="31844"/>
                  </a:cubicBezTo>
                  <a:lnTo>
                    <a:pt x="19013" y="31844"/>
                  </a:lnTo>
                  <a:cubicBezTo>
                    <a:pt x="19024" y="31844"/>
                    <a:pt x="19035" y="31844"/>
                    <a:pt x="19045" y="31844"/>
                  </a:cubicBezTo>
                  <a:cubicBezTo>
                    <a:pt x="20199" y="31844"/>
                    <a:pt x="21122" y="30853"/>
                    <a:pt x="21029" y="29696"/>
                  </a:cubicBezTo>
                  <a:lnTo>
                    <a:pt x="20445" y="21443"/>
                  </a:lnTo>
                  <a:lnTo>
                    <a:pt x="20332" y="19766"/>
                  </a:lnTo>
                  <a:lnTo>
                    <a:pt x="18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0"/>
            <p:cNvSpPr/>
            <p:nvPr/>
          </p:nvSpPr>
          <p:spPr>
            <a:xfrm>
              <a:off x="12885948" y="7255032"/>
              <a:ext cx="503934" cy="919656"/>
            </a:xfrm>
            <a:custGeom>
              <a:avLst/>
              <a:gdLst/>
              <a:ahLst/>
              <a:cxnLst/>
              <a:rect l="l" t="t" r="r" b="b"/>
              <a:pathLst>
                <a:path w="15716" h="28681" extrusionOk="0">
                  <a:moveTo>
                    <a:pt x="2852" y="0"/>
                  </a:moveTo>
                  <a:cubicBezTo>
                    <a:pt x="2126" y="0"/>
                    <a:pt x="1385" y="151"/>
                    <a:pt x="717" y="567"/>
                  </a:cubicBezTo>
                  <a:cubicBezTo>
                    <a:pt x="453" y="718"/>
                    <a:pt x="227" y="906"/>
                    <a:pt x="1" y="1113"/>
                  </a:cubicBezTo>
                  <a:lnTo>
                    <a:pt x="3430" y="2866"/>
                  </a:lnTo>
                  <a:lnTo>
                    <a:pt x="11212" y="28680"/>
                  </a:lnTo>
                  <a:lnTo>
                    <a:pt x="15715" y="20597"/>
                  </a:lnTo>
                  <a:lnTo>
                    <a:pt x="6539" y="1038"/>
                  </a:lnTo>
                  <a:cubicBezTo>
                    <a:pt x="6182" y="840"/>
                    <a:pt x="4562" y="0"/>
                    <a:pt x="28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0"/>
            <p:cNvSpPr/>
            <p:nvPr/>
          </p:nvSpPr>
          <p:spPr>
            <a:xfrm>
              <a:off x="13198934" y="6914245"/>
              <a:ext cx="984235" cy="1058017"/>
            </a:xfrm>
            <a:custGeom>
              <a:avLst/>
              <a:gdLst/>
              <a:ahLst/>
              <a:cxnLst/>
              <a:rect l="l" t="t" r="r" b="b"/>
              <a:pathLst>
                <a:path w="30695" h="32996" extrusionOk="0">
                  <a:moveTo>
                    <a:pt x="12619" y="0"/>
                  </a:moveTo>
                  <a:cubicBezTo>
                    <a:pt x="12247" y="0"/>
                    <a:pt x="11878" y="20"/>
                    <a:pt x="11513" y="59"/>
                  </a:cubicBezTo>
                  <a:cubicBezTo>
                    <a:pt x="6501" y="605"/>
                    <a:pt x="2242" y="4694"/>
                    <a:pt x="773" y="8237"/>
                  </a:cubicBezTo>
                  <a:cubicBezTo>
                    <a:pt x="0" y="10027"/>
                    <a:pt x="132" y="11873"/>
                    <a:pt x="283" y="12853"/>
                  </a:cubicBezTo>
                  <a:cubicBezTo>
                    <a:pt x="547" y="14850"/>
                    <a:pt x="1357" y="16753"/>
                    <a:pt x="2638" y="18317"/>
                  </a:cubicBezTo>
                  <a:lnTo>
                    <a:pt x="2977" y="18732"/>
                  </a:lnTo>
                  <a:lnTo>
                    <a:pt x="4221" y="17620"/>
                  </a:lnTo>
                  <a:cubicBezTo>
                    <a:pt x="3731" y="17055"/>
                    <a:pt x="3298" y="16433"/>
                    <a:pt x="2958" y="15774"/>
                  </a:cubicBezTo>
                  <a:cubicBezTo>
                    <a:pt x="2412" y="14775"/>
                    <a:pt x="2073" y="13701"/>
                    <a:pt x="1941" y="12589"/>
                  </a:cubicBezTo>
                  <a:cubicBezTo>
                    <a:pt x="1734" y="11327"/>
                    <a:pt x="1866" y="10045"/>
                    <a:pt x="2318" y="8877"/>
                  </a:cubicBezTo>
                  <a:cubicBezTo>
                    <a:pt x="3618" y="5749"/>
                    <a:pt x="7500" y="2188"/>
                    <a:pt x="11701" y="1736"/>
                  </a:cubicBezTo>
                  <a:cubicBezTo>
                    <a:pt x="12015" y="1700"/>
                    <a:pt x="12332" y="1683"/>
                    <a:pt x="12654" y="1683"/>
                  </a:cubicBezTo>
                  <a:cubicBezTo>
                    <a:pt x="15735" y="1683"/>
                    <a:pt x="19154" y="3303"/>
                    <a:pt x="22140" y="6220"/>
                  </a:cubicBezTo>
                  <a:cubicBezTo>
                    <a:pt x="26455" y="10403"/>
                    <a:pt x="28980" y="16358"/>
                    <a:pt x="28585" y="21332"/>
                  </a:cubicBezTo>
                  <a:cubicBezTo>
                    <a:pt x="28302" y="24762"/>
                    <a:pt x="26512" y="30207"/>
                    <a:pt x="22838" y="31149"/>
                  </a:cubicBezTo>
                  <a:cubicBezTo>
                    <a:pt x="22480" y="31225"/>
                    <a:pt x="22103" y="31281"/>
                    <a:pt x="21726" y="31300"/>
                  </a:cubicBezTo>
                  <a:cubicBezTo>
                    <a:pt x="21693" y="31301"/>
                    <a:pt x="21660" y="31301"/>
                    <a:pt x="21627" y="31301"/>
                  </a:cubicBezTo>
                  <a:cubicBezTo>
                    <a:pt x="20602" y="31301"/>
                    <a:pt x="19541" y="31017"/>
                    <a:pt x="18391" y="30433"/>
                  </a:cubicBezTo>
                  <a:lnTo>
                    <a:pt x="17637" y="31941"/>
                  </a:lnTo>
                  <a:cubicBezTo>
                    <a:pt x="18862" y="32600"/>
                    <a:pt x="20218" y="32958"/>
                    <a:pt x="21594" y="32996"/>
                  </a:cubicBezTo>
                  <a:cubicBezTo>
                    <a:pt x="21688" y="32996"/>
                    <a:pt x="21764" y="32977"/>
                    <a:pt x="21839" y="32977"/>
                  </a:cubicBezTo>
                  <a:cubicBezTo>
                    <a:pt x="22329" y="32977"/>
                    <a:pt x="22800" y="32902"/>
                    <a:pt x="23271" y="32770"/>
                  </a:cubicBezTo>
                  <a:cubicBezTo>
                    <a:pt x="28151" y="31507"/>
                    <a:pt x="29979" y="24818"/>
                    <a:pt x="30243" y="21464"/>
                  </a:cubicBezTo>
                  <a:cubicBezTo>
                    <a:pt x="30695" y="16000"/>
                    <a:pt x="27982" y="9518"/>
                    <a:pt x="23309" y="4996"/>
                  </a:cubicBezTo>
                  <a:cubicBezTo>
                    <a:pt x="20000" y="1772"/>
                    <a:pt x="16167" y="0"/>
                    <a:pt x="126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72" name="Picture 371">
            <a:extLst>
              <a:ext uri="{FF2B5EF4-FFF2-40B4-BE49-F238E27FC236}">
                <a16:creationId xmlns="" xmlns:a16="http://schemas.microsoft.com/office/drawing/2014/main" xmlns:lc="http://schemas.openxmlformats.org/drawingml/2006/lockedCanvas" id="{18FE2890-F45C-FD1B-8FFF-62BB6960C6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7317804" y="2490"/>
            <a:ext cx="1838626" cy="412660"/>
          </a:xfrm>
          <a:prstGeom prst="rect">
            <a:avLst/>
          </a:prstGeom>
        </p:spPr>
      </p:pic>
      <p:pic>
        <p:nvPicPr>
          <p:cNvPr id="373" name="Picture 372">
            <a:extLst>
              <a:ext uri="{FF2B5EF4-FFF2-40B4-BE49-F238E27FC236}">
                <a16:creationId xmlns="" xmlns:a16="http://schemas.microsoft.com/office/drawing/2014/main" xmlns:lc="http://schemas.openxmlformats.org/drawingml/2006/lockedCanvas" id="{ADD83C07-7039-3207-128A-5F04B0834C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8647" cy="4606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2" name="Google Shape;1322;p33"/>
          <p:cNvPicPr preferRelativeResize="0"/>
          <p:nvPr/>
        </p:nvPicPr>
        <p:blipFill rotWithShape="1">
          <a:blip r:embed="rId3">
            <a:alphaModFix/>
          </a:blip>
          <a:srcRect r="32849"/>
          <a:stretch/>
        </p:blipFill>
        <p:spPr>
          <a:xfrm flipH="1">
            <a:off x="-79337" y="0"/>
            <a:ext cx="5181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33"/>
          <p:cNvSpPr/>
          <p:nvPr/>
        </p:nvSpPr>
        <p:spPr>
          <a:xfrm>
            <a:off x="3838256" y="-785675"/>
            <a:ext cx="6819900" cy="6819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33"/>
          <p:cNvSpPr txBox="1">
            <a:spLocks noGrp="1"/>
          </p:cNvSpPr>
          <p:nvPr>
            <p:ph type="title"/>
          </p:nvPr>
        </p:nvSpPr>
        <p:spPr>
          <a:xfrm>
            <a:off x="4226552" y="865076"/>
            <a:ext cx="3754200" cy="48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325" name="Google Shape;1325;p33"/>
          <p:cNvSpPr txBox="1">
            <a:spLocks noGrp="1"/>
          </p:cNvSpPr>
          <p:nvPr>
            <p:ph type="subTitle" idx="1"/>
          </p:nvPr>
        </p:nvSpPr>
        <p:spPr>
          <a:xfrm>
            <a:off x="4524375" y="1639486"/>
            <a:ext cx="3754200" cy="2454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sz="1400" dirty="0"/>
              <a:t>Plants play a vital role in maintaining ecological balance, providing oxygen, and enhancing human well-being. However, proper plant care requires an understanding of growth patterns, soil conditions, and environmental factors. </a:t>
            </a:r>
            <a:r>
              <a:rPr lang="en-US" sz="1400" b="1" dirty="0"/>
              <a:t>Plant Care Analysis using Python </a:t>
            </a:r>
            <a:r>
              <a:rPr lang="en-US" sz="1400" dirty="0" smtClean="0"/>
              <a:t>is </a:t>
            </a:r>
            <a:r>
              <a:rPr lang="en-US" sz="1400" dirty="0"/>
              <a:t>an interactive tool designed to assist users in monitoring plant health</a:t>
            </a:r>
            <a:r>
              <a:rPr lang="en-US" dirty="0"/>
              <a:t>.</a:t>
            </a:r>
            <a:endParaRPr dirty="0"/>
          </a:p>
        </p:txBody>
      </p:sp>
      <p:grpSp>
        <p:nvGrpSpPr>
          <p:cNvPr id="1327" name="Google Shape;1327;p33"/>
          <p:cNvGrpSpPr/>
          <p:nvPr/>
        </p:nvGrpSpPr>
        <p:grpSpPr>
          <a:xfrm flipH="1">
            <a:off x="1990413" y="439075"/>
            <a:ext cx="2285375" cy="495075"/>
            <a:chOff x="-1802050" y="599125"/>
            <a:chExt cx="2285375" cy="495075"/>
          </a:xfrm>
        </p:grpSpPr>
        <p:sp>
          <p:nvSpPr>
            <p:cNvPr id="1328" name="Google Shape;1328;p33"/>
            <p:cNvSpPr/>
            <p:nvPr/>
          </p:nvSpPr>
          <p:spPr>
            <a:xfrm flipH="1">
              <a:off x="-1802050" y="5991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3"/>
            <p:cNvSpPr/>
            <p:nvPr/>
          </p:nvSpPr>
          <p:spPr>
            <a:xfrm flipH="1">
              <a:off x="-1497250" y="7515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3"/>
            <p:cNvSpPr/>
            <p:nvPr/>
          </p:nvSpPr>
          <p:spPr>
            <a:xfrm flipH="1">
              <a:off x="-68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1" name="Google Shape;1331;p33"/>
          <p:cNvGrpSpPr/>
          <p:nvPr/>
        </p:nvGrpSpPr>
        <p:grpSpPr>
          <a:xfrm rot="-1904060">
            <a:off x="3484838" y="3294464"/>
            <a:ext cx="1113169" cy="2010209"/>
            <a:chOff x="13244242" y="5542183"/>
            <a:chExt cx="1013863" cy="1830879"/>
          </a:xfrm>
        </p:grpSpPr>
        <p:sp>
          <p:nvSpPr>
            <p:cNvPr id="1332" name="Google Shape;1332;p33"/>
            <p:cNvSpPr/>
            <p:nvPr/>
          </p:nvSpPr>
          <p:spPr>
            <a:xfrm>
              <a:off x="13488128" y="6073757"/>
              <a:ext cx="147659" cy="1294464"/>
            </a:xfrm>
            <a:custGeom>
              <a:avLst/>
              <a:gdLst/>
              <a:ahLst/>
              <a:cxnLst/>
              <a:rect l="l" t="t" r="r" b="b"/>
              <a:pathLst>
                <a:path w="4605" h="40370" extrusionOk="0">
                  <a:moveTo>
                    <a:pt x="1494" y="0"/>
                  </a:moveTo>
                  <a:cubicBezTo>
                    <a:pt x="1275" y="0"/>
                    <a:pt x="1022" y="210"/>
                    <a:pt x="1081" y="494"/>
                  </a:cubicBezTo>
                  <a:cubicBezTo>
                    <a:pt x="3870" y="13609"/>
                    <a:pt x="2023" y="26836"/>
                    <a:pt x="44" y="39932"/>
                  </a:cubicBezTo>
                  <a:cubicBezTo>
                    <a:pt x="1" y="40204"/>
                    <a:pt x="228" y="40369"/>
                    <a:pt x="438" y="40369"/>
                  </a:cubicBezTo>
                  <a:cubicBezTo>
                    <a:pt x="592" y="40369"/>
                    <a:pt x="737" y="40281"/>
                    <a:pt x="761" y="40083"/>
                  </a:cubicBezTo>
                  <a:lnTo>
                    <a:pt x="779" y="40083"/>
                  </a:lnTo>
                  <a:cubicBezTo>
                    <a:pt x="2796" y="26855"/>
                    <a:pt x="4604" y="13514"/>
                    <a:pt x="1778" y="249"/>
                  </a:cubicBezTo>
                  <a:cubicBezTo>
                    <a:pt x="1743" y="74"/>
                    <a:pt x="1625" y="0"/>
                    <a:pt x="1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3"/>
            <p:cNvSpPr/>
            <p:nvPr/>
          </p:nvSpPr>
          <p:spPr>
            <a:xfrm>
              <a:off x="13581181" y="6289715"/>
              <a:ext cx="518267" cy="1083348"/>
            </a:xfrm>
            <a:custGeom>
              <a:avLst/>
              <a:gdLst/>
              <a:ahLst/>
              <a:cxnLst/>
              <a:rect l="l" t="t" r="r" b="b"/>
              <a:pathLst>
                <a:path w="16163" h="33786" extrusionOk="0">
                  <a:moveTo>
                    <a:pt x="15649" y="0"/>
                  </a:moveTo>
                  <a:cubicBezTo>
                    <a:pt x="15565" y="0"/>
                    <a:pt x="15478" y="33"/>
                    <a:pt x="15401" y="109"/>
                  </a:cubicBezTo>
                  <a:cubicBezTo>
                    <a:pt x="6997" y="9361"/>
                    <a:pt x="1646" y="20968"/>
                    <a:pt x="44" y="33348"/>
                  </a:cubicBezTo>
                  <a:cubicBezTo>
                    <a:pt x="1" y="33620"/>
                    <a:pt x="228" y="33785"/>
                    <a:pt x="438" y="33785"/>
                  </a:cubicBezTo>
                  <a:cubicBezTo>
                    <a:pt x="592" y="33785"/>
                    <a:pt x="736" y="33697"/>
                    <a:pt x="760" y="33498"/>
                  </a:cubicBezTo>
                  <a:lnTo>
                    <a:pt x="760" y="33479"/>
                  </a:lnTo>
                  <a:cubicBezTo>
                    <a:pt x="2343" y="21232"/>
                    <a:pt x="7638" y="9757"/>
                    <a:pt x="15948" y="618"/>
                  </a:cubicBezTo>
                  <a:cubicBezTo>
                    <a:pt x="16163" y="331"/>
                    <a:pt x="15919" y="0"/>
                    <a:pt x="156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3"/>
            <p:cNvSpPr/>
            <p:nvPr/>
          </p:nvSpPr>
          <p:spPr>
            <a:xfrm>
              <a:off x="13362049" y="6001386"/>
              <a:ext cx="195180" cy="204831"/>
            </a:xfrm>
            <a:custGeom>
              <a:avLst/>
              <a:gdLst/>
              <a:ahLst/>
              <a:cxnLst/>
              <a:rect l="l" t="t" r="r" b="b"/>
              <a:pathLst>
                <a:path w="6087" h="6388" extrusionOk="0">
                  <a:moveTo>
                    <a:pt x="1" y="0"/>
                  </a:moveTo>
                  <a:cubicBezTo>
                    <a:pt x="1" y="396"/>
                    <a:pt x="20" y="3128"/>
                    <a:pt x="2243" y="4975"/>
                  </a:cubicBezTo>
                  <a:cubicBezTo>
                    <a:pt x="3336" y="5860"/>
                    <a:pt x="4693" y="6350"/>
                    <a:pt x="6087" y="638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3"/>
            <p:cNvSpPr/>
            <p:nvPr/>
          </p:nvSpPr>
          <p:spPr>
            <a:xfrm>
              <a:off x="13975901" y="6417654"/>
              <a:ext cx="282204" cy="69709"/>
            </a:xfrm>
            <a:custGeom>
              <a:avLst/>
              <a:gdLst/>
              <a:ahLst/>
              <a:cxnLst/>
              <a:rect l="l" t="t" r="r" b="b"/>
              <a:pathLst>
                <a:path w="8801" h="2174" extrusionOk="0">
                  <a:moveTo>
                    <a:pt x="1" y="1"/>
                  </a:moveTo>
                  <a:cubicBezTo>
                    <a:pt x="256" y="274"/>
                    <a:pt x="1996" y="2174"/>
                    <a:pt x="4724" y="2174"/>
                  </a:cubicBezTo>
                  <a:cubicBezTo>
                    <a:pt x="4813" y="2174"/>
                    <a:pt x="4903" y="2172"/>
                    <a:pt x="4994" y="2168"/>
                  </a:cubicBezTo>
                  <a:cubicBezTo>
                    <a:pt x="6407" y="2092"/>
                    <a:pt x="7745" y="1565"/>
                    <a:pt x="8800" y="64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3"/>
            <p:cNvSpPr/>
            <p:nvPr/>
          </p:nvSpPr>
          <p:spPr>
            <a:xfrm>
              <a:off x="14003702" y="6156036"/>
              <a:ext cx="192166" cy="224134"/>
            </a:xfrm>
            <a:custGeom>
              <a:avLst/>
              <a:gdLst/>
              <a:ahLst/>
              <a:cxnLst/>
              <a:rect l="l" t="t" r="r" b="b"/>
              <a:pathLst>
                <a:path w="5993" h="6990" extrusionOk="0">
                  <a:moveTo>
                    <a:pt x="5861" y="1"/>
                  </a:moveTo>
                  <a:lnTo>
                    <a:pt x="5861" y="1"/>
                  </a:lnTo>
                  <a:cubicBezTo>
                    <a:pt x="1037" y="4843"/>
                    <a:pt x="1" y="6483"/>
                    <a:pt x="302" y="6878"/>
                  </a:cubicBezTo>
                  <a:cubicBezTo>
                    <a:pt x="362" y="6953"/>
                    <a:pt x="482" y="6990"/>
                    <a:pt x="648" y="6990"/>
                  </a:cubicBezTo>
                  <a:cubicBezTo>
                    <a:pt x="1533" y="6990"/>
                    <a:pt x="3716" y="5947"/>
                    <a:pt x="4937" y="3996"/>
                  </a:cubicBezTo>
                  <a:cubicBezTo>
                    <a:pt x="5672" y="2808"/>
                    <a:pt x="5993" y="1395"/>
                    <a:pt x="58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3"/>
            <p:cNvSpPr/>
            <p:nvPr/>
          </p:nvSpPr>
          <p:spPr>
            <a:xfrm>
              <a:off x="13932421" y="6469022"/>
              <a:ext cx="260432" cy="126272"/>
            </a:xfrm>
            <a:custGeom>
              <a:avLst/>
              <a:gdLst/>
              <a:ahLst/>
              <a:cxnLst/>
              <a:rect l="l" t="t" r="r" b="b"/>
              <a:pathLst>
                <a:path w="8122" h="3938" extrusionOk="0">
                  <a:moveTo>
                    <a:pt x="0" y="0"/>
                  </a:moveTo>
                  <a:cubicBezTo>
                    <a:pt x="151" y="358"/>
                    <a:pt x="1244" y="2846"/>
                    <a:pt x="4014" y="3694"/>
                  </a:cubicBezTo>
                  <a:cubicBezTo>
                    <a:pt x="4598" y="3856"/>
                    <a:pt x="5196" y="3938"/>
                    <a:pt x="5794" y="3938"/>
                  </a:cubicBezTo>
                  <a:cubicBezTo>
                    <a:pt x="6583" y="3938"/>
                    <a:pt x="7371" y="3795"/>
                    <a:pt x="8121" y="350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3"/>
            <p:cNvSpPr/>
            <p:nvPr/>
          </p:nvSpPr>
          <p:spPr>
            <a:xfrm>
              <a:off x="13888300" y="6565089"/>
              <a:ext cx="259855" cy="126721"/>
            </a:xfrm>
            <a:custGeom>
              <a:avLst/>
              <a:gdLst/>
              <a:ahLst/>
              <a:cxnLst/>
              <a:rect l="l" t="t" r="r" b="b"/>
              <a:pathLst>
                <a:path w="8104" h="3952" extrusionOk="0">
                  <a:moveTo>
                    <a:pt x="1" y="0"/>
                  </a:moveTo>
                  <a:lnTo>
                    <a:pt x="1" y="0"/>
                  </a:lnTo>
                  <a:cubicBezTo>
                    <a:pt x="151" y="358"/>
                    <a:pt x="1244" y="2864"/>
                    <a:pt x="4014" y="3693"/>
                  </a:cubicBezTo>
                  <a:cubicBezTo>
                    <a:pt x="4594" y="3865"/>
                    <a:pt x="5196" y="3952"/>
                    <a:pt x="5797" y="3952"/>
                  </a:cubicBezTo>
                  <a:cubicBezTo>
                    <a:pt x="6582" y="3952"/>
                    <a:pt x="7367" y="3804"/>
                    <a:pt x="8103" y="350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3"/>
            <p:cNvSpPr/>
            <p:nvPr/>
          </p:nvSpPr>
          <p:spPr>
            <a:xfrm>
              <a:off x="13816410" y="6694375"/>
              <a:ext cx="273739" cy="98856"/>
            </a:xfrm>
            <a:custGeom>
              <a:avLst/>
              <a:gdLst/>
              <a:ahLst/>
              <a:cxnLst/>
              <a:rect l="l" t="t" r="r" b="b"/>
              <a:pathLst>
                <a:path w="8537" h="3083" extrusionOk="0">
                  <a:moveTo>
                    <a:pt x="0" y="1"/>
                  </a:moveTo>
                  <a:lnTo>
                    <a:pt x="0" y="1"/>
                  </a:lnTo>
                  <a:cubicBezTo>
                    <a:pt x="189" y="340"/>
                    <a:pt x="1659" y="2639"/>
                    <a:pt x="4523" y="3034"/>
                  </a:cubicBezTo>
                  <a:cubicBezTo>
                    <a:pt x="4785" y="3066"/>
                    <a:pt x="5048" y="3082"/>
                    <a:pt x="5311" y="3082"/>
                  </a:cubicBezTo>
                  <a:cubicBezTo>
                    <a:pt x="6442" y="3082"/>
                    <a:pt x="7557" y="2786"/>
                    <a:pt x="8536" y="220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3"/>
            <p:cNvSpPr/>
            <p:nvPr/>
          </p:nvSpPr>
          <p:spPr>
            <a:xfrm>
              <a:off x="13764433" y="6781977"/>
              <a:ext cx="274348" cy="98856"/>
            </a:xfrm>
            <a:custGeom>
              <a:avLst/>
              <a:gdLst/>
              <a:ahLst/>
              <a:cxnLst/>
              <a:rect l="l" t="t" r="r" b="b"/>
              <a:pathLst>
                <a:path w="8556" h="3083" extrusionOk="0">
                  <a:moveTo>
                    <a:pt x="1" y="1"/>
                  </a:moveTo>
                  <a:cubicBezTo>
                    <a:pt x="208" y="340"/>
                    <a:pt x="1678" y="2639"/>
                    <a:pt x="4542" y="3034"/>
                  </a:cubicBezTo>
                  <a:cubicBezTo>
                    <a:pt x="4805" y="3066"/>
                    <a:pt x="5068" y="3082"/>
                    <a:pt x="5330" y="3082"/>
                  </a:cubicBezTo>
                  <a:cubicBezTo>
                    <a:pt x="6461" y="3082"/>
                    <a:pt x="7577" y="2787"/>
                    <a:pt x="8556" y="220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3"/>
            <p:cNvSpPr/>
            <p:nvPr/>
          </p:nvSpPr>
          <p:spPr>
            <a:xfrm>
              <a:off x="13722139" y="6898597"/>
              <a:ext cx="274348" cy="98824"/>
            </a:xfrm>
            <a:custGeom>
              <a:avLst/>
              <a:gdLst/>
              <a:ahLst/>
              <a:cxnLst/>
              <a:rect l="l" t="t" r="r" b="b"/>
              <a:pathLst>
                <a:path w="8556" h="3082" extrusionOk="0">
                  <a:moveTo>
                    <a:pt x="1" y="0"/>
                  </a:moveTo>
                  <a:lnTo>
                    <a:pt x="1" y="0"/>
                  </a:lnTo>
                  <a:cubicBezTo>
                    <a:pt x="208" y="340"/>
                    <a:pt x="1659" y="2638"/>
                    <a:pt x="4523" y="3034"/>
                  </a:cubicBezTo>
                  <a:cubicBezTo>
                    <a:pt x="4786" y="3066"/>
                    <a:pt x="5049" y="3082"/>
                    <a:pt x="5313" y="3082"/>
                  </a:cubicBezTo>
                  <a:cubicBezTo>
                    <a:pt x="6449" y="3082"/>
                    <a:pt x="7577" y="2786"/>
                    <a:pt x="8556" y="220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3"/>
            <p:cNvSpPr/>
            <p:nvPr/>
          </p:nvSpPr>
          <p:spPr>
            <a:xfrm>
              <a:off x="13693761" y="6972924"/>
              <a:ext cx="273739" cy="98440"/>
            </a:xfrm>
            <a:custGeom>
              <a:avLst/>
              <a:gdLst/>
              <a:ahLst/>
              <a:cxnLst/>
              <a:rect l="l" t="t" r="r" b="b"/>
              <a:pathLst>
                <a:path w="8537" h="3070" extrusionOk="0">
                  <a:moveTo>
                    <a:pt x="0" y="0"/>
                  </a:moveTo>
                  <a:cubicBezTo>
                    <a:pt x="189" y="320"/>
                    <a:pt x="1659" y="2619"/>
                    <a:pt x="4523" y="3015"/>
                  </a:cubicBezTo>
                  <a:cubicBezTo>
                    <a:pt x="4796" y="3052"/>
                    <a:pt x="5070" y="3070"/>
                    <a:pt x="5343" y="3070"/>
                  </a:cubicBezTo>
                  <a:cubicBezTo>
                    <a:pt x="6463" y="3070"/>
                    <a:pt x="7567" y="2765"/>
                    <a:pt x="8536" y="220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3"/>
            <p:cNvSpPr/>
            <p:nvPr/>
          </p:nvSpPr>
          <p:spPr>
            <a:xfrm>
              <a:off x="13670803" y="7082875"/>
              <a:ext cx="274316" cy="99049"/>
            </a:xfrm>
            <a:custGeom>
              <a:avLst/>
              <a:gdLst/>
              <a:ahLst/>
              <a:cxnLst/>
              <a:rect l="l" t="t" r="r" b="b"/>
              <a:pathLst>
                <a:path w="8555" h="3089" extrusionOk="0">
                  <a:moveTo>
                    <a:pt x="0" y="0"/>
                  </a:moveTo>
                  <a:lnTo>
                    <a:pt x="0" y="0"/>
                  </a:lnTo>
                  <a:cubicBezTo>
                    <a:pt x="208" y="340"/>
                    <a:pt x="1677" y="2638"/>
                    <a:pt x="4523" y="3034"/>
                  </a:cubicBezTo>
                  <a:cubicBezTo>
                    <a:pt x="4795" y="3071"/>
                    <a:pt x="5068" y="3089"/>
                    <a:pt x="5342" y="3089"/>
                  </a:cubicBezTo>
                  <a:cubicBezTo>
                    <a:pt x="6468" y="3089"/>
                    <a:pt x="7584" y="2781"/>
                    <a:pt x="8555" y="220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3"/>
            <p:cNvSpPr/>
            <p:nvPr/>
          </p:nvSpPr>
          <p:spPr>
            <a:xfrm>
              <a:off x="13322192" y="6142152"/>
              <a:ext cx="245939" cy="142882"/>
            </a:xfrm>
            <a:custGeom>
              <a:avLst/>
              <a:gdLst/>
              <a:ahLst/>
              <a:cxnLst/>
              <a:rect l="l" t="t" r="r" b="b"/>
              <a:pathLst>
                <a:path w="7670" h="4456" extrusionOk="0">
                  <a:moveTo>
                    <a:pt x="0" y="1"/>
                  </a:moveTo>
                  <a:cubicBezTo>
                    <a:pt x="773" y="1659"/>
                    <a:pt x="2092" y="2978"/>
                    <a:pt x="3731" y="3769"/>
                  </a:cubicBezTo>
                  <a:cubicBezTo>
                    <a:pt x="4723" y="4220"/>
                    <a:pt x="5788" y="4455"/>
                    <a:pt x="6857" y="4455"/>
                  </a:cubicBezTo>
                  <a:cubicBezTo>
                    <a:pt x="7128" y="4455"/>
                    <a:pt x="7399" y="4440"/>
                    <a:pt x="7669" y="441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3"/>
            <p:cNvSpPr/>
            <p:nvPr/>
          </p:nvSpPr>
          <p:spPr>
            <a:xfrm>
              <a:off x="13330048" y="6271438"/>
              <a:ext cx="244720" cy="81830"/>
            </a:xfrm>
            <a:custGeom>
              <a:avLst/>
              <a:gdLst/>
              <a:ahLst/>
              <a:cxnLst/>
              <a:rect l="l" t="t" r="r" b="b"/>
              <a:pathLst>
                <a:path w="7632" h="2552" extrusionOk="0">
                  <a:moveTo>
                    <a:pt x="0" y="1"/>
                  </a:moveTo>
                  <a:lnTo>
                    <a:pt x="0" y="1"/>
                  </a:lnTo>
                  <a:cubicBezTo>
                    <a:pt x="1206" y="1094"/>
                    <a:pt x="2638" y="1885"/>
                    <a:pt x="4221" y="2281"/>
                  </a:cubicBezTo>
                  <a:cubicBezTo>
                    <a:pt x="4974" y="2459"/>
                    <a:pt x="5752" y="2552"/>
                    <a:pt x="6527" y="2552"/>
                  </a:cubicBezTo>
                  <a:cubicBezTo>
                    <a:pt x="6897" y="2552"/>
                    <a:pt x="7266" y="2531"/>
                    <a:pt x="7631" y="248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3"/>
            <p:cNvSpPr/>
            <p:nvPr/>
          </p:nvSpPr>
          <p:spPr>
            <a:xfrm>
              <a:off x="13307057" y="6337908"/>
              <a:ext cx="273130" cy="101229"/>
            </a:xfrm>
            <a:custGeom>
              <a:avLst/>
              <a:gdLst/>
              <a:ahLst/>
              <a:cxnLst/>
              <a:rect l="l" t="t" r="r" b="b"/>
              <a:pathLst>
                <a:path w="8518" h="3157" extrusionOk="0">
                  <a:moveTo>
                    <a:pt x="1" y="1"/>
                  </a:moveTo>
                  <a:lnTo>
                    <a:pt x="1" y="1"/>
                  </a:lnTo>
                  <a:cubicBezTo>
                    <a:pt x="2007" y="2024"/>
                    <a:pt x="4708" y="3157"/>
                    <a:pt x="7522" y="3157"/>
                  </a:cubicBezTo>
                  <a:cubicBezTo>
                    <a:pt x="7853" y="3157"/>
                    <a:pt x="8185" y="3141"/>
                    <a:pt x="8518" y="311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3"/>
            <p:cNvSpPr/>
            <p:nvPr/>
          </p:nvSpPr>
          <p:spPr>
            <a:xfrm>
              <a:off x="13317350" y="6440613"/>
              <a:ext cx="261041" cy="103153"/>
            </a:xfrm>
            <a:custGeom>
              <a:avLst/>
              <a:gdLst/>
              <a:ahLst/>
              <a:cxnLst/>
              <a:rect l="l" t="t" r="r" b="b"/>
              <a:pathLst>
                <a:path w="8141" h="3217" extrusionOk="0">
                  <a:moveTo>
                    <a:pt x="0" y="1"/>
                  </a:moveTo>
                  <a:cubicBezTo>
                    <a:pt x="584" y="1131"/>
                    <a:pt x="1527" y="2055"/>
                    <a:pt x="2657" y="2620"/>
                  </a:cubicBezTo>
                  <a:cubicBezTo>
                    <a:pt x="3540" y="3065"/>
                    <a:pt x="4424" y="3216"/>
                    <a:pt x="5216" y="3216"/>
                  </a:cubicBezTo>
                  <a:cubicBezTo>
                    <a:pt x="6740" y="3216"/>
                    <a:pt x="7930" y="2656"/>
                    <a:pt x="8140" y="254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3"/>
            <p:cNvSpPr/>
            <p:nvPr/>
          </p:nvSpPr>
          <p:spPr>
            <a:xfrm>
              <a:off x="13317350" y="6555405"/>
              <a:ext cx="271302" cy="73044"/>
            </a:xfrm>
            <a:custGeom>
              <a:avLst/>
              <a:gdLst/>
              <a:ahLst/>
              <a:cxnLst/>
              <a:rect l="l" t="t" r="r" b="b"/>
              <a:pathLst>
                <a:path w="8461" h="2278" extrusionOk="0">
                  <a:moveTo>
                    <a:pt x="0" y="1"/>
                  </a:moveTo>
                  <a:lnTo>
                    <a:pt x="0" y="1"/>
                  </a:lnTo>
                  <a:cubicBezTo>
                    <a:pt x="792" y="1000"/>
                    <a:pt x="1866" y="1734"/>
                    <a:pt x="3091" y="2074"/>
                  </a:cubicBezTo>
                  <a:cubicBezTo>
                    <a:pt x="3614" y="2218"/>
                    <a:pt x="4120" y="2277"/>
                    <a:pt x="4597" y="2277"/>
                  </a:cubicBezTo>
                  <a:cubicBezTo>
                    <a:pt x="6679" y="2277"/>
                    <a:pt x="8231" y="1146"/>
                    <a:pt x="8461" y="96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3"/>
            <p:cNvSpPr/>
            <p:nvPr/>
          </p:nvSpPr>
          <p:spPr>
            <a:xfrm>
              <a:off x="13273838" y="6624890"/>
              <a:ext cx="308786" cy="73621"/>
            </a:xfrm>
            <a:custGeom>
              <a:avLst/>
              <a:gdLst/>
              <a:ahLst/>
              <a:cxnLst/>
              <a:rect l="l" t="t" r="r" b="b"/>
              <a:pathLst>
                <a:path w="9630" h="2296" extrusionOk="0">
                  <a:moveTo>
                    <a:pt x="1" y="1"/>
                  </a:moveTo>
                  <a:lnTo>
                    <a:pt x="1" y="1"/>
                  </a:lnTo>
                  <a:cubicBezTo>
                    <a:pt x="943" y="1037"/>
                    <a:pt x="2168" y="1772"/>
                    <a:pt x="3543" y="2092"/>
                  </a:cubicBezTo>
                  <a:cubicBezTo>
                    <a:pt x="4134" y="2236"/>
                    <a:pt x="4704" y="2296"/>
                    <a:pt x="5243" y="2296"/>
                  </a:cubicBezTo>
                  <a:cubicBezTo>
                    <a:pt x="7594" y="2296"/>
                    <a:pt x="9353" y="1164"/>
                    <a:pt x="9629" y="98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3"/>
            <p:cNvSpPr/>
            <p:nvPr/>
          </p:nvSpPr>
          <p:spPr>
            <a:xfrm>
              <a:off x="13276852" y="6719161"/>
              <a:ext cx="308786" cy="73012"/>
            </a:xfrm>
            <a:custGeom>
              <a:avLst/>
              <a:gdLst/>
              <a:ahLst/>
              <a:cxnLst/>
              <a:rect l="l" t="t" r="r" b="b"/>
              <a:pathLst>
                <a:path w="9630" h="2277" extrusionOk="0">
                  <a:moveTo>
                    <a:pt x="1" y="0"/>
                  </a:moveTo>
                  <a:lnTo>
                    <a:pt x="1" y="0"/>
                  </a:lnTo>
                  <a:cubicBezTo>
                    <a:pt x="943" y="1037"/>
                    <a:pt x="2168" y="1753"/>
                    <a:pt x="3524" y="2073"/>
                  </a:cubicBezTo>
                  <a:cubicBezTo>
                    <a:pt x="4119" y="2217"/>
                    <a:pt x="4693" y="2277"/>
                    <a:pt x="5235" y="2277"/>
                  </a:cubicBezTo>
                  <a:cubicBezTo>
                    <a:pt x="7595" y="2277"/>
                    <a:pt x="9354" y="1149"/>
                    <a:pt x="9629" y="98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3"/>
            <p:cNvSpPr/>
            <p:nvPr/>
          </p:nvSpPr>
          <p:spPr>
            <a:xfrm>
              <a:off x="13256940" y="6817024"/>
              <a:ext cx="308754" cy="73044"/>
            </a:xfrm>
            <a:custGeom>
              <a:avLst/>
              <a:gdLst/>
              <a:ahLst/>
              <a:cxnLst/>
              <a:rect l="l" t="t" r="r" b="b"/>
              <a:pathLst>
                <a:path w="9629" h="2278" extrusionOk="0">
                  <a:moveTo>
                    <a:pt x="0" y="1"/>
                  </a:moveTo>
                  <a:lnTo>
                    <a:pt x="0" y="1"/>
                  </a:lnTo>
                  <a:cubicBezTo>
                    <a:pt x="942" y="1037"/>
                    <a:pt x="2167" y="1753"/>
                    <a:pt x="3524" y="2073"/>
                  </a:cubicBezTo>
                  <a:cubicBezTo>
                    <a:pt x="4118" y="2218"/>
                    <a:pt x="4691" y="2277"/>
                    <a:pt x="5232" y="2277"/>
                  </a:cubicBezTo>
                  <a:cubicBezTo>
                    <a:pt x="7593" y="2277"/>
                    <a:pt x="9353" y="1146"/>
                    <a:pt x="9629" y="96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3"/>
            <p:cNvSpPr/>
            <p:nvPr/>
          </p:nvSpPr>
          <p:spPr>
            <a:xfrm>
              <a:off x="13257517" y="6904048"/>
              <a:ext cx="308786" cy="73012"/>
            </a:xfrm>
            <a:custGeom>
              <a:avLst/>
              <a:gdLst/>
              <a:ahLst/>
              <a:cxnLst/>
              <a:rect l="l" t="t" r="r" b="b"/>
              <a:pathLst>
                <a:path w="9630" h="2277" extrusionOk="0">
                  <a:moveTo>
                    <a:pt x="1" y="0"/>
                  </a:moveTo>
                  <a:cubicBezTo>
                    <a:pt x="943" y="1018"/>
                    <a:pt x="2168" y="1752"/>
                    <a:pt x="3543" y="2073"/>
                  </a:cubicBezTo>
                  <a:cubicBezTo>
                    <a:pt x="4134" y="2217"/>
                    <a:pt x="4704" y="2276"/>
                    <a:pt x="5243" y="2276"/>
                  </a:cubicBezTo>
                  <a:cubicBezTo>
                    <a:pt x="7594" y="2276"/>
                    <a:pt x="9354" y="1145"/>
                    <a:pt x="9630" y="96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3"/>
            <p:cNvSpPr/>
            <p:nvPr/>
          </p:nvSpPr>
          <p:spPr>
            <a:xfrm>
              <a:off x="13244242" y="6986199"/>
              <a:ext cx="308754" cy="73589"/>
            </a:xfrm>
            <a:custGeom>
              <a:avLst/>
              <a:gdLst/>
              <a:ahLst/>
              <a:cxnLst/>
              <a:rect l="l" t="t" r="r" b="b"/>
              <a:pathLst>
                <a:path w="9629" h="2295" extrusionOk="0">
                  <a:moveTo>
                    <a:pt x="0" y="1"/>
                  </a:moveTo>
                  <a:lnTo>
                    <a:pt x="0" y="1"/>
                  </a:lnTo>
                  <a:cubicBezTo>
                    <a:pt x="942" y="1037"/>
                    <a:pt x="2167" y="1753"/>
                    <a:pt x="3524" y="2092"/>
                  </a:cubicBezTo>
                  <a:cubicBezTo>
                    <a:pt x="4113" y="2235"/>
                    <a:pt x="4682" y="2294"/>
                    <a:pt x="5220" y="2294"/>
                  </a:cubicBezTo>
                  <a:cubicBezTo>
                    <a:pt x="7587" y="2294"/>
                    <a:pt x="9353" y="1149"/>
                    <a:pt x="9629" y="9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3"/>
            <p:cNvSpPr/>
            <p:nvPr/>
          </p:nvSpPr>
          <p:spPr>
            <a:xfrm>
              <a:off x="13477451" y="5798960"/>
              <a:ext cx="97317" cy="338991"/>
            </a:xfrm>
            <a:custGeom>
              <a:avLst/>
              <a:gdLst/>
              <a:ahLst/>
              <a:cxnLst/>
              <a:rect l="l" t="t" r="r" b="b"/>
              <a:pathLst>
                <a:path w="3035" h="10572" extrusionOk="0">
                  <a:moveTo>
                    <a:pt x="3034" y="1"/>
                  </a:moveTo>
                  <a:lnTo>
                    <a:pt x="3034" y="1"/>
                  </a:lnTo>
                  <a:cubicBezTo>
                    <a:pt x="2262" y="830"/>
                    <a:pt x="1678" y="1829"/>
                    <a:pt x="1301" y="2903"/>
                  </a:cubicBezTo>
                  <a:cubicBezTo>
                    <a:pt x="1" y="6558"/>
                    <a:pt x="1734" y="9856"/>
                    <a:pt x="2111" y="10572"/>
                  </a:cubicBezTo>
                  <a:lnTo>
                    <a:pt x="30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3"/>
            <p:cNvSpPr/>
            <p:nvPr/>
          </p:nvSpPr>
          <p:spPr>
            <a:xfrm>
              <a:off x="13769274" y="5690227"/>
              <a:ext cx="95490" cy="267679"/>
            </a:xfrm>
            <a:custGeom>
              <a:avLst/>
              <a:gdLst/>
              <a:ahLst/>
              <a:cxnLst/>
              <a:rect l="l" t="t" r="r" b="b"/>
              <a:pathLst>
                <a:path w="2978" h="8348" extrusionOk="0">
                  <a:moveTo>
                    <a:pt x="2168" y="0"/>
                  </a:moveTo>
                  <a:cubicBezTo>
                    <a:pt x="566" y="1658"/>
                    <a:pt x="1" y="3957"/>
                    <a:pt x="754" y="5841"/>
                  </a:cubicBezTo>
                  <a:cubicBezTo>
                    <a:pt x="1188" y="6897"/>
                    <a:pt x="1960" y="7782"/>
                    <a:pt x="2978" y="8348"/>
                  </a:cubicBezTo>
                  <a:lnTo>
                    <a:pt x="21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3"/>
            <p:cNvSpPr/>
            <p:nvPr/>
          </p:nvSpPr>
          <p:spPr>
            <a:xfrm>
              <a:off x="13665961" y="5833398"/>
              <a:ext cx="190370" cy="201208"/>
            </a:xfrm>
            <a:custGeom>
              <a:avLst/>
              <a:gdLst/>
              <a:ahLst/>
              <a:cxnLst/>
              <a:rect l="l" t="t" r="r" b="b"/>
              <a:pathLst>
                <a:path w="5937" h="6275" extrusionOk="0">
                  <a:moveTo>
                    <a:pt x="302" y="1"/>
                  </a:moveTo>
                  <a:lnTo>
                    <a:pt x="302" y="1"/>
                  </a:lnTo>
                  <a:cubicBezTo>
                    <a:pt x="1" y="2300"/>
                    <a:pt x="924" y="4485"/>
                    <a:pt x="2657" y="5541"/>
                  </a:cubicBezTo>
                  <a:cubicBezTo>
                    <a:pt x="3458" y="6033"/>
                    <a:pt x="4371" y="6274"/>
                    <a:pt x="5305" y="6274"/>
                  </a:cubicBezTo>
                  <a:cubicBezTo>
                    <a:pt x="5515" y="6274"/>
                    <a:pt x="5725" y="6262"/>
                    <a:pt x="5936" y="623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3"/>
            <p:cNvSpPr/>
            <p:nvPr/>
          </p:nvSpPr>
          <p:spPr>
            <a:xfrm>
              <a:off x="13618216" y="5942162"/>
              <a:ext cx="189761" cy="201400"/>
            </a:xfrm>
            <a:custGeom>
              <a:avLst/>
              <a:gdLst/>
              <a:ahLst/>
              <a:cxnLst/>
              <a:rect l="l" t="t" r="r" b="b"/>
              <a:pathLst>
                <a:path w="5918" h="6281" extrusionOk="0">
                  <a:moveTo>
                    <a:pt x="284" y="1"/>
                  </a:moveTo>
                  <a:lnTo>
                    <a:pt x="284" y="1"/>
                  </a:lnTo>
                  <a:cubicBezTo>
                    <a:pt x="1" y="2299"/>
                    <a:pt x="905" y="4466"/>
                    <a:pt x="2639" y="5540"/>
                  </a:cubicBezTo>
                  <a:cubicBezTo>
                    <a:pt x="3430" y="6027"/>
                    <a:pt x="4333" y="6281"/>
                    <a:pt x="5256" y="6281"/>
                  </a:cubicBezTo>
                  <a:cubicBezTo>
                    <a:pt x="5476" y="6281"/>
                    <a:pt x="5697" y="6266"/>
                    <a:pt x="5918" y="6238"/>
                  </a:cubicBezTo>
                  <a:lnTo>
                    <a:pt x="2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3"/>
            <p:cNvSpPr/>
            <p:nvPr/>
          </p:nvSpPr>
          <p:spPr>
            <a:xfrm>
              <a:off x="13595867" y="6049099"/>
              <a:ext cx="190370" cy="201432"/>
            </a:xfrm>
            <a:custGeom>
              <a:avLst/>
              <a:gdLst/>
              <a:ahLst/>
              <a:cxnLst/>
              <a:rect l="l" t="t" r="r" b="b"/>
              <a:pathLst>
                <a:path w="5937" h="6282" extrusionOk="0">
                  <a:moveTo>
                    <a:pt x="302" y="1"/>
                  </a:moveTo>
                  <a:cubicBezTo>
                    <a:pt x="1" y="2300"/>
                    <a:pt x="924" y="4485"/>
                    <a:pt x="2658" y="5559"/>
                  </a:cubicBezTo>
                  <a:cubicBezTo>
                    <a:pt x="3448" y="6031"/>
                    <a:pt x="4349" y="6281"/>
                    <a:pt x="5272" y="6281"/>
                  </a:cubicBezTo>
                  <a:cubicBezTo>
                    <a:pt x="5492" y="6281"/>
                    <a:pt x="5714" y="6267"/>
                    <a:pt x="5936" y="623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3"/>
            <p:cNvSpPr/>
            <p:nvPr/>
          </p:nvSpPr>
          <p:spPr>
            <a:xfrm>
              <a:off x="13542703" y="6154240"/>
              <a:ext cx="207877" cy="214194"/>
            </a:xfrm>
            <a:custGeom>
              <a:avLst/>
              <a:gdLst/>
              <a:ahLst/>
              <a:cxnLst/>
              <a:rect l="l" t="t" r="r" b="b"/>
              <a:pathLst>
                <a:path w="6483" h="6680" extrusionOk="0">
                  <a:moveTo>
                    <a:pt x="246" y="0"/>
                  </a:moveTo>
                  <a:cubicBezTo>
                    <a:pt x="227" y="226"/>
                    <a:pt x="1" y="3599"/>
                    <a:pt x="2601" y="5540"/>
                  </a:cubicBezTo>
                  <a:cubicBezTo>
                    <a:pt x="3641" y="6285"/>
                    <a:pt x="4872" y="6680"/>
                    <a:pt x="6147" y="6680"/>
                  </a:cubicBezTo>
                  <a:cubicBezTo>
                    <a:pt x="6259" y="6680"/>
                    <a:pt x="6370" y="6677"/>
                    <a:pt x="6483" y="6671"/>
                  </a:cubicBezTo>
                  <a:lnTo>
                    <a:pt x="2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3"/>
            <p:cNvSpPr/>
            <p:nvPr/>
          </p:nvSpPr>
          <p:spPr>
            <a:xfrm>
              <a:off x="13507047" y="6274484"/>
              <a:ext cx="207877" cy="214803"/>
            </a:xfrm>
            <a:custGeom>
              <a:avLst/>
              <a:gdLst/>
              <a:ahLst/>
              <a:cxnLst/>
              <a:rect l="l" t="t" r="r" b="b"/>
              <a:pathLst>
                <a:path w="6483" h="6699" extrusionOk="0">
                  <a:moveTo>
                    <a:pt x="246" y="0"/>
                  </a:moveTo>
                  <a:lnTo>
                    <a:pt x="246" y="0"/>
                  </a:lnTo>
                  <a:cubicBezTo>
                    <a:pt x="227" y="245"/>
                    <a:pt x="1" y="3618"/>
                    <a:pt x="2601" y="5559"/>
                  </a:cubicBezTo>
                  <a:cubicBezTo>
                    <a:pt x="3641" y="6304"/>
                    <a:pt x="4872" y="6698"/>
                    <a:pt x="6147" y="6698"/>
                  </a:cubicBezTo>
                  <a:cubicBezTo>
                    <a:pt x="6259" y="6698"/>
                    <a:pt x="6371" y="6695"/>
                    <a:pt x="6483" y="6689"/>
                  </a:cubicBezTo>
                  <a:lnTo>
                    <a:pt x="2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3"/>
            <p:cNvSpPr/>
            <p:nvPr/>
          </p:nvSpPr>
          <p:spPr>
            <a:xfrm>
              <a:off x="13484698" y="6386230"/>
              <a:ext cx="207268" cy="214226"/>
            </a:xfrm>
            <a:custGeom>
              <a:avLst/>
              <a:gdLst/>
              <a:ahLst/>
              <a:cxnLst/>
              <a:rect l="l" t="t" r="r" b="b"/>
              <a:pathLst>
                <a:path w="6464" h="6681" extrusionOk="0">
                  <a:moveTo>
                    <a:pt x="246" y="1"/>
                  </a:moveTo>
                  <a:lnTo>
                    <a:pt x="246" y="1"/>
                  </a:lnTo>
                  <a:cubicBezTo>
                    <a:pt x="227" y="227"/>
                    <a:pt x="1" y="3600"/>
                    <a:pt x="2601" y="5541"/>
                  </a:cubicBezTo>
                  <a:cubicBezTo>
                    <a:pt x="3623" y="6286"/>
                    <a:pt x="4869" y="6680"/>
                    <a:pt x="6132" y="6680"/>
                  </a:cubicBezTo>
                  <a:cubicBezTo>
                    <a:pt x="6243" y="6680"/>
                    <a:pt x="6353" y="6677"/>
                    <a:pt x="6464" y="6671"/>
                  </a:cubicBezTo>
                  <a:lnTo>
                    <a:pt x="2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3"/>
            <p:cNvSpPr/>
            <p:nvPr/>
          </p:nvSpPr>
          <p:spPr>
            <a:xfrm>
              <a:off x="13463567" y="6481111"/>
              <a:ext cx="207877" cy="214803"/>
            </a:xfrm>
            <a:custGeom>
              <a:avLst/>
              <a:gdLst/>
              <a:ahLst/>
              <a:cxnLst/>
              <a:rect l="l" t="t" r="r" b="b"/>
              <a:pathLst>
                <a:path w="6483" h="6699" extrusionOk="0">
                  <a:moveTo>
                    <a:pt x="264" y="0"/>
                  </a:moveTo>
                  <a:lnTo>
                    <a:pt x="264" y="0"/>
                  </a:lnTo>
                  <a:cubicBezTo>
                    <a:pt x="226" y="245"/>
                    <a:pt x="0" y="3618"/>
                    <a:pt x="2619" y="5559"/>
                  </a:cubicBezTo>
                  <a:cubicBezTo>
                    <a:pt x="3642" y="6304"/>
                    <a:pt x="4887" y="6698"/>
                    <a:pt x="6151" y="6698"/>
                  </a:cubicBezTo>
                  <a:cubicBezTo>
                    <a:pt x="6261" y="6698"/>
                    <a:pt x="6372" y="6695"/>
                    <a:pt x="6482" y="6689"/>
                  </a:cubicBezTo>
                  <a:lnTo>
                    <a:pt x="2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3"/>
            <p:cNvSpPr/>
            <p:nvPr/>
          </p:nvSpPr>
          <p:spPr>
            <a:xfrm>
              <a:off x="13891314" y="5542183"/>
              <a:ext cx="164974" cy="280986"/>
            </a:xfrm>
            <a:custGeom>
              <a:avLst/>
              <a:gdLst/>
              <a:ahLst/>
              <a:cxnLst/>
              <a:rect l="l" t="t" r="r" b="b"/>
              <a:pathLst>
                <a:path w="5145" h="8763" extrusionOk="0">
                  <a:moveTo>
                    <a:pt x="5145" y="1"/>
                  </a:moveTo>
                  <a:lnTo>
                    <a:pt x="5145" y="1"/>
                  </a:lnTo>
                  <a:cubicBezTo>
                    <a:pt x="4429" y="114"/>
                    <a:pt x="3751" y="378"/>
                    <a:pt x="3148" y="755"/>
                  </a:cubicBezTo>
                  <a:cubicBezTo>
                    <a:pt x="962" y="2187"/>
                    <a:pt x="1" y="5314"/>
                    <a:pt x="491" y="8763"/>
                  </a:cubicBezTo>
                  <a:lnTo>
                    <a:pt x="51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3"/>
            <p:cNvSpPr/>
            <p:nvPr/>
          </p:nvSpPr>
          <p:spPr>
            <a:xfrm>
              <a:off x="13876820" y="5764522"/>
              <a:ext cx="220575" cy="178538"/>
            </a:xfrm>
            <a:custGeom>
              <a:avLst/>
              <a:gdLst/>
              <a:ahLst/>
              <a:cxnLst/>
              <a:rect l="l" t="t" r="r" b="b"/>
              <a:pathLst>
                <a:path w="6879" h="5568" extrusionOk="0">
                  <a:moveTo>
                    <a:pt x="6803" y="1"/>
                  </a:moveTo>
                  <a:lnTo>
                    <a:pt x="1" y="5390"/>
                  </a:lnTo>
                  <a:cubicBezTo>
                    <a:pt x="487" y="5509"/>
                    <a:pt x="975" y="5567"/>
                    <a:pt x="1456" y="5567"/>
                  </a:cubicBezTo>
                  <a:cubicBezTo>
                    <a:pt x="3027" y="5567"/>
                    <a:pt x="4512" y="4947"/>
                    <a:pt x="5522" y="3807"/>
                  </a:cubicBezTo>
                  <a:cubicBezTo>
                    <a:pt x="6426" y="2752"/>
                    <a:pt x="6878" y="1376"/>
                    <a:pt x="68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3"/>
            <p:cNvSpPr/>
            <p:nvPr/>
          </p:nvSpPr>
          <p:spPr>
            <a:xfrm>
              <a:off x="13827280" y="5971758"/>
              <a:ext cx="273130" cy="99209"/>
            </a:xfrm>
            <a:custGeom>
              <a:avLst/>
              <a:gdLst/>
              <a:ahLst/>
              <a:cxnLst/>
              <a:rect l="l" t="t" r="r" b="b"/>
              <a:pathLst>
                <a:path w="8518" h="3094" extrusionOk="0">
                  <a:moveTo>
                    <a:pt x="8518" y="1"/>
                  </a:moveTo>
                  <a:lnTo>
                    <a:pt x="1" y="1603"/>
                  </a:lnTo>
                  <a:cubicBezTo>
                    <a:pt x="1091" y="2576"/>
                    <a:pt x="2458" y="3093"/>
                    <a:pt x="3813" y="3093"/>
                  </a:cubicBezTo>
                  <a:cubicBezTo>
                    <a:pt x="4425" y="3093"/>
                    <a:pt x="5035" y="2988"/>
                    <a:pt x="5616" y="2771"/>
                  </a:cubicBezTo>
                  <a:cubicBezTo>
                    <a:pt x="6897" y="2243"/>
                    <a:pt x="7933" y="1263"/>
                    <a:pt x="8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3"/>
            <p:cNvSpPr/>
            <p:nvPr/>
          </p:nvSpPr>
          <p:spPr>
            <a:xfrm>
              <a:off x="13810959" y="6075072"/>
              <a:ext cx="273739" cy="99690"/>
            </a:xfrm>
            <a:custGeom>
              <a:avLst/>
              <a:gdLst/>
              <a:ahLst/>
              <a:cxnLst/>
              <a:rect l="l" t="t" r="r" b="b"/>
              <a:pathLst>
                <a:path w="8537" h="3109" extrusionOk="0">
                  <a:moveTo>
                    <a:pt x="8537" y="1"/>
                  </a:moveTo>
                  <a:lnTo>
                    <a:pt x="1" y="1603"/>
                  </a:lnTo>
                  <a:cubicBezTo>
                    <a:pt x="1097" y="2581"/>
                    <a:pt x="2473" y="3108"/>
                    <a:pt x="3835" y="3108"/>
                  </a:cubicBezTo>
                  <a:cubicBezTo>
                    <a:pt x="4440" y="3108"/>
                    <a:pt x="5042" y="3004"/>
                    <a:pt x="5616" y="2790"/>
                  </a:cubicBezTo>
                  <a:cubicBezTo>
                    <a:pt x="6897" y="2262"/>
                    <a:pt x="7952" y="1263"/>
                    <a:pt x="8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3"/>
            <p:cNvSpPr/>
            <p:nvPr/>
          </p:nvSpPr>
          <p:spPr>
            <a:xfrm>
              <a:off x="13777740" y="6189287"/>
              <a:ext cx="273739" cy="99466"/>
            </a:xfrm>
            <a:custGeom>
              <a:avLst/>
              <a:gdLst/>
              <a:ahLst/>
              <a:cxnLst/>
              <a:rect l="l" t="t" r="r" b="b"/>
              <a:pathLst>
                <a:path w="8537" h="3102" extrusionOk="0">
                  <a:moveTo>
                    <a:pt x="8536" y="0"/>
                  </a:moveTo>
                  <a:lnTo>
                    <a:pt x="0" y="1602"/>
                  </a:lnTo>
                  <a:cubicBezTo>
                    <a:pt x="1103" y="2575"/>
                    <a:pt x="2473" y="3101"/>
                    <a:pt x="3823" y="3101"/>
                  </a:cubicBezTo>
                  <a:cubicBezTo>
                    <a:pt x="4434" y="3101"/>
                    <a:pt x="5040" y="2993"/>
                    <a:pt x="5616" y="2770"/>
                  </a:cubicBezTo>
                  <a:cubicBezTo>
                    <a:pt x="6916" y="2261"/>
                    <a:pt x="7952" y="1263"/>
                    <a:pt x="8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3"/>
            <p:cNvSpPr/>
            <p:nvPr/>
          </p:nvSpPr>
          <p:spPr>
            <a:xfrm>
              <a:off x="13739678" y="6319182"/>
              <a:ext cx="273739" cy="99049"/>
            </a:xfrm>
            <a:custGeom>
              <a:avLst/>
              <a:gdLst/>
              <a:ahLst/>
              <a:cxnLst/>
              <a:rect l="l" t="t" r="r" b="b"/>
              <a:pathLst>
                <a:path w="8537" h="3089" extrusionOk="0">
                  <a:moveTo>
                    <a:pt x="8536" y="0"/>
                  </a:moveTo>
                  <a:lnTo>
                    <a:pt x="0" y="1583"/>
                  </a:lnTo>
                  <a:cubicBezTo>
                    <a:pt x="1096" y="2562"/>
                    <a:pt x="2473" y="3089"/>
                    <a:pt x="3835" y="3089"/>
                  </a:cubicBezTo>
                  <a:cubicBezTo>
                    <a:pt x="4440" y="3089"/>
                    <a:pt x="5042" y="2985"/>
                    <a:pt x="5616" y="2770"/>
                  </a:cubicBezTo>
                  <a:cubicBezTo>
                    <a:pt x="6897" y="2243"/>
                    <a:pt x="7952" y="1263"/>
                    <a:pt x="8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3"/>
            <p:cNvSpPr/>
            <p:nvPr/>
          </p:nvSpPr>
          <p:spPr>
            <a:xfrm>
              <a:off x="13716720" y="6430352"/>
              <a:ext cx="273739" cy="98792"/>
            </a:xfrm>
            <a:custGeom>
              <a:avLst/>
              <a:gdLst/>
              <a:ahLst/>
              <a:cxnLst/>
              <a:rect l="l" t="t" r="r" b="b"/>
              <a:pathLst>
                <a:path w="8537" h="3081" extrusionOk="0">
                  <a:moveTo>
                    <a:pt x="8536" y="0"/>
                  </a:moveTo>
                  <a:lnTo>
                    <a:pt x="0" y="1583"/>
                  </a:lnTo>
                  <a:cubicBezTo>
                    <a:pt x="1110" y="2562"/>
                    <a:pt x="2491" y="3080"/>
                    <a:pt x="3849" y="3080"/>
                  </a:cubicBezTo>
                  <a:cubicBezTo>
                    <a:pt x="4451" y="3080"/>
                    <a:pt x="5048" y="2979"/>
                    <a:pt x="5616" y="2770"/>
                  </a:cubicBezTo>
                  <a:cubicBezTo>
                    <a:pt x="6916" y="2243"/>
                    <a:pt x="7952" y="1244"/>
                    <a:pt x="8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3"/>
            <p:cNvSpPr/>
            <p:nvPr/>
          </p:nvSpPr>
          <p:spPr>
            <a:xfrm>
              <a:off x="13677440" y="6539116"/>
              <a:ext cx="273739" cy="99658"/>
            </a:xfrm>
            <a:custGeom>
              <a:avLst/>
              <a:gdLst/>
              <a:ahLst/>
              <a:cxnLst/>
              <a:rect l="l" t="t" r="r" b="b"/>
              <a:pathLst>
                <a:path w="8537" h="3108" extrusionOk="0">
                  <a:moveTo>
                    <a:pt x="8536" y="0"/>
                  </a:moveTo>
                  <a:lnTo>
                    <a:pt x="1" y="1602"/>
                  </a:lnTo>
                  <a:cubicBezTo>
                    <a:pt x="1097" y="2580"/>
                    <a:pt x="2473" y="3107"/>
                    <a:pt x="3835" y="3107"/>
                  </a:cubicBezTo>
                  <a:cubicBezTo>
                    <a:pt x="4440" y="3107"/>
                    <a:pt x="5042" y="3003"/>
                    <a:pt x="5616" y="2789"/>
                  </a:cubicBezTo>
                  <a:cubicBezTo>
                    <a:pt x="6897" y="2261"/>
                    <a:pt x="7952" y="1263"/>
                    <a:pt x="8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3"/>
            <p:cNvSpPr/>
            <p:nvPr/>
          </p:nvSpPr>
          <p:spPr>
            <a:xfrm>
              <a:off x="13655700" y="6644835"/>
              <a:ext cx="273707" cy="99209"/>
            </a:xfrm>
            <a:custGeom>
              <a:avLst/>
              <a:gdLst/>
              <a:ahLst/>
              <a:cxnLst/>
              <a:rect l="l" t="t" r="r" b="b"/>
              <a:pathLst>
                <a:path w="8536" h="3094" extrusionOk="0">
                  <a:moveTo>
                    <a:pt x="8536" y="1"/>
                  </a:moveTo>
                  <a:lnTo>
                    <a:pt x="0" y="1602"/>
                  </a:lnTo>
                  <a:cubicBezTo>
                    <a:pt x="1090" y="2576"/>
                    <a:pt x="2458" y="3093"/>
                    <a:pt x="3813" y="3093"/>
                  </a:cubicBezTo>
                  <a:cubicBezTo>
                    <a:pt x="4425" y="3093"/>
                    <a:pt x="5035" y="2987"/>
                    <a:pt x="5615" y="2770"/>
                  </a:cubicBezTo>
                  <a:cubicBezTo>
                    <a:pt x="6897" y="2243"/>
                    <a:pt x="7952" y="1263"/>
                    <a:pt x="8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3"/>
            <p:cNvSpPr/>
            <p:nvPr/>
          </p:nvSpPr>
          <p:spPr>
            <a:xfrm>
              <a:off x="13636974" y="6737887"/>
              <a:ext cx="273707" cy="99177"/>
            </a:xfrm>
            <a:custGeom>
              <a:avLst/>
              <a:gdLst/>
              <a:ahLst/>
              <a:cxnLst/>
              <a:rect l="l" t="t" r="r" b="b"/>
              <a:pathLst>
                <a:path w="8536" h="3093" extrusionOk="0">
                  <a:moveTo>
                    <a:pt x="8536" y="0"/>
                  </a:moveTo>
                  <a:lnTo>
                    <a:pt x="0" y="1602"/>
                  </a:lnTo>
                  <a:cubicBezTo>
                    <a:pt x="1103" y="2575"/>
                    <a:pt x="2466" y="3093"/>
                    <a:pt x="3816" y="3093"/>
                  </a:cubicBezTo>
                  <a:cubicBezTo>
                    <a:pt x="4427" y="3093"/>
                    <a:pt x="5035" y="2987"/>
                    <a:pt x="5615" y="2770"/>
                  </a:cubicBezTo>
                  <a:cubicBezTo>
                    <a:pt x="6915" y="2243"/>
                    <a:pt x="7952" y="1263"/>
                    <a:pt x="8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3"/>
            <p:cNvSpPr/>
            <p:nvPr/>
          </p:nvSpPr>
          <p:spPr>
            <a:xfrm>
              <a:off x="13458116" y="6614629"/>
              <a:ext cx="188542" cy="220094"/>
            </a:xfrm>
            <a:custGeom>
              <a:avLst/>
              <a:gdLst/>
              <a:ahLst/>
              <a:cxnLst/>
              <a:rect l="l" t="t" r="r" b="b"/>
              <a:pathLst>
                <a:path w="5880" h="6864" extrusionOk="0">
                  <a:moveTo>
                    <a:pt x="528" y="0"/>
                  </a:moveTo>
                  <a:lnTo>
                    <a:pt x="528" y="0"/>
                  </a:lnTo>
                  <a:cubicBezTo>
                    <a:pt x="1" y="2073"/>
                    <a:pt x="585" y="4202"/>
                    <a:pt x="2073" y="5540"/>
                  </a:cubicBezTo>
                  <a:cubicBezTo>
                    <a:pt x="3072" y="6396"/>
                    <a:pt x="4340" y="6864"/>
                    <a:pt x="5655" y="6864"/>
                  </a:cubicBezTo>
                  <a:cubicBezTo>
                    <a:pt x="5730" y="6864"/>
                    <a:pt x="5805" y="6862"/>
                    <a:pt x="5880" y="6859"/>
                  </a:cubicBezTo>
                  <a:lnTo>
                    <a:pt x="5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3"/>
            <p:cNvSpPr/>
            <p:nvPr/>
          </p:nvSpPr>
          <p:spPr>
            <a:xfrm>
              <a:off x="13442404" y="6706464"/>
              <a:ext cx="187933" cy="220094"/>
            </a:xfrm>
            <a:custGeom>
              <a:avLst/>
              <a:gdLst/>
              <a:ahLst/>
              <a:cxnLst/>
              <a:rect l="l" t="t" r="r" b="b"/>
              <a:pathLst>
                <a:path w="5861" h="6864" extrusionOk="0">
                  <a:moveTo>
                    <a:pt x="528" y="1"/>
                  </a:moveTo>
                  <a:lnTo>
                    <a:pt x="528" y="1"/>
                  </a:lnTo>
                  <a:cubicBezTo>
                    <a:pt x="1" y="2073"/>
                    <a:pt x="585" y="4202"/>
                    <a:pt x="2073" y="5540"/>
                  </a:cubicBezTo>
                  <a:cubicBezTo>
                    <a:pt x="3054" y="6396"/>
                    <a:pt x="4338" y="6864"/>
                    <a:pt x="5639" y="6864"/>
                  </a:cubicBezTo>
                  <a:cubicBezTo>
                    <a:pt x="5713" y="6864"/>
                    <a:pt x="5787" y="6862"/>
                    <a:pt x="5861" y="6859"/>
                  </a:cubicBezTo>
                  <a:lnTo>
                    <a:pt x="5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3"/>
            <p:cNvSpPr/>
            <p:nvPr/>
          </p:nvSpPr>
          <p:spPr>
            <a:xfrm>
              <a:off x="13413417" y="6850275"/>
              <a:ext cx="187933" cy="219485"/>
            </a:xfrm>
            <a:custGeom>
              <a:avLst/>
              <a:gdLst/>
              <a:ahLst/>
              <a:cxnLst/>
              <a:rect l="l" t="t" r="r" b="b"/>
              <a:pathLst>
                <a:path w="5861" h="6845" extrusionOk="0">
                  <a:moveTo>
                    <a:pt x="528" y="0"/>
                  </a:moveTo>
                  <a:lnTo>
                    <a:pt x="528" y="0"/>
                  </a:lnTo>
                  <a:cubicBezTo>
                    <a:pt x="0" y="2054"/>
                    <a:pt x="584" y="4183"/>
                    <a:pt x="2054" y="5521"/>
                  </a:cubicBezTo>
                  <a:cubicBezTo>
                    <a:pt x="3053" y="6377"/>
                    <a:pt x="4321" y="6844"/>
                    <a:pt x="5636" y="6844"/>
                  </a:cubicBezTo>
                  <a:cubicBezTo>
                    <a:pt x="5710" y="6844"/>
                    <a:pt x="5785" y="6843"/>
                    <a:pt x="5860" y="6840"/>
                  </a:cubicBezTo>
                  <a:lnTo>
                    <a:pt x="5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3"/>
            <p:cNvSpPr/>
            <p:nvPr/>
          </p:nvSpPr>
          <p:spPr>
            <a:xfrm>
              <a:off x="13628509" y="6865378"/>
              <a:ext cx="273739" cy="99177"/>
            </a:xfrm>
            <a:custGeom>
              <a:avLst/>
              <a:gdLst/>
              <a:ahLst/>
              <a:cxnLst/>
              <a:rect l="l" t="t" r="r" b="b"/>
              <a:pathLst>
                <a:path w="8537" h="3093" extrusionOk="0">
                  <a:moveTo>
                    <a:pt x="8536" y="0"/>
                  </a:moveTo>
                  <a:lnTo>
                    <a:pt x="0" y="1602"/>
                  </a:lnTo>
                  <a:cubicBezTo>
                    <a:pt x="1091" y="2575"/>
                    <a:pt x="2458" y="3093"/>
                    <a:pt x="3813" y="3093"/>
                  </a:cubicBezTo>
                  <a:cubicBezTo>
                    <a:pt x="4425" y="3093"/>
                    <a:pt x="5035" y="2987"/>
                    <a:pt x="5615" y="2770"/>
                  </a:cubicBezTo>
                  <a:cubicBezTo>
                    <a:pt x="6897" y="2242"/>
                    <a:pt x="7952" y="1263"/>
                    <a:pt x="85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3"/>
            <p:cNvSpPr/>
            <p:nvPr/>
          </p:nvSpPr>
          <p:spPr>
            <a:xfrm>
              <a:off x="13592244" y="6957212"/>
              <a:ext cx="273739" cy="99466"/>
            </a:xfrm>
            <a:custGeom>
              <a:avLst/>
              <a:gdLst/>
              <a:ahLst/>
              <a:cxnLst/>
              <a:rect l="l" t="t" r="r" b="b"/>
              <a:pathLst>
                <a:path w="8537" h="3102" extrusionOk="0">
                  <a:moveTo>
                    <a:pt x="8537" y="0"/>
                  </a:moveTo>
                  <a:lnTo>
                    <a:pt x="1" y="1602"/>
                  </a:lnTo>
                  <a:cubicBezTo>
                    <a:pt x="1090" y="2575"/>
                    <a:pt x="2466" y="3101"/>
                    <a:pt x="3819" y="3101"/>
                  </a:cubicBezTo>
                  <a:cubicBezTo>
                    <a:pt x="4432" y="3101"/>
                    <a:pt x="5040" y="2993"/>
                    <a:pt x="5616" y="2770"/>
                  </a:cubicBezTo>
                  <a:cubicBezTo>
                    <a:pt x="6916" y="2261"/>
                    <a:pt x="7952" y="1263"/>
                    <a:pt x="85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3"/>
            <p:cNvSpPr/>
            <p:nvPr/>
          </p:nvSpPr>
          <p:spPr>
            <a:xfrm>
              <a:off x="13582592" y="7039972"/>
              <a:ext cx="273739" cy="99209"/>
            </a:xfrm>
            <a:custGeom>
              <a:avLst/>
              <a:gdLst/>
              <a:ahLst/>
              <a:cxnLst/>
              <a:rect l="l" t="t" r="r" b="b"/>
              <a:pathLst>
                <a:path w="8537" h="3094" extrusionOk="0">
                  <a:moveTo>
                    <a:pt x="8536" y="1"/>
                  </a:moveTo>
                  <a:lnTo>
                    <a:pt x="0" y="1602"/>
                  </a:lnTo>
                  <a:cubicBezTo>
                    <a:pt x="1103" y="2576"/>
                    <a:pt x="2475" y="3093"/>
                    <a:pt x="3825" y="3093"/>
                  </a:cubicBezTo>
                  <a:cubicBezTo>
                    <a:pt x="4435" y="3093"/>
                    <a:pt x="5041" y="2987"/>
                    <a:pt x="5615" y="2770"/>
                  </a:cubicBezTo>
                  <a:cubicBezTo>
                    <a:pt x="6916" y="2243"/>
                    <a:pt x="7952" y="1263"/>
                    <a:pt x="8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3"/>
            <p:cNvSpPr/>
            <p:nvPr/>
          </p:nvSpPr>
          <p:spPr>
            <a:xfrm>
              <a:off x="13522823" y="5725563"/>
              <a:ext cx="423547" cy="1627555"/>
            </a:xfrm>
            <a:custGeom>
              <a:avLst/>
              <a:gdLst/>
              <a:ahLst/>
              <a:cxnLst/>
              <a:rect l="l" t="t" r="r" b="b"/>
              <a:pathLst>
                <a:path w="13209" h="50758" extrusionOk="0">
                  <a:moveTo>
                    <a:pt x="12780" y="1"/>
                  </a:moveTo>
                  <a:cubicBezTo>
                    <a:pt x="12623" y="1"/>
                    <a:pt x="12461" y="84"/>
                    <a:pt x="12397" y="274"/>
                  </a:cubicBezTo>
                  <a:cubicBezTo>
                    <a:pt x="7272" y="16686"/>
                    <a:pt x="3146" y="33399"/>
                    <a:pt x="55" y="50320"/>
                  </a:cubicBezTo>
                  <a:cubicBezTo>
                    <a:pt x="1" y="50592"/>
                    <a:pt x="223" y="50757"/>
                    <a:pt x="436" y="50757"/>
                  </a:cubicBezTo>
                  <a:cubicBezTo>
                    <a:pt x="590" y="50757"/>
                    <a:pt x="740" y="50669"/>
                    <a:pt x="771" y="50470"/>
                  </a:cubicBezTo>
                  <a:cubicBezTo>
                    <a:pt x="3862" y="33550"/>
                    <a:pt x="7988" y="16836"/>
                    <a:pt x="13132" y="424"/>
                  </a:cubicBezTo>
                  <a:cubicBezTo>
                    <a:pt x="13209" y="162"/>
                    <a:pt x="12999" y="1"/>
                    <a:pt x="127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0" name="Google Shape;1380;p33"/>
          <p:cNvGrpSpPr/>
          <p:nvPr/>
        </p:nvGrpSpPr>
        <p:grpSpPr>
          <a:xfrm flipH="1">
            <a:off x="8040697" y="-246834"/>
            <a:ext cx="903592" cy="1751679"/>
            <a:chOff x="9924822" y="195528"/>
            <a:chExt cx="903592" cy="1751679"/>
          </a:xfrm>
        </p:grpSpPr>
        <p:sp>
          <p:nvSpPr>
            <p:cNvPr id="1381" name="Google Shape;1381;p33"/>
            <p:cNvSpPr/>
            <p:nvPr/>
          </p:nvSpPr>
          <p:spPr>
            <a:xfrm>
              <a:off x="9953520" y="1095657"/>
              <a:ext cx="835037" cy="842476"/>
            </a:xfrm>
            <a:custGeom>
              <a:avLst/>
              <a:gdLst/>
              <a:ahLst/>
              <a:cxnLst/>
              <a:rect l="l" t="t" r="r" b="b"/>
              <a:pathLst>
                <a:path w="26042" h="26274" extrusionOk="0">
                  <a:moveTo>
                    <a:pt x="0" y="0"/>
                  </a:moveTo>
                  <a:lnTo>
                    <a:pt x="0" y="0"/>
                  </a:lnTo>
                  <a:cubicBezTo>
                    <a:pt x="585" y="6256"/>
                    <a:pt x="2337" y="12324"/>
                    <a:pt x="5163" y="17920"/>
                  </a:cubicBezTo>
                  <a:cubicBezTo>
                    <a:pt x="7462" y="22385"/>
                    <a:pt x="9346" y="26097"/>
                    <a:pt x="12229" y="26267"/>
                  </a:cubicBezTo>
                  <a:cubicBezTo>
                    <a:pt x="12301" y="26272"/>
                    <a:pt x="12372" y="26274"/>
                    <a:pt x="12443" y="26274"/>
                  </a:cubicBezTo>
                  <a:cubicBezTo>
                    <a:pt x="17500" y="26274"/>
                    <a:pt x="21970" y="15201"/>
                    <a:pt x="23215" y="12116"/>
                  </a:cubicBezTo>
                  <a:cubicBezTo>
                    <a:pt x="24553" y="8800"/>
                    <a:pt x="25495" y="5333"/>
                    <a:pt x="26041" y="180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3"/>
            <p:cNvSpPr/>
            <p:nvPr/>
          </p:nvSpPr>
          <p:spPr>
            <a:xfrm>
              <a:off x="10076041" y="1397004"/>
              <a:ext cx="63585" cy="233241"/>
            </a:xfrm>
            <a:custGeom>
              <a:avLst/>
              <a:gdLst/>
              <a:ahLst/>
              <a:cxnLst/>
              <a:rect l="l" t="t" r="r" b="b"/>
              <a:pathLst>
                <a:path w="1983" h="7274" extrusionOk="0">
                  <a:moveTo>
                    <a:pt x="1531" y="0"/>
                  </a:moveTo>
                  <a:cubicBezTo>
                    <a:pt x="1300" y="0"/>
                    <a:pt x="1060" y="146"/>
                    <a:pt x="1041" y="438"/>
                  </a:cubicBezTo>
                  <a:cubicBezTo>
                    <a:pt x="871" y="2549"/>
                    <a:pt x="551" y="4640"/>
                    <a:pt x="80" y="6694"/>
                  </a:cubicBezTo>
                  <a:cubicBezTo>
                    <a:pt x="1" y="7045"/>
                    <a:pt x="288" y="7273"/>
                    <a:pt x="564" y="7273"/>
                  </a:cubicBezTo>
                  <a:cubicBezTo>
                    <a:pt x="747" y="7273"/>
                    <a:pt x="924" y="7172"/>
                    <a:pt x="984" y="6939"/>
                  </a:cubicBezTo>
                  <a:cubicBezTo>
                    <a:pt x="1474" y="4810"/>
                    <a:pt x="1795" y="2643"/>
                    <a:pt x="1964" y="438"/>
                  </a:cubicBezTo>
                  <a:cubicBezTo>
                    <a:pt x="1983" y="146"/>
                    <a:pt x="1762" y="0"/>
                    <a:pt x="1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3"/>
            <p:cNvSpPr/>
            <p:nvPr/>
          </p:nvSpPr>
          <p:spPr>
            <a:xfrm>
              <a:off x="10099833" y="1386871"/>
              <a:ext cx="272200" cy="221024"/>
            </a:xfrm>
            <a:custGeom>
              <a:avLst/>
              <a:gdLst/>
              <a:ahLst/>
              <a:cxnLst/>
              <a:rect l="l" t="t" r="r" b="b"/>
              <a:pathLst>
                <a:path w="8489" h="6893" extrusionOk="0">
                  <a:moveTo>
                    <a:pt x="686" y="1"/>
                  </a:moveTo>
                  <a:cubicBezTo>
                    <a:pt x="322" y="1"/>
                    <a:pt x="0" y="470"/>
                    <a:pt x="337" y="792"/>
                  </a:cubicBezTo>
                  <a:cubicBezTo>
                    <a:pt x="2654" y="2940"/>
                    <a:pt x="5085" y="4937"/>
                    <a:pt x="7629" y="6803"/>
                  </a:cubicBezTo>
                  <a:cubicBezTo>
                    <a:pt x="7711" y="6865"/>
                    <a:pt x="7793" y="6892"/>
                    <a:pt x="7870" y="6892"/>
                  </a:cubicBezTo>
                  <a:cubicBezTo>
                    <a:pt x="8236" y="6892"/>
                    <a:pt x="8489" y="6291"/>
                    <a:pt x="8100" y="6011"/>
                  </a:cubicBezTo>
                  <a:cubicBezTo>
                    <a:pt x="5631" y="4184"/>
                    <a:pt x="3238" y="2224"/>
                    <a:pt x="996" y="133"/>
                  </a:cubicBezTo>
                  <a:cubicBezTo>
                    <a:pt x="899" y="40"/>
                    <a:pt x="791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3"/>
            <p:cNvSpPr/>
            <p:nvPr/>
          </p:nvSpPr>
          <p:spPr>
            <a:xfrm>
              <a:off x="10340320" y="1431217"/>
              <a:ext cx="216759" cy="180782"/>
            </a:xfrm>
            <a:custGeom>
              <a:avLst/>
              <a:gdLst/>
              <a:ahLst/>
              <a:cxnLst/>
              <a:rect l="l" t="t" r="r" b="b"/>
              <a:pathLst>
                <a:path w="6760" h="5638" extrusionOk="0">
                  <a:moveTo>
                    <a:pt x="6125" y="0"/>
                  </a:moveTo>
                  <a:cubicBezTo>
                    <a:pt x="6019" y="0"/>
                    <a:pt x="5911" y="48"/>
                    <a:pt x="5819" y="163"/>
                  </a:cubicBezTo>
                  <a:cubicBezTo>
                    <a:pt x="4274" y="1972"/>
                    <a:pt x="2465" y="3536"/>
                    <a:pt x="430" y="4760"/>
                  </a:cubicBezTo>
                  <a:cubicBezTo>
                    <a:pt x="0" y="5031"/>
                    <a:pt x="270" y="5638"/>
                    <a:pt x="671" y="5638"/>
                  </a:cubicBezTo>
                  <a:cubicBezTo>
                    <a:pt x="744" y="5638"/>
                    <a:pt x="822" y="5617"/>
                    <a:pt x="901" y="5571"/>
                  </a:cubicBezTo>
                  <a:lnTo>
                    <a:pt x="901" y="5552"/>
                  </a:lnTo>
                  <a:cubicBezTo>
                    <a:pt x="2993" y="4289"/>
                    <a:pt x="4877" y="2688"/>
                    <a:pt x="6460" y="803"/>
                  </a:cubicBezTo>
                  <a:cubicBezTo>
                    <a:pt x="6759" y="461"/>
                    <a:pt x="6455" y="0"/>
                    <a:pt x="6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3"/>
            <p:cNvSpPr/>
            <p:nvPr/>
          </p:nvSpPr>
          <p:spPr>
            <a:xfrm>
              <a:off x="10528798" y="1434841"/>
              <a:ext cx="130376" cy="209641"/>
            </a:xfrm>
            <a:custGeom>
              <a:avLst/>
              <a:gdLst/>
              <a:ahLst/>
              <a:cxnLst/>
              <a:rect l="l" t="t" r="r" b="b"/>
              <a:pathLst>
                <a:path w="4066" h="6538" extrusionOk="0">
                  <a:moveTo>
                    <a:pt x="645" y="0"/>
                  </a:moveTo>
                  <a:cubicBezTo>
                    <a:pt x="326" y="0"/>
                    <a:pt x="1" y="336"/>
                    <a:pt x="224" y="690"/>
                  </a:cubicBezTo>
                  <a:cubicBezTo>
                    <a:pt x="1279" y="2462"/>
                    <a:pt x="2221" y="4308"/>
                    <a:pt x="3031" y="6230"/>
                  </a:cubicBezTo>
                  <a:cubicBezTo>
                    <a:pt x="3120" y="6445"/>
                    <a:pt x="3314" y="6537"/>
                    <a:pt x="3501" y="6537"/>
                  </a:cubicBezTo>
                  <a:cubicBezTo>
                    <a:pt x="3791" y="6537"/>
                    <a:pt x="4066" y="6317"/>
                    <a:pt x="3917" y="5985"/>
                  </a:cubicBezTo>
                  <a:cubicBezTo>
                    <a:pt x="3107" y="3988"/>
                    <a:pt x="2127" y="2066"/>
                    <a:pt x="1015" y="219"/>
                  </a:cubicBezTo>
                  <a:cubicBezTo>
                    <a:pt x="924" y="65"/>
                    <a:pt x="785" y="0"/>
                    <a:pt x="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3"/>
            <p:cNvSpPr/>
            <p:nvPr/>
          </p:nvSpPr>
          <p:spPr>
            <a:xfrm>
              <a:off x="10068922" y="1265890"/>
              <a:ext cx="81605" cy="139130"/>
            </a:xfrm>
            <a:custGeom>
              <a:avLst/>
              <a:gdLst/>
              <a:ahLst/>
              <a:cxnLst/>
              <a:rect l="l" t="t" r="r" b="b"/>
              <a:pathLst>
                <a:path w="2545" h="4339" extrusionOk="0">
                  <a:moveTo>
                    <a:pt x="1159" y="0"/>
                  </a:moveTo>
                  <a:cubicBezTo>
                    <a:pt x="1013" y="0"/>
                    <a:pt x="867" y="15"/>
                    <a:pt x="716" y="43"/>
                  </a:cubicBezTo>
                  <a:cubicBezTo>
                    <a:pt x="315" y="120"/>
                    <a:pt x="305" y="562"/>
                    <a:pt x="527" y="801"/>
                  </a:cubicBezTo>
                  <a:lnTo>
                    <a:pt x="527" y="801"/>
                  </a:lnTo>
                  <a:lnTo>
                    <a:pt x="490" y="815"/>
                  </a:lnTo>
                  <a:cubicBezTo>
                    <a:pt x="95" y="966"/>
                    <a:pt x="0" y="1588"/>
                    <a:pt x="490" y="1701"/>
                  </a:cubicBezTo>
                  <a:lnTo>
                    <a:pt x="510" y="1706"/>
                  </a:lnTo>
                  <a:lnTo>
                    <a:pt x="510" y="1706"/>
                  </a:lnTo>
                  <a:cubicBezTo>
                    <a:pt x="513" y="1735"/>
                    <a:pt x="518" y="1764"/>
                    <a:pt x="526" y="1792"/>
                  </a:cubicBezTo>
                  <a:lnTo>
                    <a:pt x="526" y="1792"/>
                  </a:lnTo>
                  <a:cubicBezTo>
                    <a:pt x="359" y="1948"/>
                    <a:pt x="379" y="2240"/>
                    <a:pt x="528" y="2422"/>
                  </a:cubicBezTo>
                  <a:lnTo>
                    <a:pt x="528" y="2422"/>
                  </a:lnTo>
                  <a:lnTo>
                    <a:pt x="471" y="2455"/>
                  </a:lnTo>
                  <a:cubicBezTo>
                    <a:pt x="38" y="2718"/>
                    <a:pt x="264" y="3284"/>
                    <a:pt x="698" y="3321"/>
                  </a:cubicBezTo>
                  <a:lnTo>
                    <a:pt x="822" y="3338"/>
                  </a:lnTo>
                  <a:lnTo>
                    <a:pt x="822" y="3338"/>
                  </a:lnTo>
                  <a:cubicBezTo>
                    <a:pt x="831" y="3375"/>
                    <a:pt x="844" y="3411"/>
                    <a:pt x="861" y="3445"/>
                  </a:cubicBezTo>
                  <a:lnTo>
                    <a:pt x="861" y="3445"/>
                  </a:lnTo>
                  <a:cubicBezTo>
                    <a:pt x="825" y="3478"/>
                    <a:pt x="789" y="3512"/>
                    <a:pt x="754" y="3547"/>
                  </a:cubicBezTo>
                  <a:cubicBezTo>
                    <a:pt x="432" y="3869"/>
                    <a:pt x="758" y="4339"/>
                    <a:pt x="1113" y="4339"/>
                  </a:cubicBezTo>
                  <a:cubicBezTo>
                    <a:pt x="1216" y="4339"/>
                    <a:pt x="1321" y="4300"/>
                    <a:pt x="1414" y="4207"/>
                  </a:cubicBezTo>
                  <a:cubicBezTo>
                    <a:pt x="1583" y="4019"/>
                    <a:pt x="1790" y="3868"/>
                    <a:pt x="2035" y="3774"/>
                  </a:cubicBezTo>
                  <a:cubicBezTo>
                    <a:pt x="2393" y="3642"/>
                    <a:pt x="2544" y="2963"/>
                    <a:pt x="2035" y="2888"/>
                  </a:cubicBezTo>
                  <a:lnTo>
                    <a:pt x="2017" y="2885"/>
                  </a:lnTo>
                  <a:lnTo>
                    <a:pt x="2017" y="2885"/>
                  </a:lnTo>
                  <a:cubicBezTo>
                    <a:pt x="2001" y="2811"/>
                    <a:pt x="1961" y="2743"/>
                    <a:pt x="1907" y="2684"/>
                  </a:cubicBezTo>
                  <a:lnTo>
                    <a:pt x="1907" y="2684"/>
                  </a:lnTo>
                  <a:cubicBezTo>
                    <a:pt x="2109" y="2533"/>
                    <a:pt x="2147" y="2277"/>
                    <a:pt x="2050" y="2079"/>
                  </a:cubicBezTo>
                  <a:lnTo>
                    <a:pt x="2050" y="2079"/>
                  </a:lnTo>
                  <a:cubicBezTo>
                    <a:pt x="2297" y="1867"/>
                    <a:pt x="2188" y="1338"/>
                    <a:pt x="1847" y="1286"/>
                  </a:cubicBezTo>
                  <a:lnTo>
                    <a:pt x="1763" y="1274"/>
                  </a:lnTo>
                  <a:lnTo>
                    <a:pt x="1763" y="1274"/>
                  </a:lnTo>
                  <a:cubicBezTo>
                    <a:pt x="1964" y="1119"/>
                    <a:pt x="2036" y="819"/>
                    <a:pt x="1911" y="620"/>
                  </a:cubicBezTo>
                  <a:lnTo>
                    <a:pt x="1911" y="620"/>
                  </a:lnTo>
                  <a:cubicBezTo>
                    <a:pt x="1975" y="385"/>
                    <a:pt x="1858" y="128"/>
                    <a:pt x="1602" y="43"/>
                  </a:cubicBezTo>
                  <a:cubicBezTo>
                    <a:pt x="1451" y="15"/>
                    <a:pt x="1305" y="0"/>
                    <a:pt x="1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3"/>
            <p:cNvSpPr/>
            <p:nvPr/>
          </p:nvSpPr>
          <p:spPr>
            <a:xfrm>
              <a:off x="10513792" y="1308344"/>
              <a:ext cx="96516" cy="151732"/>
            </a:xfrm>
            <a:custGeom>
              <a:avLst/>
              <a:gdLst/>
              <a:ahLst/>
              <a:cxnLst/>
              <a:rect l="l" t="t" r="r" b="b"/>
              <a:pathLst>
                <a:path w="3010" h="4732" extrusionOk="0">
                  <a:moveTo>
                    <a:pt x="880" y="0"/>
                  </a:moveTo>
                  <a:cubicBezTo>
                    <a:pt x="425" y="0"/>
                    <a:pt x="313" y="526"/>
                    <a:pt x="546" y="792"/>
                  </a:cubicBezTo>
                  <a:lnTo>
                    <a:pt x="546" y="792"/>
                  </a:lnTo>
                  <a:lnTo>
                    <a:pt x="428" y="829"/>
                  </a:lnTo>
                  <a:cubicBezTo>
                    <a:pt x="43" y="946"/>
                    <a:pt x="0" y="1449"/>
                    <a:pt x="298" y="1653"/>
                  </a:cubicBezTo>
                  <a:lnTo>
                    <a:pt x="298" y="1653"/>
                  </a:lnTo>
                  <a:cubicBezTo>
                    <a:pt x="90" y="1886"/>
                    <a:pt x="164" y="2341"/>
                    <a:pt x="522" y="2431"/>
                  </a:cubicBezTo>
                  <a:cubicBezTo>
                    <a:pt x="542" y="2435"/>
                    <a:pt x="562" y="2440"/>
                    <a:pt x="582" y="2445"/>
                  </a:cubicBezTo>
                  <a:lnTo>
                    <a:pt x="582" y="2445"/>
                  </a:lnTo>
                  <a:lnTo>
                    <a:pt x="447" y="2487"/>
                  </a:lnTo>
                  <a:cubicBezTo>
                    <a:pt x="118" y="2602"/>
                    <a:pt x="39" y="2988"/>
                    <a:pt x="209" y="3225"/>
                  </a:cubicBezTo>
                  <a:lnTo>
                    <a:pt x="209" y="3225"/>
                  </a:lnTo>
                  <a:cubicBezTo>
                    <a:pt x="47" y="3424"/>
                    <a:pt x="79" y="3738"/>
                    <a:pt x="306" y="3892"/>
                  </a:cubicBezTo>
                  <a:lnTo>
                    <a:pt x="306" y="3892"/>
                  </a:lnTo>
                  <a:cubicBezTo>
                    <a:pt x="181" y="4217"/>
                    <a:pt x="279" y="4568"/>
                    <a:pt x="767" y="4711"/>
                  </a:cubicBezTo>
                  <a:cubicBezTo>
                    <a:pt x="817" y="4725"/>
                    <a:pt x="864" y="4732"/>
                    <a:pt x="909" y="4732"/>
                  </a:cubicBezTo>
                  <a:cubicBezTo>
                    <a:pt x="1225" y="4732"/>
                    <a:pt x="1402" y="4395"/>
                    <a:pt x="1331" y="4122"/>
                  </a:cubicBezTo>
                  <a:lnTo>
                    <a:pt x="1331" y="4122"/>
                  </a:lnTo>
                  <a:cubicBezTo>
                    <a:pt x="1481" y="4033"/>
                    <a:pt x="1559" y="3880"/>
                    <a:pt x="1563" y="3725"/>
                  </a:cubicBezTo>
                  <a:lnTo>
                    <a:pt x="1563" y="3725"/>
                  </a:lnTo>
                  <a:cubicBezTo>
                    <a:pt x="1624" y="3714"/>
                    <a:pt x="1686" y="3703"/>
                    <a:pt x="1747" y="3693"/>
                  </a:cubicBezTo>
                  <a:cubicBezTo>
                    <a:pt x="2100" y="3623"/>
                    <a:pt x="2157" y="3213"/>
                    <a:pt x="1989" y="2965"/>
                  </a:cubicBezTo>
                  <a:lnTo>
                    <a:pt x="1989" y="2965"/>
                  </a:lnTo>
                  <a:lnTo>
                    <a:pt x="2067" y="2940"/>
                  </a:lnTo>
                  <a:cubicBezTo>
                    <a:pt x="2444" y="2826"/>
                    <a:pt x="2520" y="2299"/>
                    <a:pt x="2180" y="2092"/>
                  </a:cubicBezTo>
                  <a:cubicBezTo>
                    <a:pt x="2078" y="2032"/>
                    <a:pt x="1975" y="1976"/>
                    <a:pt x="1872" y="1925"/>
                  </a:cubicBezTo>
                  <a:lnTo>
                    <a:pt x="1872" y="1925"/>
                  </a:lnTo>
                  <a:cubicBezTo>
                    <a:pt x="2012" y="1744"/>
                    <a:pt x="1999" y="1480"/>
                    <a:pt x="1847" y="1316"/>
                  </a:cubicBezTo>
                  <a:lnTo>
                    <a:pt x="1847" y="1316"/>
                  </a:lnTo>
                  <a:cubicBezTo>
                    <a:pt x="1883" y="1278"/>
                    <a:pt x="1913" y="1235"/>
                    <a:pt x="1935" y="1188"/>
                  </a:cubicBezTo>
                  <a:lnTo>
                    <a:pt x="1935" y="1188"/>
                  </a:lnTo>
                  <a:lnTo>
                    <a:pt x="2331" y="1149"/>
                  </a:lnTo>
                  <a:cubicBezTo>
                    <a:pt x="2840" y="1093"/>
                    <a:pt x="3009" y="396"/>
                    <a:pt x="2463" y="226"/>
                  </a:cubicBezTo>
                  <a:cubicBezTo>
                    <a:pt x="1954" y="75"/>
                    <a:pt x="1427" y="0"/>
                    <a:pt x="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3"/>
            <p:cNvSpPr/>
            <p:nvPr/>
          </p:nvSpPr>
          <p:spPr>
            <a:xfrm>
              <a:off x="10327270" y="1587598"/>
              <a:ext cx="45596" cy="88467"/>
            </a:xfrm>
            <a:custGeom>
              <a:avLst/>
              <a:gdLst/>
              <a:ahLst/>
              <a:cxnLst/>
              <a:rect l="l" t="t" r="r" b="b"/>
              <a:pathLst>
                <a:path w="1422" h="2759" extrusionOk="0">
                  <a:moveTo>
                    <a:pt x="474" y="1841"/>
                  </a:moveTo>
                  <a:lnTo>
                    <a:pt x="474" y="1841"/>
                  </a:lnTo>
                  <a:cubicBezTo>
                    <a:pt x="482" y="1842"/>
                    <a:pt x="490" y="1842"/>
                    <a:pt x="498" y="1843"/>
                  </a:cubicBezTo>
                  <a:cubicBezTo>
                    <a:pt x="489" y="1843"/>
                    <a:pt x="481" y="1842"/>
                    <a:pt x="474" y="1841"/>
                  </a:cubicBezTo>
                  <a:close/>
                  <a:moveTo>
                    <a:pt x="718" y="1"/>
                  </a:moveTo>
                  <a:cubicBezTo>
                    <a:pt x="432" y="1"/>
                    <a:pt x="157" y="184"/>
                    <a:pt x="65" y="486"/>
                  </a:cubicBezTo>
                  <a:cubicBezTo>
                    <a:pt x="33" y="675"/>
                    <a:pt x="67" y="864"/>
                    <a:pt x="167" y="1019"/>
                  </a:cubicBezTo>
                  <a:lnTo>
                    <a:pt x="167" y="1019"/>
                  </a:lnTo>
                  <a:cubicBezTo>
                    <a:pt x="120" y="1088"/>
                    <a:pt x="86" y="1164"/>
                    <a:pt x="65" y="1240"/>
                  </a:cubicBezTo>
                  <a:cubicBezTo>
                    <a:pt x="1" y="1494"/>
                    <a:pt x="139" y="1735"/>
                    <a:pt x="365" y="1816"/>
                  </a:cubicBezTo>
                  <a:lnTo>
                    <a:pt x="365" y="1816"/>
                  </a:lnTo>
                  <a:cubicBezTo>
                    <a:pt x="359" y="1824"/>
                    <a:pt x="354" y="1833"/>
                    <a:pt x="347" y="1843"/>
                  </a:cubicBezTo>
                  <a:cubicBezTo>
                    <a:pt x="310" y="1918"/>
                    <a:pt x="291" y="1994"/>
                    <a:pt x="272" y="2088"/>
                  </a:cubicBezTo>
                  <a:cubicBezTo>
                    <a:pt x="253" y="2276"/>
                    <a:pt x="328" y="2465"/>
                    <a:pt x="460" y="2597"/>
                  </a:cubicBezTo>
                  <a:cubicBezTo>
                    <a:pt x="547" y="2711"/>
                    <a:pt x="652" y="2759"/>
                    <a:pt x="755" y="2759"/>
                  </a:cubicBezTo>
                  <a:cubicBezTo>
                    <a:pt x="1006" y="2759"/>
                    <a:pt x="1251" y="2478"/>
                    <a:pt x="1221" y="2186"/>
                  </a:cubicBezTo>
                  <a:lnTo>
                    <a:pt x="1221" y="2186"/>
                  </a:lnTo>
                  <a:cubicBezTo>
                    <a:pt x="1235" y="2175"/>
                    <a:pt x="1256" y="2140"/>
                    <a:pt x="1289" y="2069"/>
                  </a:cubicBezTo>
                  <a:cubicBezTo>
                    <a:pt x="1384" y="1843"/>
                    <a:pt x="1384" y="1598"/>
                    <a:pt x="1271" y="1391"/>
                  </a:cubicBezTo>
                  <a:lnTo>
                    <a:pt x="1271" y="1391"/>
                  </a:lnTo>
                  <a:cubicBezTo>
                    <a:pt x="1367" y="1282"/>
                    <a:pt x="1421" y="1138"/>
                    <a:pt x="1421" y="995"/>
                  </a:cubicBezTo>
                  <a:cubicBezTo>
                    <a:pt x="1407" y="870"/>
                    <a:pt x="1363" y="755"/>
                    <a:pt x="1287" y="658"/>
                  </a:cubicBezTo>
                  <a:lnTo>
                    <a:pt x="1287" y="658"/>
                  </a:lnTo>
                  <a:cubicBezTo>
                    <a:pt x="1375" y="462"/>
                    <a:pt x="1344" y="221"/>
                    <a:pt x="1101" y="91"/>
                  </a:cubicBezTo>
                  <a:lnTo>
                    <a:pt x="1101" y="91"/>
                  </a:lnTo>
                  <a:lnTo>
                    <a:pt x="1082" y="109"/>
                  </a:lnTo>
                  <a:cubicBezTo>
                    <a:pt x="968" y="35"/>
                    <a:pt x="842" y="1"/>
                    <a:pt x="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3"/>
            <p:cNvSpPr/>
            <p:nvPr/>
          </p:nvSpPr>
          <p:spPr>
            <a:xfrm>
              <a:off x="10323903" y="1663817"/>
              <a:ext cx="41685" cy="277523"/>
            </a:xfrm>
            <a:custGeom>
              <a:avLst/>
              <a:gdLst/>
              <a:ahLst/>
              <a:cxnLst/>
              <a:rect l="l" t="t" r="r" b="b"/>
              <a:pathLst>
                <a:path w="1300" h="8655" extrusionOk="0">
                  <a:moveTo>
                    <a:pt x="818" y="1"/>
                  </a:moveTo>
                  <a:cubicBezTo>
                    <a:pt x="583" y="1"/>
                    <a:pt x="330" y="151"/>
                    <a:pt x="302" y="446"/>
                  </a:cubicBezTo>
                  <a:cubicBezTo>
                    <a:pt x="0" y="3027"/>
                    <a:pt x="0" y="5627"/>
                    <a:pt x="339" y="8209"/>
                  </a:cubicBezTo>
                  <a:cubicBezTo>
                    <a:pt x="377" y="8503"/>
                    <a:pt x="631" y="8654"/>
                    <a:pt x="863" y="8654"/>
                  </a:cubicBezTo>
                  <a:cubicBezTo>
                    <a:pt x="1092" y="8654"/>
                    <a:pt x="1300" y="8508"/>
                    <a:pt x="1262" y="8209"/>
                  </a:cubicBezTo>
                  <a:cubicBezTo>
                    <a:pt x="942" y="5627"/>
                    <a:pt x="923" y="3027"/>
                    <a:pt x="1225" y="446"/>
                  </a:cubicBezTo>
                  <a:cubicBezTo>
                    <a:pt x="1262" y="147"/>
                    <a:pt x="1049" y="1"/>
                    <a:pt x="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3"/>
            <p:cNvSpPr/>
            <p:nvPr/>
          </p:nvSpPr>
          <p:spPr>
            <a:xfrm>
              <a:off x="10074341" y="1609595"/>
              <a:ext cx="67817" cy="57653"/>
            </a:xfrm>
            <a:custGeom>
              <a:avLst/>
              <a:gdLst/>
              <a:ahLst/>
              <a:cxnLst/>
              <a:rect l="l" t="t" r="r" b="b"/>
              <a:pathLst>
                <a:path w="2115" h="1798" extrusionOk="0">
                  <a:moveTo>
                    <a:pt x="660" y="1"/>
                  </a:moveTo>
                  <a:cubicBezTo>
                    <a:pt x="613" y="1"/>
                    <a:pt x="563" y="9"/>
                    <a:pt x="510" y="26"/>
                  </a:cubicBezTo>
                  <a:cubicBezTo>
                    <a:pt x="284" y="64"/>
                    <a:pt x="114" y="234"/>
                    <a:pt x="76" y="460"/>
                  </a:cubicBezTo>
                  <a:cubicBezTo>
                    <a:pt x="1" y="761"/>
                    <a:pt x="208" y="1044"/>
                    <a:pt x="529" y="1044"/>
                  </a:cubicBezTo>
                  <a:cubicBezTo>
                    <a:pt x="623" y="1044"/>
                    <a:pt x="736" y="1063"/>
                    <a:pt x="830" y="1119"/>
                  </a:cubicBezTo>
                  <a:cubicBezTo>
                    <a:pt x="843" y="1132"/>
                    <a:pt x="855" y="1144"/>
                    <a:pt x="865" y="1154"/>
                  </a:cubicBezTo>
                  <a:lnTo>
                    <a:pt x="865" y="1154"/>
                  </a:lnTo>
                  <a:cubicBezTo>
                    <a:pt x="684" y="1485"/>
                    <a:pt x="995" y="1797"/>
                    <a:pt x="1314" y="1797"/>
                  </a:cubicBezTo>
                  <a:cubicBezTo>
                    <a:pt x="1454" y="1797"/>
                    <a:pt x="1596" y="1737"/>
                    <a:pt x="1697" y="1590"/>
                  </a:cubicBezTo>
                  <a:cubicBezTo>
                    <a:pt x="2114" y="964"/>
                    <a:pt x="1588" y="397"/>
                    <a:pt x="995" y="197"/>
                  </a:cubicBezTo>
                  <a:lnTo>
                    <a:pt x="995" y="197"/>
                  </a:lnTo>
                  <a:cubicBezTo>
                    <a:pt x="924" y="82"/>
                    <a:pt x="808" y="1"/>
                    <a:pt x="6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3"/>
            <p:cNvSpPr/>
            <p:nvPr/>
          </p:nvSpPr>
          <p:spPr>
            <a:xfrm>
              <a:off x="10097556" y="1643904"/>
              <a:ext cx="272296" cy="303303"/>
            </a:xfrm>
            <a:custGeom>
              <a:avLst/>
              <a:gdLst/>
              <a:ahLst/>
              <a:cxnLst/>
              <a:rect l="l" t="t" r="r" b="b"/>
              <a:pathLst>
                <a:path w="8492" h="9459" extrusionOk="0">
                  <a:moveTo>
                    <a:pt x="564" y="0"/>
                  </a:moveTo>
                  <a:cubicBezTo>
                    <a:pt x="278" y="0"/>
                    <a:pt x="0" y="218"/>
                    <a:pt x="125" y="558"/>
                  </a:cubicBezTo>
                  <a:lnTo>
                    <a:pt x="144" y="558"/>
                  </a:lnTo>
                  <a:cubicBezTo>
                    <a:pt x="1500" y="4308"/>
                    <a:pt x="3705" y="8189"/>
                    <a:pt x="7719" y="9433"/>
                  </a:cubicBezTo>
                  <a:cubicBezTo>
                    <a:pt x="7774" y="9451"/>
                    <a:pt x="7827" y="9459"/>
                    <a:pt x="7876" y="9459"/>
                  </a:cubicBezTo>
                  <a:cubicBezTo>
                    <a:pt x="8342" y="9459"/>
                    <a:pt x="8492" y="8718"/>
                    <a:pt x="7963" y="8547"/>
                  </a:cubicBezTo>
                  <a:cubicBezTo>
                    <a:pt x="4289" y="7398"/>
                    <a:pt x="2273" y="3724"/>
                    <a:pt x="1029" y="313"/>
                  </a:cubicBezTo>
                  <a:cubicBezTo>
                    <a:pt x="947" y="95"/>
                    <a:pt x="75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3"/>
            <p:cNvSpPr/>
            <p:nvPr/>
          </p:nvSpPr>
          <p:spPr>
            <a:xfrm>
              <a:off x="10602227" y="1620689"/>
              <a:ext cx="52651" cy="65894"/>
            </a:xfrm>
            <a:custGeom>
              <a:avLst/>
              <a:gdLst/>
              <a:ahLst/>
              <a:cxnLst/>
              <a:rect l="l" t="t" r="r" b="b"/>
              <a:pathLst>
                <a:path w="1642" h="2055" extrusionOk="0">
                  <a:moveTo>
                    <a:pt x="921" y="0"/>
                  </a:moveTo>
                  <a:cubicBezTo>
                    <a:pt x="678" y="0"/>
                    <a:pt x="451" y="110"/>
                    <a:pt x="346" y="378"/>
                  </a:cubicBezTo>
                  <a:cubicBezTo>
                    <a:pt x="270" y="547"/>
                    <a:pt x="289" y="754"/>
                    <a:pt x="383" y="924"/>
                  </a:cubicBezTo>
                  <a:cubicBezTo>
                    <a:pt x="398" y="943"/>
                    <a:pt x="414" y="963"/>
                    <a:pt x="430" y="981"/>
                  </a:cubicBezTo>
                  <a:lnTo>
                    <a:pt x="430" y="981"/>
                  </a:lnTo>
                  <a:cubicBezTo>
                    <a:pt x="427" y="988"/>
                    <a:pt x="424" y="994"/>
                    <a:pt x="421" y="999"/>
                  </a:cubicBezTo>
                  <a:cubicBezTo>
                    <a:pt x="393" y="1056"/>
                    <a:pt x="375" y="1116"/>
                    <a:pt x="367" y="1177"/>
                  </a:cubicBezTo>
                  <a:lnTo>
                    <a:pt x="367" y="1177"/>
                  </a:lnTo>
                  <a:cubicBezTo>
                    <a:pt x="0" y="1361"/>
                    <a:pt x="75" y="2038"/>
                    <a:pt x="591" y="2055"/>
                  </a:cubicBezTo>
                  <a:cubicBezTo>
                    <a:pt x="911" y="2055"/>
                    <a:pt x="1212" y="1904"/>
                    <a:pt x="1363" y="1621"/>
                  </a:cubicBezTo>
                  <a:cubicBezTo>
                    <a:pt x="1443" y="1483"/>
                    <a:pt x="1445" y="1335"/>
                    <a:pt x="1394" y="1209"/>
                  </a:cubicBezTo>
                  <a:lnTo>
                    <a:pt x="1394" y="1209"/>
                  </a:lnTo>
                  <a:cubicBezTo>
                    <a:pt x="1484" y="1082"/>
                    <a:pt x="1556" y="955"/>
                    <a:pt x="1533" y="754"/>
                  </a:cubicBezTo>
                  <a:cubicBezTo>
                    <a:pt x="1529" y="741"/>
                    <a:pt x="1526" y="727"/>
                    <a:pt x="1522" y="714"/>
                  </a:cubicBezTo>
                  <a:lnTo>
                    <a:pt x="1522" y="714"/>
                  </a:lnTo>
                  <a:cubicBezTo>
                    <a:pt x="1641" y="511"/>
                    <a:pt x="1628" y="237"/>
                    <a:pt x="1363" y="95"/>
                  </a:cubicBezTo>
                  <a:lnTo>
                    <a:pt x="1363" y="95"/>
                  </a:lnTo>
                  <a:lnTo>
                    <a:pt x="1363" y="114"/>
                  </a:lnTo>
                  <a:cubicBezTo>
                    <a:pt x="1227" y="42"/>
                    <a:pt x="1071" y="0"/>
                    <a:pt x="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3"/>
            <p:cNvSpPr/>
            <p:nvPr/>
          </p:nvSpPr>
          <p:spPr>
            <a:xfrm>
              <a:off x="10333458" y="1666638"/>
              <a:ext cx="307439" cy="279799"/>
            </a:xfrm>
            <a:custGeom>
              <a:avLst/>
              <a:gdLst/>
              <a:ahLst/>
              <a:cxnLst/>
              <a:rect l="l" t="t" r="r" b="b"/>
              <a:pathLst>
                <a:path w="9588" h="8726" extrusionOk="0">
                  <a:moveTo>
                    <a:pt x="8926" y="0"/>
                  </a:moveTo>
                  <a:cubicBezTo>
                    <a:pt x="8784" y="0"/>
                    <a:pt x="8641" y="61"/>
                    <a:pt x="8539" y="207"/>
                  </a:cubicBezTo>
                  <a:cubicBezTo>
                    <a:pt x="7559" y="1639"/>
                    <a:pt x="6598" y="3052"/>
                    <a:pt x="5619" y="4484"/>
                  </a:cubicBezTo>
                  <a:cubicBezTo>
                    <a:pt x="4595" y="5952"/>
                    <a:pt x="3338" y="7807"/>
                    <a:pt x="1430" y="7807"/>
                  </a:cubicBezTo>
                  <a:cubicBezTo>
                    <a:pt x="1232" y="7807"/>
                    <a:pt x="1027" y="7787"/>
                    <a:pt x="814" y="7744"/>
                  </a:cubicBezTo>
                  <a:cubicBezTo>
                    <a:pt x="780" y="7737"/>
                    <a:pt x="746" y="7734"/>
                    <a:pt x="714" y="7734"/>
                  </a:cubicBezTo>
                  <a:cubicBezTo>
                    <a:pt x="202" y="7734"/>
                    <a:pt x="0" y="8542"/>
                    <a:pt x="550" y="8648"/>
                  </a:cubicBezTo>
                  <a:cubicBezTo>
                    <a:pt x="828" y="8701"/>
                    <a:pt x="1099" y="8726"/>
                    <a:pt x="1362" y="8726"/>
                  </a:cubicBezTo>
                  <a:cubicBezTo>
                    <a:pt x="2809" y="8726"/>
                    <a:pt x="4030" y="7969"/>
                    <a:pt x="5035" y="6821"/>
                  </a:cubicBezTo>
                  <a:cubicBezTo>
                    <a:pt x="6655" y="4955"/>
                    <a:pt x="7936" y="2732"/>
                    <a:pt x="9350" y="678"/>
                  </a:cubicBezTo>
                  <a:cubicBezTo>
                    <a:pt x="9587" y="334"/>
                    <a:pt x="9260" y="0"/>
                    <a:pt x="89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3"/>
            <p:cNvSpPr/>
            <p:nvPr/>
          </p:nvSpPr>
          <p:spPr>
            <a:xfrm>
              <a:off x="10088482" y="195689"/>
              <a:ext cx="224904" cy="1106884"/>
            </a:xfrm>
            <a:custGeom>
              <a:avLst/>
              <a:gdLst/>
              <a:ahLst/>
              <a:cxnLst/>
              <a:rect l="l" t="t" r="r" b="b"/>
              <a:pathLst>
                <a:path w="7014" h="34520" extrusionOk="0">
                  <a:moveTo>
                    <a:pt x="6448" y="1"/>
                  </a:moveTo>
                  <a:cubicBezTo>
                    <a:pt x="6263" y="1"/>
                    <a:pt x="6088" y="106"/>
                    <a:pt x="6042" y="350"/>
                  </a:cubicBezTo>
                  <a:cubicBezTo>
                    <a:pt x="4045" y="11543"/>
                    <a:pt x="2066" y="22735"/>
                    <a:pt x="69" y="33928"/>
                  </a:cubicBezTo>
                  <a:cubicBezTo>
                    <a:pt x="0" y="34282"/>
                    <a:pt x="307" y="34519"/>
                    <a:pt x="580" y="34519"/>
                  </a:cubicBezTo>
                  <a:cubicBezTo>
                    <a:pt x="756" y="34519"/>
                    <a:pt x="917" y="34420"/>
                    <a:pt x="954" y="34191"/>
                  </a:cubicBezTo>
                  <a:lnTo>
                    <a:pt x="973" y="34172"/>
                  </a:lnTo>
                  <a:cubicBezTo>
                    <a:pt x="2952" y="22980"/>
                    <a:pt x="4949" y="11769"/>
                    <a:pt x="6946" y="576"/>
                  </a:cubicBezTo>
                  <a:cubicBezTo>
                    <a:pt x="7014" y="228"/>
                    <a:pt x="6720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3"/>
            <p:cNvSpPr/>
            <p:nvPr/>
          </p:nvSpPr>
          <p:spPr>
            <a:xfrm>
              <a:off x="10279653" y="195528"/>
              <a:ext cx="297307" cy="1142925"/>
            </a:xfrm>
            <a:custGeom>
              <a:avLst/>
              <a:gdLst/>
              <a:ahLst/>
              <a:cxnLst/>
              <a:rect l="l" t="t" r="r" b="b"/>
              <a:pathLst>
                <a:path w="9272" h="35644" extrusionOk="0">
                  <a:moveTo>
                    <a:pt x="568" y="1"/>
                  </a:moveTo>
                  <a:cubicBezTo>
                    <a:pt x="293" y="1"/>
                    <a:pt x="1" y="224"/>
                    <a:pt x="80" y="562"/>
                  </a:cubicBezTo>
                  <a:cubicBezTo>
                    <a:pt x="2812" y="12150"/>
                    <a:pt x="5544" y="23720"/>
                    <a:pt x="8295" y="35308"/>
                  </a:cubicBezTo>
                  <a:cubicBezTo>
                    <a:pt x="8348" y="35543"/>
                    <a:pt x="8526" y="35644"/>
                    <a:pt x="8710" y="35644"/>
                  </a:cubicBezTo>
                  <a:cubicBezTo>
                    <a:pt x="8984" y="35644"/>
                    <a:pt x="9271" y="35420"/>
                    <a:pt x="9181" y="35082"/>
                  </a:cubicBezTo>
                  <a:cubicBezTo>
                    <a:pt x="6449" y="23494"/>
                    <a:pt x="3717" y="11906"/>
                    <a:pt x="984" y="336"/>
                  </a:cubicBezTo>
                  <a:cubicBezTo>
                    <a:pt x="931" y="101"/>
                    <a:pt x="754" y="1"/>
                    <a:pt x="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3"/>
            <p:cNvSpPr/>
            <p:nvPr/>
          </p:nvSpPr>
          <p:spPr>
            <a:xfrm>
              <a:off x="10712371" y="955597"/>
              <a:ext cx="84587" cy="71922"/>
            </a:xfrm>
            <a:custGeom>
              <a:avLst/>
              <a:gdLst/>
              <a:ahLst/>
              <a:cxnLst/>
              <a:rect l="l" t="t" r="r" b="b"/>
              <a:pathLst>
                <a:path w="2638" h="2243" extrusionOk="0">
                  <a:moveTo>
                    <a:pt x="1177" y="0"/>
                  </a:moveTo>
                  <a:cubicBezTo>
                    <a:pt x="633" y="0"/>
                    <a:pt x="99" y="393"/>
                    <a:pt x="39" y="1033"/>
                  </a:cubicBezTo>
                  <a:cubicBezTo>
                    <a:pt x="1" y="1636"/>
                    <a:pt x="453" y="2183"/>
                    <a:pt x="1075" y="2239"/>
                  </a:cubicBezTo>
                  <a:cubicBezTo>
                    <a:pt x="1106" y="2242"/>
                    <a:pt x="1136" y="2243"/>
                    <a:pt x="1166" y="2243"/>
                  </a:cubicBezTo>
                  <a:cubicBezTo>
                    <a:pt x="2091" y="2243"/>
                    <a:pt x="2638" y="1141"/>
                    <a:pt x="2017" y="393"/>
                  </a:cubicBezTo>
                  <a:cubicBezTo>
                    <a:pt x="1787" y="123"/>
                    <a:pt x="1480" y="0"/>
                    <a:pt x="11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3"/>
            <p:cNvSpPr/>
            <p:nvPr/>
          </p:nvSpPr>
          <p:spPr>
            <a:xfrm>
              <a:off x="10360746" y="865558"/>
              <a:ext cx="35945" cy="30205"/>
            </a:xfrm>
            <a:custGeom>
              <a:avLst/>
              <a:gdLst/>
              <a:ahLst/>
              <a:cxnLst/>
              <a:rect l="l" t="t" r="r" b="b"/>
              <a:pathLst>
                <a:path w="1121" h="942" extrusionOk="0">
                  <a:moveTo>
                    <a:pt x="500" y="1"/>
                  </a:moveTo>
                  <a:cubicBezTo>
                    <a:pt x="271" y="1"/>
                    <a:pt x="44" y="171"/>
                    <a:pt x="19" y="450"/>
                  </a:cubicBezTo>
                  <a:cubicBezTo>
                    <a:pt x="0" y="695"/>
                    <a:pt x="189" y="921"/>
                    <a:pt x="453" y="940"/>
                  </a:cubicBezTo>
                  <a:cubicBezTo>
                    <a:pt x="468" y="941"/>
                    <a:pt x="483" y="942"/>
                    <a:pt x="498" y="942"/>
                  </a:cubicBezTo>
                  <a:cubicBezTo>
                    <a:pt x="886" y="942"/>
                    <a:pt x="1121" y="476"/>
                    <a:pt x="848" y="167"/>
                  </a:cubicBezTo>
                  <a:cubicBezTo>
                    <a:pt x="754" y="53"/>
                    <a:pt x="627" y="1"/>
                    <a:pt x="5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3"/>
            <p:cNvSpPr/>
            <p:nvPr/>
          </p:nvSpPr>
          <p:spPr>
            <a:xfrm>
              <a:off x="10258042" y="835802"/>
              <a:ext cx="53292" cy="45500"/>
            </a:xfrm>
            <a:custGeom>
              <a:avLst/>
              <a:gdLst/>
              <a:ahLst/>
              <a:cxnLst/>
              <a:rect l="l" t="t" r="r" b="b"/>
              <a:pathLst>
                <a:path w="1662" h="1419" extrusionOk="0">
                  <a:moveTo>
                    <a:pt x="735" y="1"/>
                  </a:moveTo>
                  <a:cubicBezTo>
                    <a:pt x="393" y="1"/>
                    <a:pt x="55" y="245"/>
                    <a:pt x="19" y="643"/>
                  </a:cubicBezTo>
                  <a:cubicBezTo>
                    <a:pt x="0" y="1038"/>
                    <a:pt x="283" y="1378"/>
                    <a:pt x="660" y="1415"/>
                  </a:cubicBezTo>
                  <a:cubicBezTo>
                    <a:pt x="683" y="1417"/>
                    <a:pt x="706" y="1418"/>
                    <a:pt x="729" y="1418"/>
                  </a:cubicBezTo>
                  <a:cubicBezTo>
                    <a:pt x="1327" y="1418"/>
                    <a:pt x="1662" y="719"/>
                    <a:pt x="1263" y="247"/>
                  </a:cubicBezTo>
                  <a:cubicBezTo>
                    <a:pt x="1120" y="78"/>
                    <a:pt x="927" y="1"/>
                    <a:pt x="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3"/>
            <p:cNvSpPr/>
            <p:nvPr/>
          </p:nvSpPr>
          <p:spPr>
            <a:xfrm>
              <a:off x="9935981" y="825381"/>
              <a:ext cx="876112" cy="884673"/>
            </a:xfrm>
            <a:custGeom>
              <a:avLst/>
              <a:gdLst/>
              <a:ahLst/>
              <a:cxnLst/>
              <a:rect l="l" t="t" r="r" b="b"/>
              <a:pathLst>
                <a:path w="27323" h="27590" extrusionOk="0">
                  <a:moveTo>
                    <a:pt x="24704" y="7732"/>
                  </a:moveTo>
                  <a:lnTo>
                    <a:pt x="24704" y="7732"/>
                  </a:lnTo>
                  <a:cubicBezTo>
                    <a:pt x="24685" y="7789"/>
                    <a:pt x="24666" y="7864"/>
                    <a:pt x="24666" y="7921"/>
                  </a:cubicBezTo>
                  <a:lnTo>
                    <a:pt x="24647" y="7940"/>
                  </a:lnTo>
                  <a:cubicBezTo>
                    <a:pt x="24628" y="7921"/>
                    <a:pt x="24591" y="7902"/>
                    <a:pt x="24591" y="7883"/>
                  </a:cubicBezTo>
                  <a:cubicBezTo>
                    <a:pt x="24628" y="7827"/>
                    <a:pt x="24666" y="7789"/>
                    <a:pt x="24704" y="7732"/>
                  </a:cubicBezTo>
                  <a:close/>
                  <a:moveTo>
                    <a:pt x="15575" y="0"/>
                  </a:moveTo>
                  <a:cubicBezTo>
                    <a:pt x="15417" y="0"/>
                    <a:pt x="15254" y="32"/>
                    <a:pt x="15094" y="101"/>
                  </a:cubicBezTo>
                  <a:cubicBezTo>
                    <a:pt x="14284" y="478"/>
                    <a:pt x="14190" y="1608"/>
                    <a:pt x="14924" y="2117"/>
                  </a:cubicBezTo>
                  <a:cubicBezTo>
                    <a:pt x="14604" y="2287"/>
                    <a:pt x="14359" y="2551"/>
                    <a:pt x="14208" y="2890"/>
                  </a:cubicBezTo>
                  <a:cubicBezTo>
                    <a:pt x="13982" y="2569"/>
                    <a:pt x="13605" y="2362"/>
                    <a:pt x="13210" y="2324"/>
                  </a:cubicBezTo>
                  <a:cubicBezTo>
                    <a:pt x="13172" y="2321"/>
                    <a:pt x="13135" y="2320"/>
                    <a:pt x="13098" y="2320"/>
                  </a:cubicBezTo>
                  <a:cubicBezTo>
                    <a:pt x="12915" y="2320"/>
                    <a:pt x="12742" y="2359"/>
                    <a:pt x="12569" y="2438"/>
                  </a:cubicBezTo>
                  <a:cubicBezTo>
                    <a:pt x="12400" y="2211"/>
                    <a:pt x="12136" y="2061"/>
                    <a:pt x="11872" y="2042"/>
                  </a:cubicBezTo>
                  <a:cubicBezTo>
                    <a:pt x="11837" y="2038"/>
                    <a:pt x="11803" y="2037"/>
                    <a:pt x="11769" y="2037"/>
                  </a:cubicBezTo>
                  <a:cubicBezTo>
                    <a:pt x="11250" y="2037"/>
                    <a:pt x="10832" y="2433"/>
                    <a:pt x="10779" y="2946"/>
                  </a:cubicBezTo>
                  <a:cubicBezTo>
                    <a:pt x="10779" y="3022"/>
                    <a:pt x="10798" y="3116"/>
                    <a:pt x="10817" y="3191"/>
                  </a:cubicBezTo>
                  <a:cubicBezTo>
                    <a:pt x="10685" y="3097"/>
                    <a:pt x="10534" y="3040"/>
                    <a:pt x="10383" y="3022"/>
                  </a:cubicBezTo>
                  <a:cubicBezTo>
                    <a:pt x="10164" y="2591"/>
                    <a:pt x="9769" y="2395"/>
                    <a:pt x="9377" y="2395"/>
                  </a:cubicBezTo>
                  <a:cubicBezTo>
                    <a:pt x="8825" y="2395"/>
                    <a:pt x="8279" y="2783"/>
                    <a:pt x="8235" y="3455"/>
                  </a:cubicBezTo>
                  <a:lnTo>
                    <a:pt x="8235" y="3530"/>
                  </a:lnTo>
                  <a:cubicBezTo>
                    <a:pt x="8152" y="3497"/>
                    <a:pt x="8066" y="3481"/>
                    <a:pt x="7982" y="3481"/>
                  </a:cubicBezTo>
                  <a:cubicBezTo>
                    <a:pt x="7690" y="3481"/>
                    <a:pt x="7423" y="3675"/>
                    <a:pt x="7350" y="3983"/>
                  </a:cubicBezTo>
                  <a:cubicBezTo>
                    <a:pt x="7067" y="4058"/>
                    <a:pt x="6822" y="4246"/>
                    <a:pt x="6671" y="4510"/>
                  </a:cubicBezTo>
                  <a:cubicBezTo>
                    <a:pt x="6521" y="4359"/>
                    <a:pt x="6332" y="4246"/>
                    <a:pt x="6125" y="4228"/>
                  </a:cubicBezTo>
                  <a:cubicBezTo>
                    <a:pt x="5955" y="4228"/>
                    <a:pt x="5805" y="4265"/>
                    <a:pt x="5654" y="4322"/>
                  </a:cubicBezTo>
                  <a:cubicBezTo>
                    <a:pt x="5522" y="4133"/>
                    <a:pt x="5315" y="4001"/>
                    <a:pt x="5070" y="3983"/>
                  </a:cubicBezTo>
                  <a:cubicBezTo>
                    <a:pt x="5040" y="3980"/>
                    <a:pt x="5011" y="3978"/>
                    <a:pt x="4983" y="3978"/>
                  </a:cubicBezTo>
                  <a:cubicBezTo>
                    <a:pt x="4320" y="3978"/>
                    <a:pt x="3941" y="4796"/>
                    <a:pt x="4429" y="5320"/>
                  </a:cubicBezTo>
                  <a:cubicBezTo>
                    <a:pt x="4278" y="5377"/>
                    <a:pt x="4165" y="5490"/>
                    <a:pt x="4071" y="5603"/>
                  </a:cubicBezTo>
                  <a:cubicBezTo>
                    <a:pt x="3901" y="5358"/>
                    <a:pt x="3619" y="5207"/>
                    <a:pt x="3336" y="5170"/>
                  </a:cubicBezTo>
                  <a:cubicBezTo>
                    <a:pt x="3312" y="5168"/>
                    <a:pt x="3288" y="5167"/>
                    <a:pt x="3265" y="5167"/>
                  </a:cubicBezTo>
                  <a:cubicBezTo>
                    <a:pt x="2730" y="5167"/>
                    <a:pt x="2279" y="5570"/>
                    <a:pt x="2224" y="6093"/>
                  </a:cubicBezTo>
                  <a:cubicBezTo>
                    <a:pt x="2218" y="6106"/>
                    <a:pt x="2210" y="6110"/>
                    <a:pt x="2200" y="6110"/>
                  </a:cubicBezTo>
                  <a:cubicBezTo>
                    <a:pt x="2180" y="6110"/>
                    <a:pt x="2155" y="6093"/>
                    <a:pt x="2130" y="6093"/>
                  </a:cubicBezTo>
                  <a:cubicBezTo>
                    <a:pt x="2106" y="6091"/>
                    <a:pt x="2082" y="6091"/>
                    <a:pt x="2058" y="6091"/>
                  </a:cubicBezTo>
                  <a:cubicBezTo>
                    <a:pt x="1543" y="6091"/>
                    <a:pt x="1110" y="6475"/>
                    <a:pt x="1056" y="6997"/>
                  </a:cubicBezTo>
                  <a:lnTo>
                    <a:pt x="1056" y="7035"/>
                  </a:lnTo>
                  <a:cubicBezTo>
                    <a:pt x="510" y="7224"/>
                    <a:pt x="95" y="7582"/>
                    <a:pt x="58" y="8053"/>
                  </a:cubicBezTo>
                  <a:cubicBezTo>
                    <a:pt x="1" y="8769"/>
                    <a:pt x="755" y="9409"/>
                    <a:pt x="1735" y="9485"/>
                  </a:cubicBezTo>
                  <a:cubicBezTo>
                    <a:pt x="1797" y="9489"/>
                    <a:pt x="1859" y="9491"/>
                    <a:pt x="1921" y="9491"/>
                  </a:cubicBezTo>
                  <a:cubicBezTo>
                    <a:pt x="2123" y="9491"/>
                    <a:pt x="2324" y="9467"/>
                    <a:pt x="2526" y="9409"/>
                  </a:cubicBezTo>
                  <a:cubicBezTo>
                    <a:pt x="2677" y="9579"/>
                    <a:pt x="2884" y="9692"/>
                    <a:pt x="3091" y="9730"/>
                  </a:cubicBezTo>
                  <a:cubicBezTo>
                    <a:pt x="3113" y="9731"/>
                    <a:pt x="3134" y="9732"/>
                    <a:pt x="3156" y="9732"/>
                  </a:cubicBezTo>
                  <a:cubicBezTo>
                    <a:pt x="3620" y="9732"/>
                    <a:pt x="4043" y="9346"/>
                    <a:pt x="4259" y="8787"/>
                  </a:cubicBezTo>
                  <a:cubicBezTo>
                    <a:pt x="4391" y="8919"/>
                    <a:pt x="4561" y="8995"/>
                    <a:pt x="4749" y="9014"/>
                  </a:cubicBezTo>
                  <a:cubicBezTo>
                    <a:pt x="5013" y="9014"/>
                    <a:pt x="5277" y="8919"/>
                    <a:pt x="5465" y="8712"/>
                  </a:cubicBezTo>
                  <a:cubicBezTo>
                    <a:pt x="5950" y="9269"/>
                    <a:pt x="6626" y="9555"/>
                    <a:pt x="7305" y="9555"/>
                  </a:cubicBezTo>
                  <a:cubicBezTo>
                    <a:pt x="7868" y="9555"/>
                    <a:pt x="8434" y="9358"/>
                    <a:pt x="8895" y="8957"/>
                  </a:cubicBezTo>
                  <a:cubicBezTo>
                    <a:pt x="9156" y="9712"/>
                    <a:pt x="9837" y="10107"/>
                    <a:pt x="10521" y="10107"/>
                  </a:cubicBezTo>
                  <a:cubicBezTo>
                    <a:pt x="11118" y="10107"/>
                    <a:pt x="11717" y="9806"/>
                    <a:pt x="12041" y="9183"/>
                  </a:cubicBezTo>
                  <a:cubicBezTo>
                    <a:pt x="12173" y="9334"/>
                    <a:pt x="12343" y="9466"/>
                    <a:pt x="12513" y="9560"/>
                  </a:cubicBezTo>
                  <a:cubicBezTo>
                    <a:pt x="12451" y="10377"/>
                    <a:pt x="13081" y="10831"/>
                    <a:pt x="13706" y="10831"/>
                  </a:cubicBezTo>
                  <a:cubicBezTo>
                    <a:pt x="14220" y="10831"/>
                    <a:pt x="14730" y="10524"/>
                    <a:pt x="14849" y="9862"/>
                  </a:cubicBezTo>
                  <a:cubicBezTo>
                    <a:pt x="15019" y="9862"/>
                    <a:pt x="15207" y="9843"/>
                    <a:pt x="15377" y="9786"/>
                  </a:cubicBezTo>
                  <a:cubicBezTo>
                    <a:pt x="15659" y="10144"/>
                    <a:pt x="16055" y="10351"/>
                    <a:pt x="16507" y="10389"/>
                  </a:cubicBezTo>
                  <a:cubicBezTo>
                    <a:pt x="16541" y="10391"/>
                    <a:pt x="16575" y="10392"/>
                    <a:pt x="16608" y="10392"/>
                  </a:cubicBezTo>
                  <a:cubicBezTo>
                    <a:pt x="16910" y="10392"/>
                    <a:pt x="17195" y="10316"/>
                    <a:pt x="17449" y="10163"/>
                  </a:cubicBezTo>
                  <a:cubicBezTo>
                    <a:pt x="17581" y="10314"/>
                    <a:pt x="17732" y="10427"/>
                    <a:pt x="17902" y="10521"/>
                  </a:cubicBezTo>
                  <a:cubicBezTo>
                    <a:pt x="17883" y="10936"/>
                    <a:pt x="17996" y="11331"/>
                    <a:pt x="18203" y="11670"/>
                  </a:cubicBezTo>
                  <a:cubicBezTo>
                    <a:pt x="17977" y="11859"/>
                    <a:pt x="17789" y="12104"/>
                    <a:pt x="17675" y="12386"/>
                  </a:cubicBezTo>
                  <a:cubicBezTo>
                    <a:pt x="17464" y="12134"/>
                    <a:pt x="17181" y="12020"/>
                    <a:pt x="16903" y="12020"/>
                  </a:cubicBezTo>
                  <a:cubicBezTo>
                    <a:pt x="16414" y="12020"/>
                    <a:pt x="15940" y="12375"/>
                    <a:pt x="15904" y="12952"/>
                  </a:cubicBezTo>
                  <a:cubicBezTo>
                    <a:pt x="15878" y="13580"/>
                    <a:pt x="16388" y="14017"/>
                    <a:pt x="16924" y="14017"/>
                  </a:cubicBezTo>
                  <a:cubicBezTo>
                    <a:pt x="17159" y="14017"/>
                    <a:pt x="17399" y="13933"/>
                    <a:pt x="17600" y="13743"/>
                  </a:cubicBezTo>
                  <a:cubicBezTo>
                    <a:pt x="17826" y="14459"/>
                    <a:pt x="18486" y="14968"/>
                    <a:pt x="19239" y="15043"/>
                  </a:cubicBezTo>
                  <a:cubicBezTo>
                    <a:pt x="19277" y="15046"/>
                    <a:pt x="19315" y="15047"/>
                    <a:pt x="19353" y="15047"/>
                  </a:cubicBezTo>
                  <a:cubicBezTo>
                    <a:pt x="19620" y="15047"/>
                    <a:pt x="19894" y="14989"/>
                    <a:pt x="20125" y="14874"/>
                  </a:cubicBezTo>
                  <a:cubicBezTo>
                    <a:pt x="20163" y="15156"/>
                    <a:pt x="20257" y="15420"/>
                    <a:pt x="20408" y="15665"/>
                  </a:cubicBezTo>
                  <a:cubicBezTo>
                    <a:pt x="19937" y="16343"/>
                    <a:pt x="20257" y="17304"/>
                    <a:pt x="21067" y="17568"/>
                  </a:cubicBezTo>
                  <a:cubicBezTo>
                    <a:pt x="20992" y="17719"/>
                    <a:pt x="20935" y="17870"/>
                    <a:pt x="20916" y="18039"/>
                  </a:cubicBezTo>
                  <a:cubicBezTo>
                    <a:pt x="20879" y="18642"/>
                    <a:pt x="21237" y="19189"/>
                    <a:pt x="21821" y="19377"/>
                  </a:cubicBezTo>
                  <a:cubicBezTo>
                    <a:pt x="20954" y="19923"/>
                    <a:pt x="21048" y="21224"/>
                    <a:pt x="21972" y="21638"/>
                  </a:cubicBezTo>
                  <a:cubicBezTo>
                    <a:pt x="21425" y="21770"/>
                    <a:pt x="21011" y="22241"/>
                    <a:pt x="20954" y="22806"/>
                  </a:cubicBezTo>
                  <a:cubicBezTo>
                    <a:pt x="20916" y="23390"/>
                    <a:pt x="21256" y="23937"/>
                    <a:pt x="21821" y="24144"/>
                  </a:cubicBezTo>
                  <a:cubicBezTo>
                    <a:pt x="21746" y="24257"/>
                    <a:pt x="21708" y="24408"/>
                    <a:pt x="21689" y="24559"/>
                  </a:cubicBezTo>
                  <a:cubicBezTo>
                    <a:pt x="21651" y="24992"/>
                    <a:pt x="21859" y="25407"/>
                    <a:pt x="22198" y="25670"/>
                  </a:cubicBezTo>
                  <a:cubicBezTo>
                    <a:pt x="22047" y="25991"/>
                    <a:pt x="22122" y="26349"/>
                    <a:pt x="22367" y="26575"/>
                  </a:cubicBezTo>
                  <a:cubicBezTo>
                    <a:pt x="22273" y="26669"/>
                    <a:pt x="22217" y="26801"/>
                    <a:pt x="22198" y="26933"/>
                  </a:cubicBezTo>
                  <a:cubicBezTo>
                    <a:pt x="22158" y="27361"/>
                    <a:pt x="22482" y="27590"/>
                    <a:pt x="22804" y="27590"/>
                  </a:cubicBezTo>
                  <a:cubicBezTo>
                    <a:pt x="23091" y="27590"/>
                    <a:pt x="23377" y="27409"/>
                    <a:pt x="23404" y="27027"/>
                  </a:cubicBezTo>
                  <a:cubicBezTo>
                    <a:pt x="23404" y="26952"/>
                    <a:pt x="23366" y="26876"/>
                    <a:pt x="23328" y="26801"/>
                  </a:cubicBezTo>
                  <a:cubicBezTo>
                    <a:pt x="23630" y="26669"/>
                    <a:pt x="23837" y="26386"/>
                    <a:pt x="23875" y="26066"/>
                  </a:cubicBezTo>
                  <a:cubicBezTo>
                    <a:pt x="23875" y="25934"/>
                    <a:pt x="23856" y="25821"/>
                    <a:pt x="23818" y="25689"/>
                  </a:cubicBezTo>
                  <a:cubicBezTo>
                    <a:pt x="24252" y="25369"/>
                    <a:pt x="24421" y="24804"/>
                    <a:pt x="24252" y="24276"/>
                  </a:cubicBezTo>
                  <a:cubicBezTo>
                    <a:pt x="24779" y="23767"/>
                    <a:pt x="24760" y="22919"/>
                    <a:pt x="24195" y="22430"/>
                  </a:cubicBezTo>
                  <a:cubicBezTo>
                    <a:pt x="24610" y="22053"/>
                    <a:pt x="24704" y="21412"/>
                    <a:pt x="24402" y="20941"/>
                  </a:cubicBezTo>
                  <a:cubicBezTo>
                    <a:pt x="25344" y="20828"/>
                    <a:pt x="25834" y="19773"/>
                    <a:pt x="25307" y="18981"/>
                  </a:cubicBezTo>
                  <a:cubicBezTo>
                    <a:pt x="26192" y="18360"/>
                    <a:pt x="26192" y="17059"/>
                    <a:pt x="25307" y="16438"/>
                  </a:cubicBezTo>
                  <a:cubicBezTo>
                    <a:pt x="25401" y="16362"/>
                    <a:pt x="25476" y="16268"/>
                    <a:pt x="25552" y="16155"/>
                  </a:cubicBezTo>
                  <a:cubicBezTo>
                    <a:pt x="27191" y="16023"/>
                    <a:pt x="27323" y="13687"/>
                    <a:pt x="25702" y="13366"/>
                  </a:cubicBezTo>
                  <a:lnTo>
                    <a:pt x="25702" y="13347"/>
                  </a:lnTo>
                  <a:cubicBezTo>
                    <a:pt x="26569" y="13008"/>
                    <a:pt x="27172" y="12217"/>
                    <a:pt x="27248" y="11294"/>
                  </a:cubicBezTo>
                  <a:cubicBezTo>
                    <a:pt x="27285" y="10747"/>
                    <a:pt x="27135" y="10220"/>
                    <a:pt x="26833" y="9767"/>
                  </a:cubicBezTo>
                  <a:lnTo>
                    <a:pt x="26833" y="9730"/>
                  </a:lnTo>
                  <a:cubicBezTo>
                    <a:pt x="26871" y="9221"/>
                    <a:pt x="26550" y="8731"/>
                    <a:pt x="26060" y="8561"/>
                  </a:cubicBezTo>
                  <a:cubicBezTo>
                    <a:pt x="26155" y="8429"/>
                    <a:pt x="26230" y="8298"/>
                    <a:pt x="26230" y="8147"/>
                  </a:cubicBezTo>
                  <a:cubicBezTo>
                    <a:pt x="26291" y="7614"/>
                    <a:pt x="25861" y="7260"/>
                    <a:pt x="25426" y="7260"/>
                  </a:cubicBezTo>
                  <a:cubicBezTo>
                    <a:pt x="25184" y="7260"/>
                    <a:pt x="24941" y="7370"/>
                    <a:pt x="24779" y="7619"/>
                  </a:cubicBezTo>
                  <a:cubicBezTo>
                    <a:pt x="25280" y="6618"/>
                    <a:pt x="24445" y="5718"/>
                    <a:pt x="23582" y="5718"/>
                  </a:cubicBezTo>
                  <a:cubicBezTo>
                    <a:pt x="23210" y="5718"/>
                    <a:pt x="22833" y="5885"/>
                    <a:pt x="22556" y="6281"/>
                  </a:cubicBezTo>
                  <a:cubicBezTo>
                    <a:pt x="22499" y="6150"/>
                    <a:pt x="22424" y="6036"/>
                    <a:pt x="22330" y="5923"/>
                  </a:cubicBezTo>
                  <a:cubicBezTo>
                    <a:pt x="23385" y="5641"/>
                    <a:pt x="23912" y="4473"/>
                    <a:pt x="23423" y="3493"/>
                  </a:cubicBezTo>
                  <a:cubicBezTo>
                    <a:pt x="23120" y="2863"/>
                    <a:pt x="22490" y="2506"/>
                    <a:pt x="21849" y="2506"/>
                  </a:cubicBezTo>
                  <a:cubicBezTo>
                    <a:pt x="21492" y="2506"/>
                    <a:pt x="21132" y="2616"/>
                    <a:pt x="20822" y="2852"/>
                  </a:cubicBezTo>
                  <a:cubicBezTo>
                    <a:pt x="20596" y="2551"/>
                    <a:pt x="20257" y="2343"/>
                    <a:pt x="19899" y="2268"/>
                  </a:cubicBezTo>
                  <a:cubicBezTo>
                    <a:pt x="19618" y="1681"/>
                    <a:pt x="19076" y="1401"/>
                    <a:pt x="18536" y="1401"/>
                  </a:cubicBezTo>
                  <a:cubicBezTo>
                    <a:pt x="17881" y="1401"/>
                    <a:pt x="17229" y="1813"/>
                    <a:pt x="17054" y="2588"/>
                  </a:cubicBezTo>
                  <a:cubicBezTo>
                    <a:pt x="16884" y="2343"/>
                    <a:pt x="16639" y="2155"/>
                    <a:pt x="16356" y="2042"/>
                  </a:cubicBezTo>
                  <a:cubicBezTo>
                    <a:pt x="16583" y="1835"/>
                    <a:pt x="16714" y="1571"/>
                    <a:pt x="16733" y="1288"/>
                  </a:cubicBezTo>
                  <a:cubicBezTo>
                    <a:pt x="16809" y="558"/>
                    <a:pt x="16235" y="0"/>
                    <a:pt x="155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3"/>
            <p:cNvSpPr/>
            <p:nvPr/>
          </p:nvSpPr>
          <p:spPr>
            <a:xfrm>
              <a:off x="10485062" y="1322132"/>
              <a:ext cx="58166" cy="49412"/>
            </a:xfrm>
            <a:custGeom>
              <a:avLst/>
              <a:gdLst/>
              <a:ahLst/>
              <a:cxnLst/>
              <a:rect l="l" t="t" r="r" b="b"/>
              <a:pathLst>
                <a:path w="1814" h="1541" extrusionOk="0">
                  <a:moveTo>
                    <a:pt x="1009" y="1"/>
                  </a:moveTo>
                  <a:cubicBezTo>
                    <a:pt x="356" y="1"/>
                    <a:pt x="1" y="756"/>
                    <a:pt x="420" y="1266"/>
                  </a:cubicBezTo>
                  <a:cubicBezTo>
                    <a:pt x="582" y="1455"/>
                    <a:pt x="795" y="1540"/>
                    <a:pt x="1004" y="1540"/>
                  </a:cubicBezTo>
                  <a:cubicBezTo>
                    <a:pt x="1378" y="1540"/>
                    <a:pt x="1740" y="1268"/>
                    <a:pt x="1776" y="833"/>
                  </a:cubicBezTo>
                  <a:cubicBezTo>
                    <a:pt x="1814" y="418"/>
                    <a:pt x="1494" y="41"/>
                    <a:pt x="1079" y="3"/>
                  </a:cubicBezTo>
                  <a:cubicBezTo>
                    <a:pt x="1055" y="2"/>
                    <a:pt x="1032" y="1"/>
                    <a:pt x="10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3"/>
            <p:cNvSpPr/>
            <p:nvPr/>
          </p:nvSpPr>
          <p:spPr>
            <a:xfrm>
              <a:off x="10093580" y="1000712"/>
              <a:ext cx="58743" cy="49540"/>
            </a:xfrm>
            <a:custGeom>
              <a:avLst/>
              <a:gdLst/>
              <a:ahLst/>
              <a:cxnLst/>
              <a:rect l="l" t="t" r="r" b="b"/>
              <a:pathLst>
                <a:path w="1832" h="1545" extrusionOk="0">
                  <a:moveTo>
                    <a:pt x="1011" y="0"/>
                  </a:moveTo>
                  <a:cubicBezTo>
                    <a:pt x="373" y="0"/>
                    <a:pt x="0" y="774"/>
                    <a:pt x="437" y="1266"/>
                  </a:cubicBezTo>
                  <a:cubicBezTo>
                    <a:pt x="595" y="1457"/>
                    <a:pt x="809" y="1544"/>
                    <a:pt x="1021" y="1544"/>
                  </a:cubicBezTo>
                  <a:cubicBezTo>
                    <a:pt x="1393" y="1544"/>
                    <a:pt x="1758" y="1276"/>
                    <a:pt x="1794" y="832"/>
                  </a:cubicBezTo>
                  <a:cubicBezTo>
                    <a:pt x="1832" y="418"/>
                    <a:pt x="1511" y="41"/>
                    <a:pt x="1078" y="3"/>
                  </a:cubicBezTo>
                  <a:cubicBezTo>
                    <a:pt x="1055" y="1"/>
                    <a:pt x="1033" y="0"/>
                    <a:pt x="10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3"/>
            <p:cNvSpPr/>
            <p:nvPr/>
          </p:nvSpPr>
          <p:spPr>
            <a:xfrm>
              <a:off x="10198529" y="973553"/>
              <a:ext cx="40819" cy="35079"/>
            </a:xfrm>
            <a:custGeom>
              <a:avLst/>
              <a:gdLst/>
              <a:ahLst/>
              <a:cxnLst/>
              <a:rect l="l" t="t" r="r" b="b"/>
              <a:pathLst>
                <a:path w="1273" h="1094" extrusionOk="0">
                  <a:moveTo>
                    <a:pt x="700" y="0"/>
                  </a:moveTo>
                  <a:cubicBezTo>
                    <a:pt x="256" y="0"/>
                    <a:pt x="0" y="542"/>
                    <a:pt x="292" y="907"/>
                  </a:cubicBezTo>
                  <a:cubicBezTo>
                    <a:pt x="407" y="1035"/>
                    <a:pt x="556" y="1093"/>
                    <a:pt x="702" y="1093"/>
                  </a:cubicBezTo>
                  <a:cubicBezTo>
                    <a:pt x="964" y="1093"/>
                    <a:pt x="1217" y="907"/>
                    <a:pt x="1253" y="605"/>
                  </a:cubicBezTo>
                  <a:cubicBezTo>
                    <a:pt x="1272" y="304"/>
                    <a:pt x="1046" y="40"/>
                    <a:pt x="744" y="2"/>
                  </a:cubicBezTo>
                  <a:cubicBezTo>
                    <a:pt x="729" y="1"/>
                    <a:pt x="715" y="0"/>
                    <a:pt x="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3"/>
            <p:cNvSpPr/>
            <p:nvPr/>
          </p:nvSpPr>
          <p:spPr>
            <a:xfrm>
              <a:off x="10165310" y="979582"/>
              <a:ext cx="31135" cy="25973"/>
            </a:xfrm>
            <a:custGeom>
              <a:avLst/>
              <a:gdLst/>
              <a:ahLst/>
              <a:cxnLst/>
              <a:rect l="l" t="t" r="r" b="b"/>
              <a:pathLst>
                <a:path w="971" h="810" extrusionOk="0">
                  <a:moveTo>
                    <a:pt x="529" y="0"/>
                  </a:moveTo>
                  <a:cubicBezTo>
                    <a:pt x="198" y="0"/>
                    <a:pt x="1" y="392"/>
                    <a:pt x="235" y="662"/>
                  </a:cubicBezTo>
                  <a:cubicBezTo>
                    <a:pt x="317" y="764"/>
                    <a:pt x="427" y="809"/>
                    <a:pt x="537" y="809"/>
                  </a:cubicBezTo>
                  <a:cubicBezTo>
                    <a:pt x="731" y="809"/>
                    <a:pt x="920" y="665"/>
                    <a:pt x="933" y="436"/>
                  </a:cubicBezTo>
                  <a:cubicBezTo>
                    <a:pt x="970" y="210"/>
                    <a:pt x="801" y="22"/>
                    <a:pt x="575" y="3"/>
                  </a:cubicBezTo>
                  <a:cubicBezTo>
                    <a:pt x="559" y="1"/>
                    <a:pt x="544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3"/>
            <p:cNvSpPr/>
            <p:nvPr/>
          </p:nvSpPr>
          <p:spPr>
            <a:xfrm>
              <a:off x="10148379" y="937897"/>
              <a:ext cx="34149" cy="29339"/>
            </a:xfrm>
            <a:custGeom>
              <a:avLst/>
              <a:gdLst/>
              <a:ahLst/>
              <a:cxnLst/>
              <a:rect l="l" t="t" r="r" b="b"/>
              <a:pathLst>
                <a:path w="1065" h="915" extrusionOk="0">
                  <a:moveTo>
                    <a:pt x="585" y="0"/>
                  </a:moveTo>
                  <a:cubicBezTo>
                    <a:pt x="200" y="0"/>
                    <a:pt x="0" y="448"/>
                    <a:pt x="236" y="756"/>
                  </a:cubicBezTo>
                  <a:cubicBezTo>
                    <a:pt x="331" y="865"/>
                    <a:pt x="458" y="915"/>
                    <a:pt x="583" y="915"/>
                  </a:cubicBezTo>
                  <a:cubicBezTo>
                    <a:pt x="805" y="915"/>
                    <a:pt x="1022" y="758"/>
                    <a:pt x="1046" y="492"/>
                  </a:cubicBezTo>
                  <a:cubicBezTo>
                    <a:pt x="1065" y="248"/>
                    <a:pt x="876" y="21"/>
                    <a:pt x="631" y="3"/>
                  </a:cubicBezTo>
                  <a:cubicBezTo>
                    <a:pt x="616" y="1"/>
                    <a:pt x="600" y="0"/>
                    <a:pt x="5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3"/>
            <p:cNvSpPr/>
            <p:nvPr/>
          </p:nvSpPr>
          <p:spPr>
            <a:xfrm>
              <a:off x="10216934" y="911604"/>
              <a:ext cx="35945" cy="30622"/>
            </a:xfrm>
            <a:custGeom>
              <a:avLst/>
              <a:gdLst/>
              <a:ahLst/>
              <a:cxnLst/>
              <a:rect l="l" t="t" r="r" b="b"/>
              <a:pathLst>
                <a:path w="1121" h="955" extrusionOk="0">
                  <a:moveTo>
                    <a:pt x="612" y="1"/>
                  </a:moveTo>
                  <a:cubicBezTo>
                    <a:pt x="512" y="1"/>
                    <a:pt x="410" y="33"/>
                    <a:pt x="321" y="107"/>
                  </a:cubicBezTo>
                  <a:cubicBezTo>
                    <a:pt x="1" y="389"/>
                    <a:pt x="170" y="917"/>
                    <a:pt x="585" y="954"/>
                  </a:cubicBezTo>
                  <a:cubicBezTo>
                    <a:pt x="679" y="954"/>
                    <a:pt x="773" y="936"/>
                    <a:pt x="868" y="879"/>
                  </a:cubicBezTo>
                  <a:lnTo>
                    <a:pt x="623" y="483"/>
                  </a:lnTo>
                  <a:lnTo>
                    <a:pt x="1094" y="521"/>
                  </a:lnTo>
                  <a:cubicBezTo>
                    <a:pt x="1121" y="222"/>
                    <a:pt x="873" y="1"/>
                    <a:pt x="612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3"/>
            <p:cNvSpPr/>
            <p:nvPr/>
          </p:nvSpPr>
          <p:spPr>
            <a:xfrm>
              <a:off x="10100218" y="939084"/>
              <a:ext cx="52106" cy="44282"/>
            </a:xfrm>
            <a:custGeom>
              <a:avLst/>
              <a:gdLst/>
              <a:ahLst/>
              <a:cxnLst/>
              <a:rect l="l" t="t" r="r" b="b"/>
              <a:pathLst>
                <a:path w="1625" h="1381" extrusionOk="0">
                  <a:moveTo>
                    <a:pt x="896" y="0"/>
                  </a:moveTo>
                  <a:cubicBezTo>
                    <a:pt x="318" y="0"/>
                    <a:pt x="0" y="680"/>
                    <a:pt x="381" y="1134"/>
                  </a:cubicBezTo>
                  <a:cubicBezTo>
                    <a:pt x="524" y="1304"/>
                    <a:pt x="717" y="1381"/>
                    <a:pt x="906" y="1381"/>
                  </a:cubicBezTo>
                  <a:cubicBezTo>
                    <a:pt x="1239" y="1381"/>
                    <a:pt x="1563" y="1142"/>
                    <a:pt x="1587" y="757"/>
                  </a:cubicBezTo>
                  <a:cubicBezTo>
                    <a:pt x="1625" y="361"/>
                    <a:pt x="1342" y="22"/>
                    <a:pt x="965" y="3"/>
                  </a:cubicBezTo>
                  <a:cubicBezTo>
                    <a:pt x="942" y="1"/>
                    <a:pt x="919" y="0"/>
                    <a:pt x="8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3"/>
            <p:cNvSpPr/>
            <p:nvPr/>
          </p:nvSpPr>
          <p:spPr>
            <a:xfrm>
              <a:off x="10056128" y="980159"/>
              <a:ext cx="53901" cy="45051"/>
            </a:xfrm>
            <a:custGeom>
              <a:avLst/>
              <a:gdLst/>
              <a:ahLst/>
              <a:cxnLst/>
              <a:rect l="l" t="t" r="r" b="b"/>
              <a:pathLst>
                <a:path w="1681" h="1405" extrusionOk="0">
                  <a:moveTo>
                    <a:pt x="916" y="0"/>
                  </a:moveTo>
                  <a:cubicBezTo>
                    <a:pt x="335" y="0"/>
                    <a:pt x="0" y="699"/>
                    <a:pt x="399" y="1153"/>
                  </a:cubicBezTo>
                  <a:cubicBezTo>
                    <a:pt x="545" y="1326"/>
                    <a:pt x="743" y="1405"/>
                    <a:pt x="939" y="1405"/>
                  </a:cubicBezTo>
                  <a:cubicBezTo>
                    <a:pt x="1277" y="1405"/>
                    <a:pt x="1607" y="1170"/>
                    <a:pt x="1643" y="776"/>
                  </a:cubicBezTo>
                  <a:cubicBezTo>
                    <a:pt x="1681" y="380"/>
                    <a:pt x="1379" y="22"/>
                    <a:pt x="984" y="4"/>
                  </a:cubicBezTo>
                  <a:cubicBezTo>
                    <a:pt x="961" y="1"/>
                    <a:pt x="938" y="0"/>
                    <a:pt x="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3"/>
            <p:cNvSpPr/>
            <p:nvPr/>
          </p:nvSpPr>
          <p:spPr>
            <a:xfrm>
              <a:off x="10032528" y="1019406"/>
              <a:ext cx="42454" cy="35977"/>
            </a:xfrm>
            <a:custGeom>
              <a:avLst/>
              <a:gdLst/>
              <a:ahLst/>
              <a:cxnLst/>
              <a:rect l="l" t="t" r="r" b="b"/>
              <a:pathLst>
                <a:path w="1324" h="1122" extrusionOk="0">
                  <a:moveTo>
                    <a:pt x="712" y="0"/>
                  </a:moveTo>
                  <a:cubicBezTo>
                    <a:pt x="261" y="0"/>
                    <a:pt x="1" y="550"/>
                    <a:pt x="306" y="928"/>
                  </a:cubicBezTo>
                  <a:cubicBezTo>
                    <a:pt x="420" y="1061"/>
                    <a:pt x="572" y="1122"/>
                    <a:pt x="723" y="1122"/>
                  </a:cubicBezTo>
                  <a:cubicBezTo>
                    <a:pt x="997" y="1122"/>
                    <a:pt x="1269" y="923"/>
                    <a:pt x="1305" y="607"/>
                  </a:cubicBezTo>
                  <a:cubicBezTo>
                    <a:pt x="1324" y="287"/>
                    <a:pt x="1098" y="23"/>
                    <a:pt x="777" y="4"/>
                  </a:cubicBezTo>
                  <a:cubicBezTo>
                    <a:pt x="755" y="2"/>
                    <a:pt x="733" y="0"/>
                    <a:pt x="7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3"/>
            <p:cNvSpPr/>
            <p:nvPr/>
          </p:nvSpPr>
          <p:spPr>
            <a:xfrm>
              <a:off x="10230113" y="898008"/>
              <a:ext cx="56338" cy="47937"/>
            </a:xfrm>
            <a:custGeom>
              <a:avLst/>
              <a:gdLst/>
              <a:ahLst/>
              <a:cxnLst/>
              <a:rect l="l" t="t" r="r" b="b"/>
              <a:pathLst>
                <a:path w="1757" h="1495" extrusionOk="0">
                  <a:moveTo>
                    <a:pt x="973" y="0"/>
                  </a:moveTo>
                  <a:cubicBezTo>
                    <a:pt x="355" y="0"/>
                    <a:pt x="0" y="737"/>
                    <a:pt x="400" y="1228"/>
                  </a:cubicBezTo>
                  <a:cubicBezTo>
                    <a:pt x="557" y="1411"/>
                    <a:pt x="765" y="1494"/>
                    <a:pt x="969" y="1494"/>
                  </a:cubicBezTo>
                  <a:cubicBezTo>
                    <a:pt x="1331" y="1494"/>
                    <a:pt x="1683" y="1235"/>
                    <a:pt x="1719" y="813"/>
                  </a:cubicBezTo>
                  <a:cubicBezTo>
                    <a:pt x="1757" y="399"/>
                    <a:pt x="1455" y="41"/>
                    <a:pt x="1041" y="3"/>
                  </a:cubicBezTo>
                  <a:cubicBezTo>
                    <a:pt x="1018" y="1"/>
                    <a:pt x="995" y="0"/>
                    <a:pt x="9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3"/>
            <p:cNvSpPr/>
            <p:nvPr/>
          </p:nvSpPr>
          <p:spPr>
            <a:xfrm>
              <a:off x="10206673" y="906217"/>
              <a:ext cx="59962" cy="45180"/>
            </a:xfrm>
            <a:custGeom>
              <a:avLst/>
              <a:gdLst/>
              <a:ahLst/>
              <a:cxnLst/>
              <a:rect l="l" t="t" r="r" b="b"/>
              <a:pathLst>
                <a:path w="1870" h="1409" extrusionOk="0">
                  <a:moveTo>
                    <a:pt x="926" y="1"/>
                  </a:moveTo>
                  <a:cubicBezTo>
                    <a:pt x="766" y="1"/>
                    <a:pt x="604" y="54"/>
                    <a:pt x="472" y="161"/>
                  </a:cubicBezTo>
                  <a:cubicBezTo>
                    <a:pt x="1" y="576"/>
                    <a:pt x="245" y="1349"/>
                    <a:pt x="867" y="1405"/>
                  </a:cubicBezTo>
                  <a:cubicBezTo>
                    <a:pt x="890" y="1407"/>
                    <a:pt x="913" y="1408"/>
                    <a:pt x="935" y="1408"/>
                  </a:cubicBezTo>
                  <a:cubicBezTo>
                    <a:pt x="1517" y="1408"/>
                    <a:pt x="1870" y="710"/>
                    <a:pt x="1470" y="256"/>
                  </a:cubicBezTo>
                  <a:cubicBezTo>
                    <a:pt x="1333" y="87"/>
                    <a:pt x="1131" y="1"/>
                    <a:pt x="9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3"/>
            <p:cNvSpPr/>
            <p:nvPr/>
          </p:nvSpPr>
          <p:spPr>
            <a:xfrm>
              <a:off x="10240406" y="995871"/>
              <a:ext cx="61148" cy="51593"/>
            </a:xfrm>
            <a:custGeom>
              <a:avLst/>
              <a:gdLst/>
              <a:ahLst/>
              <a:cxnLst/>
              <a:rect l="l" t="t" r="r" b="b"/>
              <a:pathLst>
                <a:path w="1907" h="1609" extrusionOk="0">
                  <a:moveTo>
                    <a:pt x="1065" y="1"/>
                  </a:moveTo>
                  <a:cubicBezTo>
                    <a:pt x="391" y="1"/>
                    <a:pt x="0" y="794"/>
                    <a:pt x="456" y="1322"/>
                  </a:cubicBezTo>
                  <a:cubicBezTo>
                    <a:pt x="619" y="1519"/>
                    <a:pt x="841" y="1609"/>
                    <a:pt x="1061" y="1609"/>
                  </a:cubicBezTo>
                  <a:cubicBezTo>
                    <a:pt x="1450" y="1609"/>
                    <a:pt x="1833" y="1328"/>
                    <a:pt x="1869" y="870"/>
                  </a:cubicBezTo>
                  <a:cubicBezTo>
                    <a:pt x="1907" y="437"/>
                    <a:pt x="1568" y="41"/>
                    <a:pt x="1134" y="3"/>
                  </a:cubicBezTo>
                  <a:cubicBezTo>
                    <a:pt x="1111" y="2"/>
                    <a:pt x="1088" y="1"/>
                    <a:pt x="10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3"/>
            <p:cNvSpPr/>
            <p:nvPr/>
          </p:nvSpPr>
          <p:spPr>
            <a:xfrm>
              <a:off x="10190705" y="1042429"/>
              <a:ext cx="49220" cy="41204"/>
            </a:xfrm>
            <a:custGeom>
              <a:avLst/>
              <a:gdLst/>
              <a:ahLst/>
              <a:cxnLst/>
              <a:rect l="l" t="t" r="r" b="b"/>
              <a:pathLst>
                <a:path w="1535" h="1285" extrusionOk="0">
                  <a:moveTo>
                    <a:pt x="867" y="1"/>
                  </a:moveTo>
                  <a:cubicBezTo>
                    <a:pt x="329" y="1"/>
                    <a:pt x="0" y="636"/>
                    <a:pt x="367" y="1058"/>
                  </a:cubicBezTo>
                  <a:cubicBezTo>
                    <a:pt x="502" y="1214"/>
                    <a:pt x="682" y="1284"/>
                    <a:pt x="858" y="1284"/>
                  </a:cubicBezTo>
                  <a:cubicBezTo>
                    <a:pt x="1171" y="1284"/>
                    <a:pt x="1473" y="1061"/>
                    <a:pt x="1497" y="699"/>
                  </a:cubicBezTo>
                  <a:cubicBezTo>
                    <a:pt x="1535" y="341"/>
                    <a:pt x="1271" y="40"/>
                    <a:pt x="913" y="2"/>
                  </a:cubicBezTo>
                  <a:cubicBezTo>
                    <a:pt x="898" y="1"/>
                    <a:pt x="882" y="1"/>
                    <a:pt x="8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3"/>
            <p:cNvSpPr/>
            <p:nvPr/>
          </p:nvSpPr>
          <p:spPr>
            <a:xfrm>
              <a:off x="10152131" y="1059872"/>
              <a:ext cx="38863" cy="33380"/>
            </a:xfrm>
            <a:custGeom>
              <a:avLst/>
              <a:gdLst/>
              <a:ahLst/>
              <a:cxnLst/>
              <a:rect l="l" t="t" r="r" b="b"/>
              <a:pathLst>
                <a:path w="1212" h="1041" extrusionOk="0">
                  <a:moveTo>
                    <a:pt x="655" y="1"/>
                  </a:moveTo>
                  <a:cubicBezTo>
                    <a:pt x="226" y="1"/>
                    <a:pt x="1" y="512"/>
                    <a:pt x="269" y="853"/>
                  </a:cubicBezTo>
                  <a:cubicBezTo>
                    <a:pt x="378" y="982"/>
                    <a:pt x="524" y="1040"/>
                    <a:pt x="668" y="1040"/>
                  </a:cubicBezTo>
                  <a:cubicBezTo>
                    <a:pt x="922" y="1040"/>
                    <a:pt x="1169" y="859"/>
                    <a:pt x="1193" y="570"/>
                  </a:cubicBezTo>
                  <a:cubicBezTo>
                    <a:pt x="1212" y="269"/>
                    <a:pt x="1004" y="24"/>
                    <a:pt x="722" y="5"/>
                  </a:cubicBezTo>
                  <a:cubicBezTo>
                    <a:pt x="699" y="2"/>
                    <a:pt x="677" y="1"/>
                    <a:pt x="6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3"/>
            <p:cNvSpPr/>
            <p:nvPr/>
          </p:nvSpPr>
          <p:spPr>
            <a:xfrm>
              <a:off x="10159153" y="1020208"/>
              <a:ext cx="29436" cy="27800"/>
            </a:xfrm>
            <a:custGeom>
              <a:avLst/>
              <a:gdLst/>
              <a:ahLst/>
              <a:cxnLst/>
              <a:rect l="l" t="t" r="r" b="b"/>
              <a:pathLst>
                <a:path w="918" h="867" extrusionOk="0">
                  <a:moveTo>
                    <a:pt x="469" y="1"/>
                  </a:moveTo>
                  <a:cubicBezTo>
                    <a:pt x="276" y="1"/>
                    <a:pt x="86" y="121"/>
                    <a:pt x="50" y="375"/>
                  </a:cubicBezTo>
                  <a:cubicBezTo>
                    <a:pt x="0" y="695"/>
                    <a:pt x="243" y="867"/>
                    <a:pt x="484" y="867"/>
                  </a:cubicBezTo>
                  <a:cubicBezTo>
                    <a:pt x="697" y="867"/>
                    <a:pt x="908" y="733"/>
                    <a:pt x="917" y="450"/>
                  </a:cubicBezTo>
                  <a:cubicBezTo>
                    <a:pt x="917" y="158"/>
                    <a:pt x="691" y="1"/>
                    <a:pt x="4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3"/>
            <p:cNvSpPr/>
            <p:nvPr/>
          </p:nvSpPr>
          <p:spPr>
            <a:xfrm>
              <a:off x="9999758" y="1033964"/>
              <a:ext cx="31744" cy="26582"/>
            </a:xfrm>
            <a:custGeom>
              <a:avLst/>
              <a:gdLst/>
              <a:ahLst/>
              <a:cxnLst/>
              <a:rect l="l" t="t" r="r" b="b"/>
              <a:pathLst>
                <a:path w="990" h="829" extrusionOk="0">
                  <a:moveTo>
                    <a:pt x="548" y="0"/>
                  </a:moveTo>
                  <a:cubicBezTo>
                    <a:pt x="199" y="0"/>
                    <a:pt x="1" y="410"/>
                    <a:pt x="235" y="681"/>
                  </a:cubicBezTo>
                  <a:cubicBezTo>
                    <a:pt x="317" y="783"/>
                    <a:pt x="430" y="828"/>
                    <a:pt x="543" y="828"/>
                  </a:cubicBezTo>
                  <a:cubicBezTo>
                    <a:pt x="744" y="828"/>
                    <a:pt x="946" y="684"/>
                    <a:pt x="970" y="455"/>
                  </a:cubicBezTo>
                  <a:cubicBezTo>
                    <a:pt x="989" y="229"/>
                    <a:pt x="820" y="21"/>
                    <a:pt x="593" y="3"/>
                  </a:cubicBezTo>
                  <a:cubicBezTo>
                    <a:pt x="578" y="1"/>
                    <a:pt x="563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3"/>
            <p:cNvSpPr/>
            <p:nvPr/>
          </p:nvSpPr>
          <p:spPr>
            <a:xfrm>
              <a:off x="9924822" y="1035182"/>
              <a:ext cx="45661" cy="38702"/>
            </a:xfrm>
            <a:custGeom>
              <a:avLst/>
              <a:gdLst/>
              <a:ahLst/>
              <a:cxnLst/>
              <a:rect l="l" t="t" r="r" b="b"/>
              <a:pathLst>
                <a:path w="1424" h="1207" extrusionOk="0">
                  <a:moveTo>
                    <a:pt x="793" y="1"/>
                  </a:moveTo>
                  <a:cubicBezTo>
                    <a:pt x="293" y="1"/>
                    <a:pt x="1" y="598"/>
                    <a:pt x="330" y="1001"/>
                  </a:cubicBezTo>
                  <a:cubicBezTo>
                    <a:pt x="452" y="1143"/>
                    <a:pt x="617" y="1207"/>
                    <a:pt x="780" y="1207"/>
                  </a:cubicBezTo>
                  <a:cubicBezTo>
                    <a:pt x="1073" y="1207"/>
                    <a:pt x="1361" y="1000"/>
                    <a:pt x="1385" y="662"/>
                  </a:cubicBezTo>
                  <a:cubicBezTo>
                    <a:pt x="1423" y="323"/>
                    <a:pt x="1178" y="40"/>
                    <a:pt x="839" y="2"/>
                  </a:cubicBezTo>
                  <a:cubicBezTo>
                    <a:pt x="824" y="1"/>
                    <a:pt x="808" y="1"/>
                    <a:pt x="7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3"/>
            <p:cNvSpPr/>
            <p:nvPr/>
          </p:nvSpPr>
          <p:spPr>
            <a:xfrm>
              <a:off x="10283726" y="953609"/>
              <a:ext cx="33540" cy="28602"/>
            </a:xfrm>
            <a:custGeom>
              <a:avLst/>
              <a:gdLst/>
              <a:ahLst/>
              <a:cxnLst/>
              <a:rect l="l" t="t" r="r" b="b"/>
              <a:pathLst>
                <a:path w="1046" h="892" extrusionOk="0">
                  <a:moveTo>
                    <a:pt x="587" y="0"/>
                  </a:moveTo>
                  <a:cubicBezTo>
                    <a:pt x="218" y="0"/>
                    <a:pt x="1" y="447"/>
                    <a:pt x="254" y="737"/>
                  </a:cubicBezTo>
                  <a:cubicBezTo>
                    <a:pt x="341" y="844"/>
                    <a:pt x="457" y="891"/>
                    <a:pt x="574" y="891"/>
                  </a:cubicBezTo>
                  <a:cubicBezTo>
                    <a:pt x="788" y="891"/>
                    <a:pt x="1002" y="730"/>
                    <a:pt x="1027" y="474"/>
                  </a:cubicBezTo>
                  <a:cubicBezTo>
                    <a:pt x="1046" y="247"/>
                    <a:pt x="857" y="21"/>
                    <a:pt x="631" y="2"/>
                  </a:cubicBezTo>
                  <a:cubicBezTo>
                    <a:pt x="616" y="1"/>
                    <a:pt x="601" y="0"/>
                    <a:pt x="5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3"/>
            <p:cNvSpPr/>
            <p:nvPr/>
          </p:nvSpPr>
          <p:spPr>
            <a:xfrm>
              <a:off x="10302452" y="884733"/>
              <a:ext cx="42614" cy="36362"/>
            </a:xfrm>
            <a:custGeom>
              <a:avLst/>
              <a:gdLst/>
              <a:ahLst/>
              <a:cxnLst/>
              <a:rect l="l" t="t" r="r" b="b"/>
              <a:pathLst>
                <a:path w="1329" h="1134" extrusionOk="0">
                  <a:moveTo>
                    <a:pt x="737" y="1"/>
                  </a:moveTo>
                  <a:cubicBezTo>
                    <a:pt x="274" y="1"/>
                    <a:pt x="1" y="560"/>
                    <a:pt x="311" y="926"/>
                  </a:cubicBezTo>
                  <a:cubicBezTo>
                    <a:pt x="427" y="1069"/>
                    <a:pt x="583" y="1134"/>
                    <a:pt x="737" y="1134"/>
                  </a:cubicBezTo>
                  <a:cubicBezTo>
                    <a:pt x="1006" y="1134"/>
                    <a:pt x="1267" y="936"/>
                    <a:pt x="1291" y="624"/>
                  </a:cubicBezTo>
                  <a:cubicBezTo>
                    <a:pt x="1329" y="304"/>
                    <a:pt x="1102" y="40"/>
                    <a:pt x="782" y="2"/>
                  </a:cubicBezTo>
                  <a:cubicBezTo>
                    <a:pt x="767" y="1"/>
                    <a:pt x="752" y="1"/>
                    <a:pt x="7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3"/>
            <p:cNvSpPr/>
            <p:nvPr/>
          </p:nvSpPr>
          <p:spPr>
            <a:xfrm>
              <a:off x="10361515" y="906345"/>
              <a:ext cx="77790" cy="66342"/>
            </a:xfrm>
            <a:custGeom>
              <a:avLst/>
              <a:gdLst/>
              <a:ahLst/>
              <a:cxnLst/>
              <a:rect l="l" t="t" r="r" b="b"/>
              <a:pathLst>
                <a:path w="2426" h="2069" extrusionOk="0">
                  <a:moveTo>
                    <a:pt x="1333" y="1"/>
                  </a:moveTo>
                  <a:cubicBezTo>
                    <a:pt x="480" y="1"/>
                    <a:pt x="1" y="1016"/>
                    <a:pt x="561" y="1703"/>
                  </a:cubicBezTo>
                  <a:cubicBezTo>
                    <a:pt x="778" y="1954"/>
                    <a:pt x="1066" y="2068"/>
                    <a:pt x="1350" y="2068"/>
                  </a:cubicBezTo>
                  <a:cubicBezTo>
                    <a:pt x="1853" y="2068"/>
                    <a:pt x="2340" y="1709"/>
                    <a:pt x="2388" y="1118"/>
                  </a:cubicBezTo>
                  <a:cubicBezTo>
                    <a:pt x="2426" y="553"/>
                    <a:pt x="2011" y="44"/>
                    <a:pt x="1446" y="7"/>
                  </a:cubicBezTo>
                  <a:cubicBezTo>
                    <a:pt x="1408" y="3"/>
                    <a:pt x="1370" y="1"/>
                    <a:pt x="13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3"/>
            <p:cNvSpPr/>
            <p:nvPr/>
          </p:nvSpPr>
          <p:spPr>
            <a:xfrm>
              <a:off x="10316079" y="984936"/>
              <a:ext cx="65829" cy="55921"/>
            </a:xfrm>
            <a:custGeom>
              <a:avLst/>
              <a:gdLst/>
              <a:ahLst/>
              <a:cxnLst/>
              <a:rect l="l" t="t" r="r" b="b"/>
              <a:pathLst>
                <a:path w="2053" h="1744" extrusionOk="0">
                  <a:moveTo>
                    <a:pt x="1134" y="1"/>
                  </a:moveTo>
                  <a:cubicBezTo>
                    <a:pt x="416" y="1"/>
                    <a:pt x="0" y="858"/>
                    <a:pt x="489" y="1437"/>
                  </a:cubicBezTo>
                  <a:cubicBezTo>
                    <a:pt x="665" y="1648"/>
                    <a:pt x="905" y="1743"/>
                    <a:pt x="1143" y="1743"/>
                  </a:cubicBezTo>
                  <a:cubicBezTo>
                    <a:pt x="1565" y="1743"/>
                    <a:pt x="1979" y="1442"/>
                    <a:pt x="2015" y="947"/>
                  </a:cubicBezTo>
                  <a:cubicBezTo>
                    <a:pt x="2053" y="476"/>
                    <a:pt x="1714" y="43"/>
                    <a:pt x="1224" y="5"/>
                  </a:cubicBezTo>
                  <a:cubicBezTo>
                    <a:pt x="1193" y="2"/>
                    <a:pt x="1163" y="1"/>
                    <a:pt x="11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3"/>
            <p:cNvSpPr/>
            <p:nvPr/>
          </p:nvSpPr>
          <p:spPr>
            <a:xfrm>
              <a:off x="10281321" y="1058141"/>
              <a:ext cx="34149" cy="28762"/>
            </a:xfrm>
            <a:custGeom>
              <a:avLst/>
              <a:gdLst/>
              <a:ahLst/>
              <a:cxnLst/>
              <a:rect l="l" t="t" r="r" b="b"/>
              <a:pathLst>
                <a:path w="1065" h="897" extrusionOk="0">
                  <a:moveTo>
                    <a:pt x="586" y="0"/>
                  </a:moveTo>
                  <a:cubicBezTo>
                    <a:pt x="217" y="0"/>
                    <a:pt x="0" y="447"/>
                    <a:pt x="254" y="737"/>
                  </a:cubicBezTo>
                  <a:cubicBezTo>
                    <a:pt x="343" y="847"/>
                    <a:pt x="467" y="897"/>
                    <a:pt x="591" y="897"/>
                  </a:cubicBezTo>
                  <a:cubicBezTo>
                    <a:pt x="807" y="897"/>
                    <a:pt x="1021" y="744"/>
                    <a:pt x="1045" y="492"/>
                  </a:cubicBezTo>
                  <a:cubicBezTo>
                    <a:pt x="1064" y="228"/>
                    <a:pt x="876" y="21"/>
                    <a:pt x="631" y="2"/>
                  </a:cubicBezTo>
                  <a:cubicBezTo>
                    <a:pt x="616" y="1"/>
                    <a:pt x="601" y="0"/>
                    <a:pt x="5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3"/>
            <p:cNvSpPr/>
            <p:nvPr/>
          </p:nvSpPr>
          <p:spPr>
            <a:xfrm>
              <a:off x="10234025" y="989297"/>
              <a:ext cx="22221" cy="18630"/>
            </a:xfrm>
            <a:custGeom>
              <a:avLst/>
              <a:gdLst/>
              <a:ahLst/>
              <a:cxnLst/>
              <a:rect l="l" t="t" r="r" b="b"/>
              <a:pathLst>
                <a:path w="693" h="581" extrusionOk="0">
                  <a:moveTo>
                    <a:pt x="388" y="0"/>
                  </a:moveTo>
                  <a:cubicBezTo>
                    <a:pt x="155" y="0"/>
                    <a:pt x="1" y="289"/>
                    <a:pt x="165" y="472"/>
                  </a:cubicBezTo>
                  <a:cubicBezTo>
                    <a:pt x="226" y="547"/>
                    <a:pt x="308" y="580"/>
                    <a:pt x="387" y="580"/>
                  </a:cubicBezTo>
                  <a:cubicBezTo>
                    <a:pt x="527" y="580"/>
                    <a:pt x="662" y="478"/>
                    <a:pt x="674" y="321"/>
                  </a:cubicBezTo>
                  <a:cubicBezTo>
                    <a:pt x="693" y="152"/>
                    <a:pt x="580" y="20"/>
                    <a:pt x="410" y="1"/>
                  </a:cubicBezTo>
                  <a:cubicBezTo>
                    <a:pt x="403" y="1"/>
                    <a:pt x="395" y="0"/>
                    <a:pt x="3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3"/>
            <p:cNvSpPr/>
            <p:nvPr/>
          </p:nvSpPr>
          <p:spPr>
            <a:xfrm>
              <a:off x="10626468" y="1153566"/>
              <a:ext cx="50310" cy="42518"/>
            </a:xfrm>
            <a:custGeom>
              <a:avLst/>
              <a:gdLst/>
              <a:ahLst/>
              <a:cxnLst/>
              <a:rect l="l" t="t" r="r" b="b"/>
              <a:pathLst>
                <a:path w="1569" h="1326" extrusionOk="0">
                  <a:moveTo>
                    <a:pt x="859" y="0"/>
                  </a:moveTo>
                  <a:cubicBezTo>
                    <a:pt x="316" y="0"/>
                    <a:pt x="0" y="643"/>
                    <a:pt x="362" y="1077"/>
                  </a:cubicBezTo>
                  <a:cubicBezTo>
                    <a:pt x="499" y="1249"/>
                    <a:pt x="686" y="1325"/>
                    <a:pt x="871" y="1325"/>
                  </a:cubicBezTo>
                  <a:cubicBezTo>
                    <a:pt x="1195" y="1325"/>
                    <a:pt x="1513" y="1091"/>
                    <a:pt x="1549" y="719"/>
                  </a:cubicBezTo>
                  <a:cubicBezTo>
                    <a:pt x="1568" y="343"/>
                    <a:pt x="1304" y="22"/>
                    <a:pt x="928" y="3"/>
                  </a:cubicBezTo>
                  <a:cubicBezTo>
                    <a:pt x="904" y="1"/>
                    <a:pt x="882" y="0"/>
                    <a:pt x="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3"/>
            <p:cNvSpPr/>
            <p:nvPr/>
          </p:nvSpPr>
          <p:spPr>
            <a:xfrm>
              <a:off x="10596840" y="1224238"/>
              <a:ext cx="40049" cy="33925"/>
            </a:xfrm>
            <a:custGeom>
              <a:avLst/>
              <a:gdLst/>
              <a:ahLst/>
              <a:cxnLst/>
              <a:rect l="l" t="t" r="r" b="b"/>
              <a:pathLst>
                <a:path w="1249" h="1058" extrusionOk="0">
                  <a:moveTo>
                    <a:pt x="675" y="0"/>
                  </a:moveTo>
                  <a:cubicBezTo>
                    <a:pt x="243" y="0"/>
                    <a:pt x="0" y="529"/>
                    <a:pt x="288" y="871"/>
                  </a:cubicBezTo>
                  <a:cubicBezTo>
                    <a:pt x="396" y="999"/>
                    <a:pt x="540" y="1057"/>
                    <a:pt x="684" y="1057"/>
                  </a:cubicBezTo>
                  <a:cubicBezTo>
                    <a:pt x="940" y="1057"/>
                    <a:pt x="1193" y="871"/>
                    <a:pt x="1230" y="569"/>
                  </a:cubicBezTo>
                  <a:cubicBezTo>
                    <a:pt x="1249" y="268"/>
                    <a:pt x="1022" y="23"/>
                    <a:pt x="740" y="4"/>
                  </a:cubicBezTo>
                  <a:cubicBezTo>
                    <a:pt x="718" y="1"/>
                    <a:pt x="696" y="0"/>
                    <a:pt x="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3"/>
            <p:cNvSpPr/>
            <p:nvPr/>
          </p:nvSpPr>
          <p:spPr>
            <a:xfrm>
              <a:off x="10549544" y="1214586"/>
              <a:ext cx="25716" cy="21740"/>
            </a:xfrm>
            <a:custGeom>
              <a:avLst/>
              <a:gdLst/>
              <a:ahLst/>
              <a:cxnLst/>
              <a:rect l="l" t="t" r="r" b="b"/>
              <a:pathLst>
                <a:path w="802" h="678" extrusionOk="0">
                  <a:moveTo>
                    <a:pt x="419" y="1"/>
                  </a:moveTo>
                  <a:cubicBezTo>
                    <a:pt x="145" y="1"/>
                    <a:pt x="1" y="335"/>
                    <a:pt x="180" y="550"/>
                  </a:cubicBezTo>
                  <a:cubicBezTo>
                    <a:pt x="255" y="638"/>
                    <a:pt x="351" y="678"/>
                    <a:pt x="446" y="678"/>
                  </a:cubicBezTo>
                  <a:cubicBezTo>
                    <a:pt x="612" y="678"/>
                    <a:pt x="771" y="554"/>
                    <a:pt x="783" y="361"/>
                  </a:cubicBezTo>
                  <a:cubicBezTo>
                    <a:pt x="802" y="173"/>
                    <a:pt x="651" y="3"/>
                    <a:pt x="462" y="3"/>
                  </a:cubicBezTo>
                  <a:cubicBezTo>
                    <a:pt x="448" y="2"/>
                    <a:pt x="433" y="1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3"/>
            <p:cNvSpPr/>
            <p:nvPr/>
          </p:nvSpPr>
          <p:spPr>
            <a:xfrm>
              <a:off x="10554611" y="1173415"/>
              <a:ext cx="38767" cy="35881"/>
            </a:xfrm>
            <a:custGeom>
              <a:avLst/>
              <a:gdLst/>
              <a:ahLst/>
              <a:cxnLst/>
              <a:rect l="l" t="t" r="r" b="b"/>
              <a:pathLst>
                <a:path w="1209" h="1119" extrusionOk="0">
                  <a:moveTo>
                    <a:pt x="591" y="1"/>
                  </a:moveTo>
                  <a:cubicBezTo>
                    <a:pt x="324" y="1"/>
                    <a:pt x="65" y="199"/>
                    <a:pt x="41" y="515"/>
                  </a:cubicBezTo>
                  <a:cubicBezTo>
                    <a:pt x="0" y="865"/>
                    <a:pt x="286" y="1118"/>
                    <a:pt x="591" y="1118"/>
                  </a:cubicBezTo>
                  <a:cubicBezTo>
                    <a:pt x="712" y="1118"/>
                    <a:pt x="837" y="1078"/>
                    <a:pt x="945" y="986"/>
                  </a:cubicBezTo>
                  <a:cubicBezTo>
                    <a:pt x="1171" y="779"/>
                    <a:pt x="1209" y="440"/>
                    <a:pt x="1002" y="195"/>
                  </a:cubicBezTo>
                  <a:cubicBezTo>
                    <a:pt x="888" y="61"/>
                    <a:pt x="738" y="1"/>
                    <a:pt x="5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3"/>
            <p:cNvSpPr/>
            <p:nvPr/>
          </p:nvSpPr>
          <p:spPr>
            <a:xfrm>
              <a:off x="10521936" y="1119129"/>
              <a:ext cx="55152" cy="46911"/>
            </a:xfrm>
            <a:custGeom>
              <a:avLst/>
              <a:gdLst/>
              <a:ahLst/>
              <a:cxnLst/>
              <a:rect l="l" t="t" r="r" b="b"/>
              <a:pathLst>
                <a:path w="1720" h="1463" extrusionOk="0">
                  <a:moveTo>
                    <a:pt x="954" y="0"/>
                  </a:moveTo>
                  <a:cubicBezTo>
                    <a:pt x="354" y="0"/>
                    <a:pt x="0" y="719"/>
                    <a:pt x="400" y="1209"/>
                  </a:cubicBezTo>
                  <a:cubicBezTo>
                    <a:pt x="548" y="1384"/>
                    <a:pt x="746" y="1463"/>
                    <a:pt x="944" y="1463"/>
                  </a:cubicBezTo>
                  <a:cubicBezTo>
                    <a:pt x="1299" y="1463"/>
                    <a:pt x="1652" y="1207"/>
                    <a:pt x="1700" y="795"/>
                  </a:cubicBezTo>
                  <a:cubicBezTo>
                    <a:pt x="1719" y="399"/>
                    <a:pt x="1418" y="41"/>
                    <a:pt x="1022" y="3"/>
                  </a:cubicBezTo>
                  <a:cubicBezTo>
                    <a:pt x="999" y="1"/>
                    <a:pt x="976" y="0"/>
                    <a:pt x="9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3"/>
            <p:cNvSpPr/>
            <p:nvPr/>
          </p:nvSpPr>
          <p:spPr>
            <a:xfrm>
              <a:off x="10486569" y="1161486"/>
              <a:ext cx="27063" cy="22862"/>
            </a:xfrm>
            <a:custGeom>
              <a:avLst/>
              <a:gdLst/>
              <a:ahLst/>
              <a:cxnLst/>
              <a:rect l="l" t="t" r="r" b="b"/>
              <a:pathLst>
                <a:path w="844" h="713" extrusionOk="0">
                  <a:moveTo>
                    <a:pt x="480" y="1"/>
                  </a:moveTo>
                  <a:cubicBezTo>
                    <a:pt x="175" y="1"/>
                    <a:pt x="1" y="347"/>
                    <a:pt x="203" y="585"/>
                  </a:cubicBezTo>
                  <a:cubicBezTo>
                    <a:pt x="277" y="673"/>
                    <a:pt x="375" y="712"/>
                    <a:pt x="471" y="712"/>
                  </a:cubicBezTo>
                  <a:cubicBezTo>
                    <a:pt x="645" y="712"/>
                    <a:pt x="813" y="584"/>
                    <a:pt x="825" y="378"/>
                  </a:cubicBezTo>
                  <a:cubicBezTo>
                    <a:pt x="844" y="190"/>
                    <a:pt x="693" y="20"/>
                    <a:pt x="504" y="1"/>
                  </a:cubicBezTo>
                  <a:cubicBezTo>
                    <a:pt x="496" y="1"/>
                    <a:pt x="488" y="1"/>
                    <a:pt x="480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3"/>
            <p:cNvSpPr/>
            <p:nvPr/>
          </p:nvSpPr>
          <p:spPr>
            <a:xfrm>
              <a:off x="10474801" y="1067151"/>
              <a:ext cx="56370" cy="47969"/>
            </a:xfrm>
            <a:custGeom>
              <a:avLst/>
              <a:gdLst/>
              <a:ahLst/>
              <a:cxnLst/>
              <a:rect l="l" t="t" r="r" b="b"/>
              <a:pathLst>
                <a:path w="1758" h="1496" extrusionOk="0">
                  <a:moveTo>
                    <a:pt x="973" y="1"/>
                  </a:moveTo>
                  <a:cubicBezTo>
                    <a:pt x="355" y="1"/>
                    <a:pt x="1" y="738"/>
                    <a:pt x="419" y="1229"/>
                  </a:cubicBezTo>
                  <a:cubicBezTo>
                    <a:pt x="569" y="1412"/>
                    <a:pt x="775" y="1495"/>
                    <a:pt x="980" y="1495"/>
                  </a:cubicBezTo>
                  <a:cubicBezTo>
                    <a:pt x="1343" y="1495"/>
                    <a:pt x="1702" y="1235"/>
                    <a:pt x="1738" y="814"/>
                  </a:cubicBezTo>
                  <a:cubicBezTo>
                    <a:pt x="1757" y="400"/>
                    <a:pt x="1456" y="23"/>
                    <a:pt x="1041" y="4"/>
                  </a:cubicBezTo>
                  <a:cubicBezTo>
                    <a:pt x="1018" y="2"/>
                    <a:pt x="995" y="1"/>
                    <a:pt x="9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3"/>
            <p:cNvSpPr/>
            <p:nvPr/>
          </p:nvSpPr>
          <p:spPr>
            <a:xfrm>
              <a:off x="10478456" y="1197688"/>
              <a:ext cx="58134" cy="49380"/>
            </a:xfrm>
            <a:custGeom>
              <a:avLst/>
              <a:gdLst/>
              <a:ahLst/>
              <a:cxnLst/>
              <a:rect l="l" t="t" r="r" b="b"/>
              <a:pathLst>
                <a:path w="1813" h="1540" extrusionOk="0">
                  <a:moveTo>
                    <a:pt x="1009" y="0"/>
                  </a:moveTo>
                  <a:cubicBezTo>
                    <a:pt x="372" y="0"/>
                    <a:pt x="0" y="756"/>
                    <a:pt x="437" y="1265"/>
                  </a:cubicBezTo>
                  <a:cubicBezTo>
                    <a:pt x="592" y="1454"/>
                    <a:pt x="801" y="1539"/>
                    <a:pt x="1008" y="1539"/>
                  </a:cubicBezTo>
                  <a:cubicBezTo>
                    <a:pt x="1379" y="1539"/>
                    <a:pt x="1745" y="1267"/>
                    <a:pt x="1794" y="832"/>
                  </a:cubicBezTo>
                  <a:cubicBezTo>
                    <a:pt x="1813" y="417"/>
                    <a:pt x="1511" y="41"/>
                    <a:pt x="1078" y="3"/>
                  </a:cubicBezTo>
                  <a:cubicBezTo>
                    <a:pt x="1055" y="1"/>
                    <a:pt x="1032" y="0"/>
                    <a:pt x="10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3"/>
            <p:cNvSpPr/>
            <p:nvPr/>
          </p:nvSpPr>
          <p:spPr>
            <a:xfrm>
              <a:off x="10505615" y="1132435"/>
              <a:ext cx="64803" cy="55216"/>
            </a:xfrm>
            <a:custGeom>
              <a:avLst/>
              <a:gdLst/>
              <a:ahLst/>
              <a:cxnLst/>
              <a:rect l="l" t="t" r="r" b="b"/>
              <a:pathLst>
                <a:path w="2021" h="1722" extrusionOk="0">
                  <a:moveTo>
                    <a:pt x="1123" y="0"/>
                  </a:moveTo>
                  <a:cubicBezTo>
                    <a:pt x="411" y="0"/>
                    <a:pt x="1" y="850"/>
                    <a:pt x="476" y="1416"/>
                  </a:cubicBezTo>
                  <a:cubicBezTo>
                    <a:pt x="652" y="1626"/>
                    <a:pt x="890" y="1722"/>
                    <a:pt x="1124" y="1722"/>
                  </a:cubicBezTo>
                  <a:cubicBezTo>
                    <a:pt x="1541" y="1722"/>
                    <a:pt x="1947" y="1420"/>
                    <a:pt x="1983" y="926"/>
                  </a:cubicBezTo>
                  <a:cubicBezTo>
                    <a:pt x="2021" y="455"/>
                    <a:pt x="1682" y="41"/>
                    <a:pt x="1192" y="3"/>
                  </a:cubicBezTo>
                  <a:cubicBezTo>
                    <a:pt x="1169" y="1"/>
                    <a:pt x="1146" y="0"/>
                    <a:pt x="1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3"/>
            <p:cNvSpPr/>
            <p:nvPr/>
          </p:nvSpPr>
          <p:spPr>
            <a:xfrm>
              <a:off x="10465919" y="1134808"/>
              <a:ext cx="73685" cy="62302"/>
            </a:xfrm>
            <a:custGeom>
              <a:avLst/>
              <a:gdLst/>
              <a:ahLst/>
              <a:cxnLst/>
              <a:rect l="l" t="t" r="r" b="b"/>
              <a:pathLst>
                <a:path w="2298" h="1943" extrusionOk="0">
                  <a:moveTo>
                    <a:pt x="1282" y="0"/>
                  </a:moveTo>
                  <a:cubicBezTo>
                    <a:pt x="471" y="0"/>
                    <a:pt x="1" y="951"/>
                    <a:pt x="546" y="1587"/>
                  </a:cubicBezTo>
                  <a:cubicBezTo>
                    <a:pt x="743" y="1832"/>
                    <a:pt x="1012" y="1942"/>
                    <a:pt x="1279" y="1942"/>
                  </a:cubicBezTo>
                  <a:cubicBezTo>
                    <a:pt x="1750" y="1942"/>
                    <a:pt x="2212" y="1601"/>
                    <a:pt x="2260" y="1059"/>
                  </a:cubicBezTo>
                  <a:cubicBezTo>
                    <a:pt x="2298" y="513"/>
                    <a:pt x="1902" y="42"/>
                    <a:pt x="1375" y="4"/>
                  </a:cubicBezTo>
                  <a:cubicBezTo>
                    <a:pt x="1343" y="2"/>
                    <a:pt x="1313" y="0"/>
                    <a:pt x="12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3"/>
            <p:cNvSpPr/>
            <p:nvPr/>
          </p:nvSpPr>
          <p:spPr>
            <a:xfrm>
              <a:off x="10576158" y="1266595"/>
              <a:ext cx="43224" cy="36650"/>
            </a:xfrm>
            <a:custGeom>
              <a:avLst/>
              <a:gdLst/>
              <a:ahLst/>
              <a:cxnLst/>
              <a:rect l="l" t="t" r="r" b="b"/>
              <a:pathLst>
                <a:path w="1348" h="1143" extrusionOk="0">
                  <a:moveTo>
                    <a:pt x="754" y="0"/>
                  </a:moveTo>
                  <a:cubicBezTo>
                    <a:pt x="274" y="0"/>
                    <a:pt x="1" y="561"/>
                    <a:pt x="330" y="944"/>
                  </a:cubicBezTo>
                  <a:cubicBezTo>
                    <a:pt x="445" y="1080"/>
                    <a:pt x="603" y="1143"/>
                    <a:pt x="759" y="1143"/>
                  </a:cubicBezTo>
                  <a:cubicBezTo>
                    <a:pt x="1034" y="1143"/>
                    <a:pt x="1304" y="948"/>
                    <a:pt x="1328" y="624"/>
                  </a:cubicBezTo>
                  <a:cubicBezTo>
                    <a:pt x="1347" y="303"/>
                    <a:pt x="1121" y="21"/>
                    <a:pt x="801" y="2"/>
                  </a:cubicBezTo>
                  <a:cubicBezTo>
                    <a:pt x="785" y="1"/>
                    <a:pt x="769" y="0"/>
                    <a:pt x="7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3"/>
            <p:cNvSpPr/>
            <p:nvPr/>
          </p:nvSpPr>
          <p:spPr>
            <a:xfrm>
              <a:off x="10511676" y="1249633"/>
              <a:ext cx="48482" cy="41236"/>
            </a:xfrm>
            <a:custGeom>
              <a:avLst/>
              <a:gdLst/>
              <a:ahLst/>
              <a:cxnLst/>
              <a:rect l="l" t="t" r="r" b="b"/>
              <a:pathLst>
                <a:path w="1512" h="1286" extrusionOk="0">
                  <a:moveTo>
                    <a:pt x="843" y="0"/>
                  </a:moveTo>
                  <a:cubicBezTo>
                    <a:pt x="316" y="0"/>
                    <a:pt x="0" y="642"/>
                    <a:pt x="362" y="1059"/>
                  </a:cubicBezTo>
                  <a:cubicBezTo>
                    <a:pt x="491" y="1215"/>
                    <a:pt x="666" y="1285"/>
                    <a:pt x="841" y="1285"/>
                  </a:cubicBezTo>
                  <a:cubicBezTo>
                    <a:pt x="1150" y="1285"/>
                    <a:pt x="1457" y="1062"/>
                    <a:pt x="1493" y="701"/>
                  </a:cubicBezTo>
                  <a:cubicBezTo>
                    <a:pt x="1512" y="343"/>
                    <a:pt x="1248" y="41"/>
                    <a:pt x="909" y="3"/>
                  </a:cubicBezTo>
                  <a:cubicBezTo>
                    <a:pt x="886" y="1"/>
                    <a:pt x="864" y="0"/>
                    <a:pt x="8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3"/>
            <p:cNvSpPr/>
            <p:nvPr/>
          </p:nvSpPr>
          <p:spPr>
            <a:xfrm>
              <a:off x="10457582" y="1238827"/>
              <a:ext cx="35496" cy="30366"/>
            </a:xfrm>
            <a:custGeom>
              <a:avLst/>
              <a:gdLst/>
              <a:ahLst/>
              <a:cxnLst/>
              <a:rect l="l" t="t" r="r" b="b"/>
              <a:pathLst>
                <a:path w="1107" h="947" extrusionOk="0">
                  <a:moveTo>
                    <a:pt x="631" y="1"/>
                  </a:moveTo>
                  <a:cubicBezTo>
                    <a:pt x="231" y="1"/>
                    <a:pt x="0" y="460"/>
                    <a:pt x="259" y="774"/>
                  </a:cubicBezTo>
                  <a:cubicBezTo>
                    <a:pt x="357" y="892"/>
                    <a:pt x="490" y="946"/>
                    <a:pt x="622" y="946"/>
                  </a:cubicBezTo>
                  <a:cubicBezTo>
                    <a:pt x="846" y="946"/>
                    <a:pt x="1064" y="790"/>
                    <a:pt x="1088" y="529"/>
                  </a:cubicBezTo>
                  <a:cubicBezTo>
                    <a:pt x="1107" y="265"/>
                    <a:pt x="919" y="20"/>
                    <a:pt x="655" y="1"/>
                  </a:cubicBezTo>
                  <a:cubicBezTo>
                    <a:pt x="647" y="1"/>
                    <a:pt x="639" y="1"/>
                    <a:pt x="6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3"/>
            <p:cNvSpPr/>
            <p:nvPr/>
          </p:nvSpPr>
          <p:spPr>
            <a:xfrm>
              <a:off x="10421637" y="1192846"/>
              <a:ext cx="59962" cy="51015"/>
            </a:xfrm>
            <a:custGeom>
              <a:avLst/>
              <a:gdLst/>
              <a:ahLst/>
              <a:cxnLst/>
              <a:rect l="l" t="t" r="r" b="b"/>
              <a:pathLst>
                <a:path w="1870" h="1591" extrusionOk="0">
                  <a:moveTo>
                    <a:pt x="1046" y="0"/>
                  </a:moveTo>
                  <a:cubicBezTo>
                    <a:pt x="374" y="0"/>
                    <a:pt x="1" y="775"/>
                    <a:pt x="438" y="1303"/>
                  </a:cubicBezTo>
                  <a:cubicBezTo>
                    <a:pt x="602" y="1501"/>
                    <a:pt x="823" y="1590"/>
                    <a:pt x="1040" y="1590"/>
                  </a:cubicBezTo>
                  <a:cubicBezTo>
                    <a:pt x="1423" y="1590"/>
                    <a:pt x="1796" y="1314"/>
                    <a:pt x="1832" y="870"/>
                  </a:cubicBezTo>
                  <a:cubicBezTo>
                    <a:pt x="1870" y="418"/>
                    <a:pt x="1550" y="41"/>
                    <a:pt x="1116" y="3"/>
                  </a:cubicBezTo>
                  <a:cubicBezTo>
                    <a:pt x="1092" y="1"/>
                    <a:pt x="1069" y="0"/>
                    <a:pt x="10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3"/>
            <p:cNvSpPr/>
            <p:nvPr/>
          </p:nvSpPr>
          <p:spPr>
            <a:xfrm>
              <a:off x="10495515" y="1186144"/>
              <a:ext cx="64034" cy="54286"/>
            </a:xfrm>
            <a:custGeom>
              <a:avLst/>
              <a:gdLst/>
              <a:ahLst/>
              <a:cxnLst/>
              <a:rect l="l" t="t" r="r" b="b"/>
              <a:pathLst>
                <a:path w="1997" h="1693" extrusionOk="0">
                  <a:moveTo>
                    <a:pt x="1097" y="0"/>
                  </a:moveTo>
                  <a:cubicBezTo>
                    <a:pt x="398" y="0"/>
                    <a:pt x="0" y="839"/>
                    <a:pt x="470" y="1399"/>
                  </a:cubicBezTo>
                  <a:cubicBezTo>
                    <a:pt x="645" y="1601"/>
                    <a:pt x="877" y="1692"/>
                    <a:pt x="1106" y="1692"/>
                  </a:cubicBezTo>
                  <a:cubicBezTo>
                    <a:pt x="1519" y="1692"/>
                    <a:pt x="1923" y="1394"/>
                    <a:pt x="1959" y="909"/>
                  </a:cubicBezTo>
                  <a:cubicBezTo>
                    <a:pt x="1997" y="438"/>
                    <a:pt x="1658" y="43"/>
                    <a:pt x="1186" y="5"/>
                  </a:cubicBezTo>
                  <a:cubicBezTo>
                    <a:pt x="1156" y="2"/>
                    <a:pt x="1126" y="0"/>
                    <a:pt x="10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3"/>
            <p:cNvSpPr/>
            <p:nvPr/>
          </p:nvSpPr>
          <p:spPr>
            <a:xfrm>
              <a:off x="10668153" y="1370454"/>
              <a:ext cx="48482" cy="40626"/>
            </a:xfrm>
            <a:custGeom>
              <a:avLst/>
              <a:gdLst/>
              <a:ahLst/>
              <a:cxnLst/>
              <a:rect l="l" t="t" r="r" b="b"/>
              <a:pathLst>
                <a:path w="1512" h="1267" extrusionOk="0">
                  <a:moveTo>
                    <a:pt x="841" y="0"/>
                  </a:moveTo>
                  <a:cubicBezTo>
                    <a:pt x="316" y="0"/>
                    <a:pt x="1" y="624"/>
                    <a:pt x="362" y="1040"/>
                  </a:cubicBezTo>
                  <a:cubicBezTo>
                    <a:pt x="491" y="1196"/>
                    <a:pt x="667" y="1267"/>
                    <a:pt x="840" y="1267"/>
                  </a:cubicBezTo>
                  <a:cubicBezTo>
                    <a:pt x="1148" y="1267"/>
                    <a:pt x="1450" y="1044"/>
                    <a:pt x="1474" y="682"/>
                  </a:cubicBezTo>
                  <a:cubicBezTo>
                    <a:pt x="1512" y="324"/>
                    <a:pt x="1248" y="23"/>
                    <a:pt x="909" y="4"/>
                  </a:cubicBezTo>
                  <a:cubicBezTo>
                    <a:pt x="886" y="2"/>
                    <a:pt x="863" y="0"/>
                    <a:pt x="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3"/>
            <p:cNvSpPr/>
            <p:nvPr/>
          </p:nvSpPr>
          <p:spPr>
            <a:xfrm>
              <a:off x="10696402" y="1346950"/>
              <a:ext cx="49861" cy="42198"/>
            </a:xfrm>
            <a:custGeom>
              <a:avLst/>
              <a:gdLst/>
              <a:ahLst/>
              <a:cxnLst/>
              <a:rect l="l" t="t" r="r" b="b"/>
              <a:pathLst>
                <a:path w="1555" h="1316" extrusionOk="0">
                  <a:moveTo>
                    <a:pt x="884" y="0"/>
                  </a:moveTo>
                  <a:cubicBezTo>
                    <a:pt x="312" y="0"/>
                    <a:pt x="0" y="654"/>
                    <a:pt x="367" y="1076"/>
                  </a:cubicBezTo>
                  <a:cubicBezTo>
                    <a:pt x="504" y="1241"/>
                    <a:pt x="690" y="1316"/>
                    <a:pt x="871" y="1316"/>
                  </a:cubicBezTo>
                  <a:cubicBezTo>
                    <a:pt x="1187" y="1316"/>
                    <a:pt x="1492" y="1089"/>
                    <a:pt x="1516" y="718"/>
                  </a:cubicBezTo>
                  <a:cubicBezTo>
                    <a:pt x="1554" y="341"/>
                    <a:pt x="1290" y="40"/>
                    <a:pt x="932" y="2"/>
                  </a:cubicBezTo>
                  <a:cubicBezTo>
                    <a:pt x="916" y="1"/>
                    <a:pt x="900" y="0"/>
                    <a:pt x="8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3"/>
            <p:cNvSpPr/>
            <p:nvPr/>
          </p:nvSpPr>
          <p:spPr>
            <a:xfrm>
              <a:off x="10720034" y="1296191"/>
              <a:ext cx="18950" cy="15263"/>
            </a:xfrm>
            <a:custGeom>
              <a:avLst/>
              <a:gdLst/>
              <a:ahLst/>
              <a:cxnLst/>
              <a:rect l="l" t="t" r="r" b="b"/>
              <a:pathLst>
                <a:path w="591" h="476" extrusionOk="0">
                  <a:moveTo>
                    <a:pt x="330" y="0"/>
                  </a:moveTo>
                  <a:cubicBezTo>
                    <a:pt x="41" y="0"/>
                    <a:pt x="1" y="455"/>
                    <a:pt x="327" y="473"/>
                  </a:cubicBezTo>
                  <a:cubicBezTo>
                    <a:pt x="338" y="475"/>
                    <a:pt x="350" y="476"/>
                    <a:pt x="361" y="476"/>
                  </a:cubicBezTo>
                  <a:cubicBezTo>
                    <a:pt x="478" y="476"/>
                    <a:pt x="572" y="387"/>
                    <a:pt x="572" y="266"/>
                  </a:cubicBezTo>
                  <a:cubicBezTo>
                    <a:pt x="591" y="115"/>
                    <a:pt x="497" y="2"/>
                    <a:pt x="365" y="2"/>
                  </a:cubicBezTo>
                  <a:cubicBezTo>
                    <a:pt x="353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3"/>
            <p:cNvSpPr/>
            <p:nvPr/>
          </p:nvSpPr>
          <p:spPr>
            <a:xfrm>
              <a:off x="10691240" y="1311358"/>
              <a:ext cx="14525" cy="14012"/>
            </a:xfrm>
            <a:custGeom>
              <a:avLst/>
              <a:gdLst/>
              <a:ahLst/>
              <a:cxnLst/>
              <a:rect l="l" t="t" r="r" b="b"/>
              <a:pathLst>
                <a:path w="453" h="437" extrusionOk="0">
                  <a:moveTo>
                    <a:pt x="245" y="0"/>
                  </a:moveTo>
                  <a:cubicBezTo>
                    <a:pt x="132" y="0"/>
                    <a:pt x="19" y="76"/>
                    <a:pt x="19" y="208"/>
                  </a:cubicBezTo>
                  <a:cubicBezTo>
                    <a:pt x="0" y="321"/>
                    <a:pt x="95" y="434"/>
                    <a:pt x="208" y="434"/>
                  </a:cubicBezTo>
                  <a:cubicBezTo>
                    <a:pt x="217" y="435"/>
                    <a:pt x="227" y="436"/>
                    <a:pt x="237" y="436"/>
                  </a:cubicBezTo>
                  <a:cubicBezTo>
                    <a:pt x="340" y="436"/>
                    <a:pt x="435" y="349"/>
                    <a:pt x="453" y="245"/>
                  </a:cubicBezTo>
                  <a:cubicBezTo>
                    <a:pt x="453" y="113"/>
                    <a:pt x="358" y="19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3"/>
            <p:cNvSpPr/>
            <p:nvPr/>
          </p:nvSpPr>
          <p:spPr>
            <a:xfrm>
              <a:off x="10706663" y="1250274"/>
              <a:ext cx="35977" cy="30205"/>
            </a:xfrm>
            <a:custGeom>
              <a:avLst/>
              <a:gdLst/>
              <a:ahLst/>
              <a:cxnLst/>
              <a:rect l="l" t="t" r="r" b="b"/>
              <a:pathLst>
                <a:path w="1122" h="942" extrusionOk="0">
                  <a:moveTo>
                    <a:pt x="624" y="0"/>
                  </a:moveTo>
                  <a:cubicBezTo>
                    <a:pt x="236" y="0"/>
                    <a:pt x="0" y="466"/>
                    <a:pt x="254" y="775"/>
                  </a:cubicBezTo>
                  <a:cubicBezTo>
                    <a:pt x="356" y="890"/>
                    <a:pt x="489" y="942"/>
                    <a:pt x="620" y="942"/>
                  </a:cubicBezTo>
                  <a:cubicBezTo>
                    <a:pt x="853" y="942"/>
                    <a:pt x="1078" y="777"/>
                    <a:pt x="1102" y="511"/>
                  </a:cubicBezTo>
                  <a:cubicBezTo>
                    <a:pt x="1121" y="247"/>
                    <a:pt x="933" y="21"/>
                    <a:pt x="669" y="2"/>
                  </a:cubicBezTo>
                  <a:cubicBezTo>
                    <a:pt x="654" y="1"/>
                    <a:pt x="639" y="0"/>
                    <a:pt x="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3"/>
            <p:cNvSpPr/>
            <p:nvPr/>
          </p:nvSpPr>
          <p:spPr>
            <a:xfrm>
              <a:off x="10668858" y="1242418"/>
              <a:ext cx="21227" cy="20297"/>
            </a:xfrm>
            <a:custGeom>
              <a:avLst/>
              <a:gdLst/>
              <a:ahLst/>
              <a:cxnLst/>
              <a:rect l="l" t="t" r="r" b="b"/>
              <a:pathLst>
                <a:path w="662" h="633" extrusionOk="0">
                  <a:moveTo>
                    <a:pt x="328" y="1"/>
                  </a:moveTo>
                  <a:cubicBezTo>
                    <a:pt x="182" y="1"/>
                    <a:pt x="38" y="92"/>
                    <a:pt x="20" y="285"/>
                  </a:cubicBezTo>
                  <a:cubicBezTo>
                    <a:pt x="0" y="514"/>
                    <a:pt x="164" y="632"/>
                    <a:pt x="329" y="632"/>
                  </a:cubicBezTo>
                  <a:cubicBezTo>
                    <a:pt x="476" y="632"/>
                    <a:pt x="624" y="537"/>
                    <a:pt x="642" y="341"/>
                  </a:cubicBezTo>
                  <a:cubicBezTo>
                    <a:pt x="662" y="120"/>
                    <a:pt x="494" y="1"/>
                    <a:pt x="3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3"/>
            <p:cNvSpPr/>
            <p:nvPr/>
          </p:nvSpPr>
          <p:spPr>
            <a:xfrm>
              <a:off x="10726768" y="1235717"/>
              <a:ext cx="53933" cy="45308"/>
            </a:xfrm>
            <a:custGeom>
              <a:avLst/>
              <a:gdLst/>
              <a:ahLst/>
              <a:cxnLst/>
              <a:rect l="l" t="t" r="r" b="b"/>
              <a:pathLst>
                <a:path w="1682" h="1413" extrusionOk="0">
                  <a:moveTo>
                    <a:pt x="935" y="1"/>
                  </a:moveTo>
                  <a:cubicBezTo>
                    <a:pt x="353" y="1"/>
                    <a:pt x="0" y="700"/>
                    <a:pt x="400" y="1153"/>
                  </a:cubicBezTo>
                  <a:cubicBezTo>
                    <a:pt x="551" y="1332"/>
                    <a:pt x="751" y="1413"/>
                    <a:pt x="948" y="1413"/>
                  </a:cubicBezTo>
                  <a:cubicBezTo>
                    <a:pt x="1291" y="1413"/>
                    <a:pt x="1619" y="1165"/>
                    <a:pt x="1643" y="758"/>
                  </a:cubicBezTo>
                  <a:cubicBezTo>
                    <a:pt x="1681" y="381"/>
                    <a:pt x="1398" y="42"/>
                    <a:pt x="1003" y="4"/>
                  </a:cubicBezTo>
                  <a:cubicBezTo>
                    <a:pt x="980" y="2"/>
                    <a:pt x="958" y="1"/>
                    <a:pt x="9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3"/>
            <p:cNvSpPr/>
            <p:nvPr/>
          </p:nvSpPr>
          <p:spPr>
            <a:xfrm>
              <a:off x="10586996" y="1378310"/>
              <a:ext cx="19688" cy="17219"/>
            </a:xfrm>
            <a:custGeom>
              <a:avLst/>
              <a:gdLst/>
              <a:ahLst/>
              <a:cxnLst/>
              <a:rect l="l" t="t" r="r" b="b"/>
              <a:pathLst>
                <a:path w="614" h="537" extrusionOk="0">
                  <a:moveTo>
                    <a:pt x="328" y="0"/>
                  </a:moveTo>
                  <a:cubicBezTo>
                    <a:pt x="125" y="0"/>
                    <a:pt x="1" y="260"/>
                    <a:pt x="142" y="437"/>
                  </a:cubicBezTo>
                  <a:cubicBezTo>
                    <a:pt x="197" y="506"/>
                    <a:pt x="272" y="537"/>
                    <a:pt x="346" y="537"/>
                  </a:cubicBezTo>
                  <a:cubicBezTo>
                    <a:pt x="475" y="537"/>
                    <a:pt x="601" y="442"/>
                    <a:pt x="613" y="286"/>
                  </a:cubicBezTo>
                  <a:cubicBezTo>
                    <a:pt x="613" y="136"/>
                    <a:pt x="519" y="23"/>
                    <a:pt x="368" y="4"/>
                  </a:cubicBezTo>
                  <a:cubicBezTo>
                    <a:pt x="355" y="2"/>
                    <a:pt x="341" y="0"/>
                    <a:pt x="328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3"/>
            <p:cNvSpPr/>
            <p:nvPr/>
          </p:nvSpPr>
          <p:spPr>
            <a:xfrm>
              <a:off x="10566058" y="1353556"/>
              <a:ext cx="59352" cy="50150"/>
            </a:xfrm>
            <a:custGeom>
              <a:avLst/>
              <a:gdLst/>
              <a:ahLst/>
              <a:cxnLst/>
              <a:rect l="l" t="t" r="r" b="b"/>
              <a:pathLst>
                <a:path w="1851" h="1564" extrusionOk="0">
                  <a:moveTo>
                    <a:pt x="1030" y="0"/>
                  </a:moveTo>
                  <a:cubicBezTo>
                    <a:pt x="391" y="0"/>
                    <a:pt x="0" y="775"/>
                    <a:pt x="437" y="1285"/>
                  </a:cubicBezTo>
                  <a:cubicBezTo>
                    <a:pt x="602" y="1476"/>
                    <a:pt x="820" y="1563"/>
                    <a:pt x="1035" y="1563"/>
                  </a:cubicBezTo>
                  <a:cubicBezTo>
                    <a:pt x="1412" y="1563"/>
                    <a:pt x="1777" y="1295"/>
                    <a:pt x="1813" y="851"/>
                  </a:cubicBezTo>
                  <a:cubicBezTo>
                    <a:pt x="1851" y="437"/>
                    <a:pt x="1530" y="41"/>
                    <a:pt x="1097" y="3"/>
                  </a:cubicBezTo>
                  <a:cubicBezTo>
                    <a:pt x="1074" y="1"/>
                    <a:pt x="1052" y="0"/>
                    <a:pt x="10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3"/>
            <p:cNvSpPr/>
            <p:nvPr/>
          </p:nvSpPr>
          <p:spPr>
            <a:xfrm>
              <a:off x="10605145" y="1443594"/>
              <a:ext cx="31744" cy="26582"/>
            </a:xfrm>
            <a:custGeom>
              <a:avLst/>
              <a:gdLst/>
              <a:ahLst/>
              <a:cxnLst/>
              <a:rect l="l" t="t" r="r" b="b"/>
              <a:pathLst>
                <a:path w="990" h="829" extrusionOk="0">
                  <a:moveTo>
                    <a:pt x="548" y="1"/>
                  </a:moveTo>
                  <a:cubicBezTo>
                    <a:pt x="199" y="1"/>
                    <a:pt x="1" y="410"/>
                    <a:pt x="236" y="681"/>
                  </a:cubicBezTo>
                  <a:cubicBezTo>
                    <a:pt x="317" y="783"/>
                    <a:pt x="430" y="828"/>
                    <a:pt x="544" y="828"/>
                  </a:cubicBezTo>
                  <a:cubicBezTo>
                    <a:pt x="745" y="828"/>
                    <a:pt x="947" y="684"/>
                    <a:pt x="971" y="455"/>
                  </a:cubicBezTo>
                  <a:cubicBezTo>
                    <a:pt x="990" y="229"/>
                    <a:pt x="820" y="22"/>
                    <a:pt x="594" y="3"/>
                  </a:cubicBezTo>
                  <a:cubicBezTo>
                    <a:pt x="578" y="1"/>
                    <a:pt x="563" y="1"/>
                    <a:pt x="5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3"/>
            <p:cNvSpPr/>
            <p:nvPr/>
          </p:nvSpPr>
          <p:spPr>
            <a:xfrm>
              <a:off x="10632625" y="1408034"/>
              <a:ext cx="52009" cy="51977"/>
            </a:xfrm>
            <a:custGeom>
              <a:avLst/>
              <a:gdLst/>
              <a:ahLst/>
              <a:cxnLst/>
              <a:rect l="l" t="t" r="r" b="b"/>
              <a:pathLst>
                <a:path w="1622" h="1621" extrusionOk="0">
                  <a:moveTo>
                    <a:pt x="811" y="0"/>
                  </a:moveTo>
                  <a:cubicBezTo>
                    <a:pt x="359" y="0"/>
                    <a:pt x="1" y="358"/>
                    <a:pt x="1" y="810"/>
                  </a:cubicBezTo>
                  <a:cubicBezTo>
                    <a:pt x="1" y="1263"/>
                    <a:pt x="359" y="1621"/>
                    <a:pt x="811" y="1621"/>
                  </a:cubicBezTo>
                  <a:cubicBezTo>
                    <a:pt x="1263" y="1621"/>
                    <a:pt x="1621" y="1263"/>
                    <a:pt x="1621" y="810"/>
                  </a:cubicBezTo>
                  <a:cubicBezTo>
                    <a:pt x="1621" y="358"/>
                    <a:pt x="1263" y="0"/>
                    <a:pt x="8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3"/>
            <p:cNvSpPr/>
            <p:nvPr/>
          </p:nvSpPr>
          <p:spPr>
            <a:xfrm>
              <a:off x="10589465" y="1404347"/>
              <a:ext cx="45019" cy="37965"/>
            </a:xfrm>
            <a:custGeom>
              <a:avLst/>
              <a:gdLst/>
              <a:ahLst/>
              <a:cxnLst/>
              <a:rect l="l" t="t" r="r" b="b"/>
              <a:pathLst>
                <a:path w="1404" h="1184" extrusionOk="0">
                  <a:moveTo>
                    <a:pt x="791" y="0"/>
                  </a:moveTo>
                  <a:cubicBezTo>
                    <a:pt x="292" y="0"/>
                    <a:pt x="0" y="579"/>
                    <a:pt x="329" y="963"/>
                  </a:cubicBezTo>
                  <a:cubicBezTo>
                    <a:pt x="453" y="1115"/>
                    <a:pt x="620" y="1183"/>
                    <a:pt x="784" y="1183"/>
                  </a:cubicBezTo>
                  <a:cubicBezTo>
                    <a:pt x="1068" y="1183"/>
                    <a:pt x="1342" y="977"/>
                    <a:pt x="1366" y="643"/>
                  </a:cubicBezTo>
                  <a:cubicBezTo>
                    <a:pt x="1403" y="304"/>
                    <a:pt x="1158" y="21"/>
                    <a:pt x="838" y="2"/>
                  </a:cubicBezTo>
                  <a:cubicBezTo>
                    <a:pt x="822" y="1"/>
                    <a:pt x="806" y="0"/>
                    <a:pt x="7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3"/>
            <p:cNvSpPr/>
            <p:nvPr/>
          </p:nvSpPr>
          <p:spPr>
            <a:xfrm>
              <a:off x="10610757" y="1432692"/>
              <a:ext cx="52106" cy="44282"/>
            </a:xfrm>
            <a:custGeom>
              <a:avLst/>
              <a:gdLst/>
              <a:ahLst/>
              <a:cxnLst/>
              <a:rect l="l" t="t" r="r" b="b"/>
              <a:pathLst>
                <a:path w="1625" h="1381" extrusionOk="0">
                  <a:moveTo>
                    <a:pt x="915" y="0"/>
                  </a:moveTo>
                  <a:cubicBezTo>
                    <a:pt x="335" y="0"/>
                    <a:pt x="0" y="681"/>
                    <a:pt x="381" y="1134"/>
                  </a:cubicBezTo>
                  <a:cubicBezTo>
                    <a:pt x="530" y="1304"/>
                    <a:pt x="723" y="1380"/>
                    <a:pt x="912" y="1380"/>
                  </a:cubicBezTo>
                  <a:cubicBezTo>
                    <a:pt x="1248" y="1380"/>
                    <a:pt x="1570" y="1137"/>
                    <a:pt x="1606" y="739"/>
                  </a:cubicBezTo>
                  <a:cubicBezTo>
                    <a:pt x="1625" y="362"/>
                    <a:pt x="1361" y="41"/>
                    <a:pt x="984" y="4"/>
                  </a:cubicBezTo>
                  <a:cubicBezTo>
                    <a:pt x="961" y="2"/>
                    <a:pt x="938" y="0"/>
                    <a:pt x="9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3"/>
            <p:cNvSpPr/>
            <p:nvPr/>
          </p:nvSpPr>
          <p:spPr>
            <a:xfrm>
              <a:off x="10645323" y="1535974"/>
              <a:ext cx="64803" cy="55216"/>
            </a:xfrm>
            <a:custGeom>
              <a:avLst/>
              <a:gdLst/>
              <a:ahLst/>
              <a:cxnLst/>
              <a:rect l="l" t="t" r="r" b="b"/>
              <a:pathLst>
                <a:path w="2021" h="1722" extrusionOk="0">
                  <a:moveTo>
                    <a:pt x="897" y="0"/>
                  </a:moveTo>
                  <a:cubicBezTo>
                    <a:pt x="481" y="0"/>
                    <a:pt x="74" y="302"/>
                    <a:pt x="38" y="796"/>
                  </a:cubicBezTo>
                  <a:cubicBezTo>
                    <a:pt x="0" y="1267"/>
                    <a:pt x="340" y="1682"/>
                    <a:pt x="829" y="1719"/>
                  </a:cubicBezTo>
                  <a:cubicBezTo>
                    <a:pt x="853" y="1721"/>
                    <a:pt x="875" y="1722"/>
                    <a:pt x="898" y="1722"/>
                  </a:cubicBezTo>
                  <a:cubicBezTo>
                    <a:pt x="1610" y="1722"/>
                    <a:pt x="2020" y="872"/>
                    <a:pt x="1545" y="306"/>
                  </a:cubicBezTo>
                  <a:cubicBezTo>
                    <a:pt x="1369" y="96"/>
                    <a:pt x="1131" y="0"/>
                    <a:pt x="8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3"/>
            <p:cNvSpPr/>
            <p:nvPr/>
          </p:nvSpPr>
          <p:spPr>
            <a:xfrm>
              <a:off x="10596103" y="1526995"/>
              <a:ext cx="41396" cy="35079"/>
            </a:xfrm>
            <a:custGeom>
              <a:avLst/>
              <a:gdLst/>
              <a:ahLst/>
              <a:cxnLst/>
              <a:rect l="l" t="t" r="r" b="b"/>
              <a:pathLst>
                <a:path w="1291" h="1094" extrusionOk="0">
                  <a:moveTo>
                    <a:pt x="718" y="0"/>
                  </a:moveTo>
                  <a:cubicBezTo>
                    <a:pt x="273" y="0"/>
                    <a:pt x="0" y="542"/>
                    <a:pt x="311" y="907"/>
                  </a:cubicBezTo>
                  <a:cubicBezTo>
                    <a:pt x="419" y="1035"/>
                    <a:pt x="566" y="1093"/>
                    <a:pt x="711" y="1093"/>
                  </a:cubicBezTo>
                  <a:cubicBezTo>
                    <a:pt x="972" y="1093"/>
                    <a:pt x="1229" y="907"/>
                    <a:pt x="1253" y="605"/>
                  </a:cubicBezTo>
                  <a:cubicBezTo>
                    <a:pt x="1290" y="304"/>
                    <a:pt x="1064" y="40"/>
                    <a:pt x="763" y="2"/>
                  </a:cubicBezTo>
                  <a:cubicBezTo>
                    <a:pt x="748" y="1"/>
                    <a:pt x="733" y="0"/>
                    <a:pt x="7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3"/>
            <p:cNvSpPr/>
            <p:nvPr/>
          </p:nvSpPr>
          <p:spPr>
            <a:xfrm>
              <a:off x="10690791" y="1491980"/>
              <a:ext cx="22221" cy="19207"/>
            </a:xfrm>
            <a:custGeom>
              <a:avLst/>
              <a:gdLst/>
              <a:ahLst/>
              <a:cxnLst/>
              <a:rect l="l" t="t" r="r" b="b"/>
              <a:pathLst>
                <a:path w="693" h="599" extrusionOk="0">
                  <a:moveTo>
                    <a:pt x="387" y="0"/>
                  </a:moveTo>
                  <a:cubicBezTo>
                    <a:pt x="138" y="0"/>
                    <a:pt x="1" y="290"/>
                    <a:pt x="165" y="491"/>
                  </a:cubicBezTo>
                  <a:cubicBezTo>
                    <a:pt x="226" y="565"/>
                    <a:pt x="306" y="598"/>
                    <a:pt x="385" y="598"/>
                  </a:cubicBezTo>
                  <a:cubicBezTo>
                    <a:pt x="528" y="598"/>
                    <a:pt x="669" y="491"/>
                    <a:pt x="693" y="322"/>
                  </a:cubicBezTo>
                  <a:cubicBezTo>
                    <a:pt x="693" y="152"/>
                    <a:pt x="580" y="20"/>
                    <a:pt x="410" y="1"/>
                  </a:cubicBezTo>
                  <a:cubicBezTo>
                    <a:pt x="402" y="1"/>
                    <a:pt x="394" y="0"/>
                    <a:pt x="3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3"/>
            <p:cNvSpPr/>
            <p:nvPr/>
          </p:nvSpPr>
          <p:spPr>
            <a:xfrm>
              <a:off x="10564583" y="1466777"/>
              <a:ext cx="32193" cy="30526"/>
            </a:xfrm>
            <a:custGeom>
              <a:avLst/>
              <a:gdLst/>
              <a:ahLst/>
              <a:cxnLst/>
              <a:rect l="l" t="t" r="r" b="b"/>
              <a:pathLst>
                <a:path w="1004" h="952" extrusionOk="0">
                  <a:moveTo>
                    <a:pt x="497" y="1"/>
                  </a:moveTo>
                  <a:cubicBezTo>
                    <a:pt x="277" y="1"/>
                    <a:pt x="57" y="139"/>
                    <a:pt x="31" y="429"/>
                  </a:cubicBezTo>
                  <a:cubicBezTo>
                    <a:pt x="1" y="771"/>
                    <a:pt x="255" y="952"/>
                    <a:pt x="507" y="952"/>
                  </a:cubicBezTo>
                  <a:cubicBezTo>
                    <a:pt x="728" y="952"/>
                    <a:pt x="947" y="814"/>
                    <a:pt x="973" y="523"/>
                  </a:cubicBezTo>
                  <a:cubicBezTo>
                    <a:pt x="1003" y="182"/>
                    <a:pt x="749" y="1"/>
                    <a:pt x="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3"/>
            <p:cNvSpPr/>
            <p:nvPr/>
          </p:nvSpPr>
          <p:spPr>
            <a:xfrm>
              <a:off x="10493367" y="1470176"/>
              <a:ext cx="28121" cy="23504"/>
            </a:xfrm>
            <a:custGeom>
              <a:avLst/>
              <a:gdLst/>
              <a:ahLst/>
              <a:cxnLst/>
              <a:rect l="l" t="t" r="r" b="b"/>
              <a:pathLst>
                <a:path w="877" h="733" extrusionOk="0">
                  <a:moveTo>
                    <a:pt x="472" y="0"/>
                  </a:moveTo>
                  <a:cubicBezTo>
                    <a:pt x="163" y="0"/>
                    <a:pt x="1" y="354"/>
                    <a:pt x="198" y="606"/>
                  </a:cubicBezTo>
                  <a:cubicBezTo>
                    <a:pt x="279" y="693"/>
                    <a:pt x="381" y="733"/>
                    <a:pt x="481" y="733"/>
                  </a:cubicBezTo>
                  <a:cubicBezTo>
                    <a:pt x="661" y="733"/>
                    <a:pt x="834" y="605"/>
                    <a:pt x="858" y="399"/>
                  </a:cubicBezTo>
                  <a:cubicBezTo>
                    <a:pt x="877" y="191"/>
                    <a:pt x="726" y="3"/>
                    <a:pt x="519" y="3"/>
                  </a:cubicBezTo>
                  <a:cubicBezTo>
                    <a:pt x="503" y="1"/>
                    <a:pt x="487" y="0"/>
                    <a:pt x="4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10530979" y="1437534"/>
              <a:ext cx="52138" cy="44859"/>
            </a:xfrm>
            <a:custGeom>
              <a:avLst/>
              <a:gdLst/>
              <a:ahLst/>
              <a:cxnLst/>
              <a:rect l="l" t="t" r="r" b="b"/>
              <a:pathLst>
                <a:path w="1626" h="1399" extrusionOk="0">
                  <a:moveTo>
                    <a:pt x="899" y="0"/>
                  </a:moveTo>
                  <a:cubicBezTo>
                    <a:pt x="319" y="0"/>
                    <a:pt x="1" y="699"/>
                    <a:pt x="382" y="1153"/>
                  </a:cubicBezTo>
                  <a:cubicBezTo>
                    <a:pt x="524" y="1322"/>
                    <a:pt x="715" y="1399"/>
                    <a:pt x="904" y="1399"/>
                  </a:cubicBezTo>
                  <a:cubicBezTo>
                    <a:pt x="1241" y="1399"/>
                    <a:pt x="1571" y="1155"/>
                    <a:pt x="1607" y="757"/>
                  </a:cubicBezTo>
                  <a:cubicBezTo>
                    <a:pt x="1626" y="380"/>
                    <a:pt x="1343" y="41"/>
                    <a:pt x="966" y="3"/>
                  </a:cubicBezTo>
                  <a:cubicBezTo>
                    <a:pt x="943" y="1"/>
                    <a:pt x="921" y="0"/>
                    <a:pt x="8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10565898" y="1394663"/>
              <a:ext cx="38959" cy="33283"/>
            </a:xfrm>
            <a:custGeom>
              <a:avLst/>
              <a:gdLst/>
              <a:ahLst/>
              <a:cxnLst/>
              <a:rect l="l" t="t" r="r" b="b"/>
              <a:pathLst>
                <a:path w="1215" h="1038" extrusionOk="0">
                  <a:moveTo>
                    <a:pt x="681" y="1"/>
                  </a:moveTo>
                  <a:cubicBezTo>
                    <a:pt x="255" y="1"/>
                    <a:pt x="0" y="523"/>
                    <a:pt x="292" y="850"/>
                  </a:cubicBezTo>
                  <a:cubicBezTo>
                    <a:pt x="401" y="980"/>
                    <a:pt x="544" y="1038"/>
                    <a:pt x="684" y="1038"/>
                  </a:cubicBezTo>
                  <a:cubicBezTo>
                    <a:pt x="933" y="1038"/>
                    <a:pt x="1172" y="857"/>
                    <a:pt x="1196" y="568"/>
                  </a:cubicBezTo>
                  <a:cubicBezTo>
                    <a:pt x="1215" y="285"/>
                    <a:pt x="1008" y="40"/>
                    <a:pt x="725" y="3"/>
                  </a:cubicBezTo>
                  <a:cubicBezTo>
                    <a:pt x="710" y="1"/>
                    <a:pt x="695" y="1"/>
                    <a:pt x="6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3"/>
            <p:cNvSpPr/>
            <p:nvPr/>
          </p:nvSpPr>
          <p:spPr>
            <a:xfrm>
              <a:off x="10546755" y="952839"/>
              <a:ext cx="130633" cy="110528"/>
            </a:xfrm>
            <a:custGeom>
              <a:avLst/>
              <a:gdLst/>
              <a:ahLst/>
              <a:cxnLst/>
              <a:rect l="l" t="t" r="r" b="b"/>
              <a:pathLst>
                <a:path w="4074" h="3447" extrusionOk="0">
                  <a:moveTo>
                    <a:pt x="2256" y="1"/>
                  </a:moveTo>
                  <a:cubicBezTo>
                    <a:pt x="826" y="1"/>
                    <a:pt x="0" y="1707"/>
                    <a:pt x="964" y="2834"/>
                  </a:cubicBezTo>
                  <a:cubicBezTo>
                    <a:pt x="1318" y="3256"/>
                    <a:pt x="1794" y="3447"/>
                    <a:pt x="2265" y="3447"/>
                  </a:cubicBezTo>
                  <a:cubicBezTo>
                    <a:pt x="3098" y="3447"/>
                    <a:pt x="3913" y="2848"/>
                    <a:pt x="3998" y="1873"/>
                  </a:cubicBezTo>
                  <a:cubicBezTo>
                    <a:pt x="4073" y="912"/>
                    <a:pt x="3376" y="83"/>
                    <a:pt x="2415" y="8"/>
                  </a:cubicBezTo>
                  <a:cubicBezTo>
                    <a:pt x="2361" y="3"/>
                    <a:pt x="2308" y="1"/>
                    <a:pt x="2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3"/>
            <p:cNvSpPr/>
            <p:nvPr/>
          </p:nvSpPr>
          <p:spPr>
            <a:xfrm>
              <a:off x="10515139" y="905864"/>
              <a:ext cx="38991" cy="33027"/>
            </a:xfrm>
            <a:custGeom>
              <a:avLst/>
              <a:gdLst/>
              <a:ahLst/>
              <a:cxnLst/>
              <a:rect l="l" t="t" r="r" b="b"/>
              <a:pathLst>
                <a:path w="1216" h="1030" extrusionOk="0">
                  <a:moveTo>
                    <a:pt x="680" y="1"/>
                  </a:moveTo>
                  <a:cubicBezTo>
                    <a:pt x="254" y="1"/>
                    <a:pt x="1" y="505"/>
                    <a:pt x="292" y="851"/>
                  </a:cubicBezTo>
                  <a:cubicBezTo>
                    <a:pt x="401" y="974"/>
                    <a:pt x="545" y="1030"/>
                    <a:pt x="686" y="1030"/>
                  </a:cubicBezTo>
                  <a:cubicBezTo>
                    <a:pt x="934" y="1030"/>
                    <a:pt x="1172" y="856"/>
                    <a:pt x="1196" y="568"/>
                  </a:cubicBezTo>
                  <a:cubicBezTo>
                    <a:pt x="1215" y="286"/>
                    <a:pt x="1008" y="22"/>
                    <a:pt x="725" y="3"/>
                  </a:cubicBezTo>
                  <a:cubicBezTo>
                    <a:pt x="710" y="2"/>
                    <a:pt x="695" y="1"/>
                    <a:pt x="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>
              <a:off x="10542490" y="888902"/>
              <a:ext cx="49092" cy="41717"/>
            </a:xfrm>
            <a:custGeom>
              <a:avLst/>
              <a:gdLst/>
              <a:ahLst/>
              <a:cxnLst/>
              <a:rect l="l" t="t" r="r" b="b"/>
              <a:pathLst>
                <a:path w="1531" h="1301" extrusionOk="0">
                  <a:moveTo>
                    <a:pt x="843" y="1"/>
                  </a:moveTo>
                  <a:cubicBezTo>
                    <a:pt x="316" y="1"/>
                    <a:pt x="0" y="643"/>
                    <a:pt x="362" y="1059"/>
                  </a:cubicBezTo>
                  <a:cubicBezTo>
                    <a:pt x="500" y="1225"/>
                    <a:pt x="684" y="1300"/>
                    <a:pt x="865" y="1300"/>
                  </a:cubicBezTo>
                  <a:cubicBezTo>
                    <a:pt x="1176" y="1300"/>
                    <a:pt x="1476" y="1078"/>
                    <a:pt x="1512" y="720"/>
                  </a:cubicBezTo>
                  <a:cubicBezTo>
                    <a:pt x="1530" y="343"/>
                    <a:pt x="1267" y="42"/>
                    <a:pt x="909" y="4"/>
                  </a:cubicBezTo>
                  <a:cubicBezTo>
                    <a:pt x="886" y="2"/>
                    <a:pt x="864" y="1"/>
                    <a:pt x="8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3"/>
            <p:cNvSpPr/>
            <p:nvPr/>
          </p:nvSpPr>
          <p:spPr>
            <a:xfrm>
              <a:off x="10428595" y="865302"/>
              <a:ext cx="94720" cy="80611"/>
            </a:xfrm>
            <a:custGeom>
              <a:avLst/>
              <a:gdLst/>
              <a:ahLst/>
              <a:cxnLst/>
              <a:rect l="l" t="t" r="r" b="b"/>
              <a:pathLst>
                <a:path w="2954" h="2514" extrusionOk="0">
                  <a:moveTo>
                    <a:pt x="1650" y="1"/>
                  </a:moveTo>
                  <a:cubicBezTo>
                    <a:pt x="592" y="1"/>
                    <a:pt x="1" y="1241"/>
                    <a:pt x="692" y="2059"/>
                  </a:cubicBezTo>
                  <a:cubicBezTo>
                    <a:pt x="951" y="2372"/>
                    <a:pt x="1298" y="2513"/>
                    <a:pt x="1640" y="2513"/>
                  </a:cubicBezTo>
                  <a:cubicBezTo>
                    <a:pt x="2246" y="2513"/>
                    <a:pt x="2836" y="2072"/>
                    <a:pt x="2897" y="1362"/>
                  </a:cubicBezTo>
                  <a:cubicBezTo>
                    <a:pt x="2953" y="684"/>
                    <a:pt x="2444" y="62"/>
                    <a:pt x="1766" y="5"/>
                  </a:cubicBezTo>
                  <a:cubicBezTo>
                    <a:pt x="1727" y="2"/>
                    <a:pt x="1688" y="1"/>
                    <a:pt x="16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3"/>
            <p:cNvSpPr/>
            <p:nvPr/>
          </p:nvSpPr>
          <p:spPr>
            <a:xfrm>
              <a:off x="10611205" y="915548"/>
              <a:ext cx="37163" cy="31392"/>
            </a:xfrm>
            <a:custGeom>
              <a:avLst/>
              <a:gdLst/>
              <a:ahLst/>
              <a:cxnLst/>
              <a:rect l="l" t="t" r="r" b="b"/>
              <a:pathLst>
                <a:path w="1159" h="979" extrusionOk="0">
                  <a:moveTo>
                    <a:pt x="642" y="0"/>
                  </a:moveTo>
                  <a:cubicBezTo>
                    <a:pt x="236" y="0"/>
                    <a:pt x="0" y="485"/>
                    <a:pt x="273" y="813"/>
                  </a:cubicBezTo>
                  <a:cubicBezTo>
                    <a:pt x="374" y="927"/>
                    <a:pt x="508" y="979"/>
                    <a:pt x="640" y="979"/>
                  </a:cubicBezTo>
                  <a:cubicBezTo>
                    <a:pt x="880" y="979"/>
                    <a:pt x="1115" y="809"/>
                    <a:pt x="1140" y="530"/>
                  </a:cubicBezTo>
                  <a:cubicBezTo>
                    <a:pt x="1159" y="266"/>
                    <a:pt x="951" y="21"/>
                    <a:pt x="688" y="2"/>
                  </a:cubicBezTo>
                  <a:cubicBezTo>
                    <a:pt x="672" y="1"/>
                    <a:pt x="657" y="0"/>
                    <a:pt x="6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3"/>
            <p:cNvSpPr/>
            <p:nvPr/>
          </p:nvSpPr>
          <p:spPr>
            <a:xfrm>
              <a:off x="10551981" y="940943"/>
              <a:ext cx="49252" cy="42198"/>
            </a:xfrm>
            <a:custGeom>
              <a:avLst/>
              <a:gdLst/>
              <a:ahLst/>
              <a:cxnLst/>
              <a:rect l="l" t="t" r="r" b="b"/>
              <a:pathLst>
                <a:path w="1536" h="1316" extrusionOk="0">
                  <a:moveTo>
                    <a:pt x="868" y="0"/>
                  </a:moveTo>
                  <a:cubicBezTo>
                    <a:pt x="312" y="0"/>
                    <a:pt x="1" y="654"/>
                    <a:pt x="368" y="1076"/>
                  </a:cubicBezTo>
                  <a:cubicBezTo>
                    <a:pt x="498" y="1241"/>
                    <a:pt x="679" y="1315"/>
                    <a:pt x="859" y="1315"/>
                  </a:cubicBezTo>
                  <a:cubicBezTo>
                    <a:pt x="1171" y="1315"/>
                    <a:pt x="1481" y="1089"/>
                    <a:pt x="1517" y="718"/>
                  </a:cubicBezTo>
                  <a:cubicBezTo>
                    <a:pt x="1536" y="360"/>
                    <a:pt x="1272" y="39"/>
                    <a:pt x="914" y="2"/>
                  </a:cubicBezTo>
                  <a:cubicBezTo>
                    <a:pt x="898" y="1"/>
                    <a:pt x="883" y="0"/>
                    <a:pt x="8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3"/>
            <p:cNvSpPr/>
            <p:nvPr/>
          </p:nvSpPr>
          <p:spPr>
            <a:xfrm>
              <a:off x="10493687" y="945080"/>
              <a:ext cx="64643" cy="54703"/>
            </a:xfrm>
            <a:custGeom>
              <a:avLst/>
              <a:gdLst/>
              <a:ahLst/>
              <a:cxnLst/>
              <a:rect l="l" t="t" r="r" b="b"/>
              <a:pathLst>
                <a:path w="2016" h="1706" extrusionOk="0">
                  <a:moveTo>
                    <a:pt x="1114" y="0"/>
                  </a:moveTo>
                  <a:cubicBezTo>
                    <a:pt x="398" y="0"/>
                    <a:pt x="1" y="838"/>
                    <a:pt x="471" y="1399"/>
                  </a:cubicBezTo>
                  <a:cubicBezTo>
                    <a:pt x="648" y="1610"/>
                    <a:pt x="887" y="1706"/>
                    <a:pt x="1123" y="1706"/>
                  </a:cubicBezTo>
                  <a:cubicBezTo>
                    <a:pt x="1538" y="1706"/>
                    <a:pt x="1942" y="1409"/>
                    <a:pt x="1978" y="928"/>
                  </a:cubicBezTo>
                  <a:cubicBezTo>
                    <a:pt x="2016" y="457"/>
                    <a:pt x="1677" y="42"/>
                    <a:pt x="1206" y="5"/>
                  </a:cubicBezTo>
                  <a:cubicBezTo>
                    <a:pt x="1175" y="2"/>
                    <a:pt x="114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3"/>
            <p:cNvSpPr/>
            <p:nvPr/>
          </p:nvSpPr>
          <p:spPr>
            <a:xfrm>
              <a:off x="10466977" y="942707"/>
              <a:ext cx="67208" cy="56723"/>
            </a:xfrm>
            <a:custGeom>
              <a:avLst/>
              <a:gdLst/>
              <a:ahLst/>
              <a:cxnLst/>
              <a:rect l="l" t="t" r="r" b="b"/>
              <a:pathLst>
                <a:path w="2096" h="1769" extrusionOk="0">
                  <a:moveTo>
                    <a:pt x="1177" y="1"/>
                  </a:moveTo>
                  <a:cubicBezTo>
                    <a:pt x="429" y="1"/>
                    <a:pt x="0" y="869"/>
                    <a:pt x="494" y="1454"/>
                  </a:cubicBezTo>
                  <a:cubicBezTo>
                    <a:pt x="677" y="1671"/>
                    <a:pt x="920" y="1768"/>
                    <a:pt x="1161" y="1768"/>
                  </a:cubicBezTo>
                  <a:cubicBezTo>
                    <a:pt x="1590" y="1768"/>
                    <a:pt x="2009" y="1459"/>
                    <a:pt x="2058" y="964"/>
                  </a:cubicBezTo>
                  <a:cubicBezTo>
                    <a:pt x="2095" y="474"/>
                    <a:pt x="1737" y="41"/>
                    <a:pt x="1247" y="3"/>
                  </a:cubicBezTo>
                  <a:cubicBezTo>
                    <a:pt x="1224" y="2"/>
                    <a:pt x="1200" y="1"/>
                    <a:pt x="11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3"/>
            <p:cNvSpPr/>
            <p:nvPr/>
          </p:nvSpPr>
          <p:spPr>
            <a:xfrm>
              <a:off x="10790064" y="1101621"/>
              <a:ext cx="38350" cy="32450"/>
            </a:xfrm>
            <a:custGeom>
              <a:avLst/>
              <a:gdLst/>
              <a:ahLst/>
              <a:cxnLst/>
              <a:rect l="l" t="t" r="r" b="b"/>
              <a:pathLst>
                <a:path w="1196" h="1012" extrusionOk="0">
                  <a:moveTo>
                    <a:pt x="660" y="1"/>
                  </a:moveTo>
                  <a:cubicBezTo>
                    <a:pt x="236" y="1"/>
                    <a:pt x="0" y="504"/>
                    <a:pt x="291" y="832"/>
                  </a:cubicBezTo>
                  <a:cubicBezTo>
                    <a:pt x="394" y="955"/>
                    <a:pt x="533" y="1011"/>
                    <a:pt x="671" y="1011"/>
                  </a:cubicBezTo>
                  <a:cubicBezTo>
                    <a:pt x="914" y="1011"/>
                    <a:pt x="1153" y="838"/>
                    <a:pt x="1177" y="549"/>
                  </a:cubicBezTo>
                  <a:cubicBezTo>
                    <a:pt x="1196" y="267"/>
                    <a:pt x="988" y="22"/>
                    <a:pt x="706" y="3"/>
                  </a:cubicBezTo>
                  <a:cubicBezTo>
                    <a:pt x="690" y="2"/>
                    <a:pt x="675" y="1"/>
                    <a:pt x="6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3"/>
            <p:cNvSpPr/>
            <p:nvPr/>
          </p:nvSpPr>
          <p:spPr>
            <a:xfrm>
              <a:off x="10735329" y="1078374"/>
              <a:ext cx="40017" cy="33668"/>
            </a:xfrm>
            <a:custGeom>
              <a:avLst/>
              <a:gdLst/>
              <a:ahLst/>
              <a:cxnLst/>
              <a:rect l="l" t="t" r="r" b="b"/>
              <a:pathLst>
                <a:path w="1248" h="1050" extrusionOk="0">
                  <a:moveTo>
                    <a:pt x="693" y="0"/>
                  </a:moveTo>
                  <a:cubicBezTo>
                    <a:pt x="579" y="0"/>
                    <a:pt x="461" y="39"/>
                    <a:pt x="359" y="125"/>
                  </a:cubicBezTo>
                  <a:cubicBezTo>
                    <a:pt x="1" y="426"/>
                    <a:pt x="189" y="1011"/>
                    <a:pt x="660" y="1048"/>
                  </a:cubicBezTo>
                  <a:cubicBezTo>
                    <a:pt x="672" y="1049"/>
                    <a:pt x="684" y="1049"/>
                    <a:pt x="696" y="1049"/>
                  </a:cubicBezTo>
                  <a:cubicBezTo>
                    <a:pt x="963" y="1049"/>
                    <a:pt x="1189" y="848"/>
                    <a:pt x="1207" y="577"/>
                  </a:cubicBezTo>
                  <a:cubicBezTo>
                    <a:pt x="1247" y="241"/>
                    <a:pt x="980" y="0"/>
                    <a:pt x="6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3"/>
            <p:cNvSpPr/>
            <p:nvPr/>
          </p:nvSpPr>
          <p:spPr>
            <a:xfrm>
              <a:off x="10684602" y="1049002"/>
              <a:ext cx="72531" cy="61437"/>
            </a:xfrm>
            <a:custGeom>
              <a:avLst/>
              <a:gdLst/>
              <a:ahLst/>
              <a:cxnLst/>
              <a:rect l="l" t="t" r="r" b="b"/>
              <a:pathLst>
                <a:path w="2262" h="1916" extrusionOk="0">
                  <a:moveTo>
                    <a:pt x="1248" y="1"/>
                  </a:moveTo>
                  <a:cubicBezTo>
                    <a:pt x="455" y="1"/>
                    <a:pt x="1" y="951"/>
                    <a:pt x="528" y="1569"/>
                  </a:cubicBezTo>
                  <a:cubicBezTo>
                    <a:pt x="726" y="1808"/>
                    <a:pt x="993" y="1915"/>
                    <a:pt x="1257" y="1915"/>
                  </a:cubicBezTo>
                  <a:cubicBezTo>
                    <a:pt x="1721" y="1915"/>
                    <a:pt x="2176" y="1582"/>
                    <a:pt x="2224" y="1041"/>
                  </a:cubicBezTo>
                  <a:cubicBezTo>
                    <a:pt x="2261" y="513"/>
                    <a:pt x="1866" y="42"/>
                    <a:pt x="1338" y="5"/>
                  </a:cubicBezTo>
                  <a:cubicBezTo>
                    <a:pt x="1307" y="2"/>
                    <a:pt x="1277" y="1"/>
                    <a:pt x="12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3"/>
            <p:cNvSpPr/>
            <p:nvPr/>
          </p:nvSpPr>
          <p:spPr>
            <a:xfrm>
              <a:off x="10744756" y="1042429"/>
              <a:ext cx="48001" cy="40626"/>
            </a:xfrm>
            <a:custGeom>
              <a:avLst/>
              <a:gdLst/>
              <a:ahLst/>
              <a:cxnLst/>
              <a:rect l="l" t="t" r="r" b="b"/>
              <a:pathLst>
                <a:path w="1497" h="1267" extrusionOk="0">
                  <a:moveTo>
                    <a:pt x="847" y="1"/>
                  </a:moveTo>
                  <a:cubicBezTo>
                    <a:pt x="310" y="1"/>
                    <a:pt x="0" y="618"/>
                    <a:pt x="366" y="1039"/>
                  </a:cubicBezTo>
                  <a:cubicBezTo>
                    <a:pt x="496" y="1196"/>
                    <a:pt x="670" y="1266"/>
                    <a:pt x="843" y="1266"/>
                  </a:cubicBezTo>
                  <a:cubicBezTo>
                    <a:pt x="1146" y="1266"/>
                    <a:pt x="1442" y="1048"/>
                    <a:pt x="1478" y="699"/>
                  </a:cubicBezTo>
                  <a:cubicBezTo>
                    <a:pt x="1497" y="341"/>
                    <a:pt x="1252" y="40"/>
                    <a:pt x="894" y="2"/>
                  </a:cubicBezTo>
                  <a:cubicBezTo>
                    <a:pt x="878" y="1"/>
                    <a:pt x="862" y="1"/>
                    <a:pt x="8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0" name="Picture 149">
            <a:extLst>
              <a:ext uri="{FF2B5EF4-FFF2-40B4-BE49-F238E27FC236}">
                <a16:creationId xmlns="" xmlns:a16="http://schemas.microsoft.com/office/drawing/2014/main" xmlns:lc="http://schemas.openxmlformats.org/drawingml/2006/lockedCanvas" id="{18FE2890-F45C-FD1B-8FFF-62BB6960C6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7317804" y="2490"/>
            <a:ext cx="1838626" cy="412660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="" xmlns:a16="http://schemas.microsoft.com/office/drawing/2014/main" xmlns:lc="http://schemas.openxmlformats.org/drawingml/2006/lockedCanvas" id="{ADD83C07-7039-3207-128A-5F04B0834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8647" cy="4606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5" name="Google Shape;3315;p39"/>
          <p:cNvSpPr txBox="1">
            <a:spLocks noGrp="1"/>
          </p:cNvSpPr>
          <p:nvPr>
            <p:ph type="title"/>
          </p:nvPr>
        </p:nvSpPr>
        <p:spPr>
          <a:xfrm>
            <a:off x="713097" y="3194525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Python </a:t>
            </a:r>
            <a:endParaRPr dirty="0"/>
          </a:p>
        </p:txBody>
      </p:sp>
      <p:sp>
        <p:nvSpPr>
          <p:cNvPr id="3316" name="Google Shape;3316;p39"/>
          <p:cNvSpPr txBox="1">
            <a:spLocks noGrp="1"/>
          </p:cNvSpPr>
          <p:nvPr>
            <p:ph type="subTitle" idx="1"/>
          </p:nvPr>
        </p:nvSpPr>
        <p:spPr>
          <a:xfrm>
            <a:off x="713097" y="3781050"/>
            <a:ext cx="18015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Backend processing.</a:t>
            </a:r>
            <a:endParaRPr dirty="0"/>
          </a:p>
        </p:txBody>
      </p:sp>
      <p:sp>
        <p:nvSpPr>
          <p:cNvPr id="3317" name="Google Shape;3317;p39"/>
          <p:cNvSpPr txBox="1">
            <a:spLocks noGrp="1"/>
          </p:cNvSpPr>
          <p:nvPr>
            <p:ph type="title" idx="2"/>
          </p:nvPr>
        </p:nvSpPr>
        <p:spPr>
          <a:xfrm>
            <a:off x="6629403" y="3194525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Dataset</a:t>
            </a:r>
            <a:endParaRPr dirty="0"/>
          </a:p>
        </p:txBody>
      </p:sp>
      <p:sp>
        <p:nvSpPr>
          <p:cNvPr id="3318" name="Google Shape;3318;p39"/>
          <p:cNvSpPr txBox="1">
            <a:spLocks noGrp="1"/>
          </p:cNvSpPr>
          <p:nvPr>
            <p:ph type="subTitle" idx="3"/>
          </p:nvPr>
        </p:nvSpPr>
        <p:spPr>
          <a:xfrm>
            <a:off x="6629403" y="3781050"/>
            <a:ext cx="18015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Provides structured plant care data</a:t>
            </a:r>
            <a:endParaRPr dirty="0"/>
          </a:p>
        </p:txBody>
      </p:sp>
      <p:sp>
        <p:nvSpPr>
          <p:cNvPr id="3319" name="Google Shape;3319;p39"/>
          <p:cNvSpPr txBox="1">
            <a:spLocks noGrp="1"/>
          </p:cNvSpPr>
          <p:nvPr>
            <p:ph type="title" idx="8"/>
          </p:nvPr>
        </p:nvSpPr>
        <p:spPr>
          <a:xfrm>
            <a:off x="713225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TECHNOLOY USED</a:t>
            </a:r>
            <a:endParaRPr dirty="0"/>
          </a:p>
        </p:txBody>
      </p:sp>
      <p:sp>
        <p:nvSpPr>
          <p:cNvPr id="3320" name="Google Shape;3320;p39"/>
          <p:cNvSpPr txBox="1">
            <a:spLocks noGrp="1"/>
          </p:cNvSpPr>
          <p:nvPr>
            <p:ph type="title" idx="4"/>
          </p:nvPr>
        </p:nvSpPr>
        <p:spPr>
          <a:xfrm>
            <a:off x="2685199" y="3194525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 err="1"/>
              <a:t>Streamlit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3321" name="Google Shape;3321;p39"/>
          <p:cNvSpPr txBox="1">
            <a:spLocks noGrp="1"/>
          </p:cNvSpPr>
          <p:nvPr>
            <p:ph type="subTitle" idx="5"/>
          </p:nvPr>
        </p:nvSpPr>
        <p:spPr>
          <a:xfrm>
            <a:off x="2685199" y="3781050"/>
            <a:ext cx="18015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Interactive web-based UI</a:t>
            </a:r>
            <a:endParaRPr dirty="0"/>
          </a:p>
        </p:txBody>
      </p:sp>
      <p:sp>
        <p:nvSpPr>
          <p:cNvPr id="3322" name="Google Shape;3322;p39"/>
          <p:cNvSpPr txBox="1">
            <a:spLocks noGrp="1"/>
          </p:cNvSpPr>
          <p:nvPr>
            <p:ph type="title" idx="6"/>
          </p:nvPr>
        </p:nvSpPr>
        <p:spPr>
          <a:xfrm>
            <a:off x="4657301" y="3194525"/>
            <a:ext cx="1801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Pandas &amp; </a:t>
            </a:r>
            <a:r>
              <a:rPr lang="en-IN" dirty="0" err="1"/>
              <a:t>Matplotlib</a:t>
            </a:r>
            <a:endParaRPr dirty="0"/>
          </a:p>
        </p:txBody>
      </p:sp>
      <p:sp>
        <p:nvSpPr>
          <p:cNvPr id="3323" name="Google Shape;3323;p39"/>
          <p:cNvSpPr txBox="1">
            <a:spLocks noGrp="1"/>
          </p:cNvSpPr>
          <p:nvPr>
            <p:ph type="subTitle" idx="7"/>
          </p:nvPr>
        </p:nvSpPr>
        <p:spPr>
          <a:xfrm>
            <a:off x="4677256" y="3912853"/>
            <a:ext cx="18015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Data analysis &amp; visualization</a:t>
            </a:r>
            <a:endParaRPr dirty="0"/>
          </a:p>
        </p:txBody>
      </p:sp>
      <p:grpSp>
        <p:nvGrpSpPr>
          <p:cNvPr id="3324" name="Google Shape;3324;p39"/>
          <p:cNvGrpSpPr/>
          <p:nvPr/>
        </p:nvGrpSpPr>
        <p:grpSpPr>
          <a:xfrm>
            <a:off x="7184991" y="2077395"/>
            <a:ext cx="690323" cy="817308"/>
            <a:chOff x="6952669" y="1273350"/>
            <a:chExt cx="398455" cy="471751"/>
          </a:xfrm>
        </p:grpSpPr>
        <p:sp>
          <p:nvSpPr>
            <p:cNvPr id="3325" name="Google Shape;3325;p39"/>
            <p:cNvSpPr/>
            <p:nvPr/>
          </p:nvSpPr>
          <p:spPr>
            <a:xfrm>
              <a:off x="6971647" y="1546159"/>
              <a:ext cx="360226" cy="192042"/>
            </a:xfrm>
            <a:custGeom>
              <a:avLst/>
              <a:gdLst/>
              <a:ahLst/>
              <a:cxnLst/>
              <a:rect l="l" t="t" r="r" b="b"/>
              <a:pathLst>
                <a:path w="14464" h="7711" extrusionOk="0">
                  <a:moveTo>
                    <a:pt x="5356" y="0"/>
                  </a:moveTo>
                  <a:lnTo>
                    <a:pt x="4594" y="3579"/>
                  </a:lnTo>
                  <a:cubicBezTo>
                    <a:pt x="2690" y="4110"/>
                    <a:pt x="1374" y="4895"/>
                    <a:pt x="462" y="5656"/>
                  </a:cubicBezTo>
                  <a:cubicBezTo>
                    <a:pt x="254" y="5841"/>
                    <a:pt x="0" y="7711"/>
                    <a:pt x="935" y="7711"/>
                  </a:cubicBezTo>
                  <a:lnTo>
                    <a:pt x="13517" y="7538"/>
                  </a:lnTo>
                  <a:cubicBezTo>
                    <a:pt x="14463" y="7538"/>
                    <a:pt x="14221" y="5829"/>
                    <a:pt x="14013" y="5656"/>
                  </a:cubicBezTo>
                  <a:cubicBezTo>
                    <a:pt x="13113" y="4895"/>
                    <a:pt x="11785" y="4110"/>
                    <a:pt x="9881" y="3579"/>
                  </a:cubicBezTo>
                  <a:lnTo>
                    <a:pt x="91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39"/>
            <p:cNvSpPr/>
            <p:nvPr/>
          </p:nvSpPr>
          <p:spPr>
            <a:xfrm>
              <a:off x="6952669" y="1546159"/>
              <a:ext cx="181707" cy="198941"/>
            </a:xfrm>
            <a:custGeom>
              <a:avLst/>
              <a:gdLst/>
              <a:ahLst/>
              <a:cxnLst/>
              <a:rect l="l" t="t" r="r" b="b"/>
              <a:pathLst>
                <a:path w="7296" h="7988" extrusionOk="0">
                  <a:moveTo>
                    <a:pt x="6118" y="0"/>
                  </a:moveTo>
                  <a:lnTo>
                    <a:pt x="5356" y="3579"/>
                  </a:lnTo>
                  <a:cubicBezTo>
                    <a:pt x="3452" y="4110"/>
                    <a:pt x="2136" y="4895"/>
                    <a:pt x="1224" y="5656"/>
                  </a:cubicBezTo>
                  <a:cubicBezTo>
                    <a:pt x="1016" y="5829"/>
                    <a:pt x="831" y="6003"/>
                    <a:pt x="670" y="6176"/>
                  </a:cubicBezTo>
                  <a:cubicBezTo>
                    <a:pt x="0" y="6845"/>
                    <a:pt x="485" y="7988"/>
                    <a:pt x="1432" y="7988"/>
                  </a:cubicBezTo>
                  <a:lnTo>
                    <a:pt x="5529" y="7988"/>
                  </a:lnTo>
                  <a:cubicBezTo>
                    <a:pt x="5171" y="7988"/>
                    <a:pt x="4987" y="6845"/>
                    <a:pt x="5241" y="6176"/>
                  </a:cubicBezTo>
                  <a:cubicBezTo>
                    <a:pt x="5310" y="6003"/>
                    <a:pt x="5368" y="5829"/>
                    <a:pt x="5448" y="5656"/>
                  </a:cubicBezTo>
                  <a:cubicBezTo>
                    <a:pt x="5795" y="4895"/>
                    <a:pt x="6279" y="4110"/>
                    <a:pt x="7007" y="3579"/>
                  </a:cubicBezTo>
                  <a:lnTo>
                    <a:pt x="7295" y="0"/>
                  </a:ln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39"/>
            <p:cNvSpPr/>
            <p:nvPr/>
          </p:nvSpPr>
          <p:spPr>
            <a:xfrm>
              <a:off x="7072537" y="1523122"/>
              <a:ext cx="158720" cy="33995"/>
            </a:xfrm>
            <a:custGeom>
              <a:avLst/>
              <a:gdLst/>
              <a:ahLst/>
              <a:cxnLst/>
              <a:rect l="l" t="t" r="r" b="b"/>
              <a:pathLst>
                <a:path w="6373" h="1365" extrusionOk="0">
                  <a:moveTo>
                    <a:pt x="675" y="1"/>
                  </a:moveTo>
                  <a:cubicBezTo>
                    <a:pt x="302" y="1"/>
                    <a:pt x="1" y="304"/>
                    <a:pt x="1" y="683"/>
                  </a:cubicBezTo>
                  <a:cubicBezTo>
                    <a:pt x="1" y="1057"/>
                    <a:pt x="312" y="1364"/>
                    <a:pt x="695" y="1364"/>
                  </a:cubicBezTo>
                  <a:cubicBezTo>
                    <a:pt x="702" y="1364"/>
                    <a:pt x="709" y="1364"/>
                    <a:pt x="716" y="1364"/>
                  </a:cubicBezTo>
                  <a:lnTo>
                    <a:pt x="1605" y="1202"/>
                  </a:lnTo>
                  <a:lnTo>
                    <a:pt x="2713" y="1364"/>
                  </a:lnTo>
                  <a:lnTo>
                    <a:pt x="5668" y="1364"/>
                  </a:lnTo>
                  <a:cubicBezTo>
                    <a:pt x="5675" y="1364"/>
                    <a:pt x="5682" y="1364"/>
                    <a:pt x="5688" y="1364"/>
                  </a:cubicBezTo>
                  <a:cubicBezTo>
                    <a:pt x="6060" y="1364"/>
                    <a:pt x="6372" y="1057"/>
                    <a:pt x="6372" y="683"/>
                  </a:cubicBezTo>
                  <a:cubicBezTo>
                    <a:pt x="6372" y="304"/>
                    <a:pt x="6071" y="1"/>
                    <a:pt x="5708" y="1"/>
                  </a:cubicBezTo>
                  <a:cubicBezTo>
                    <a:pt x="5695" y="1"/>
                    <a:pt x="5681" y="1"/>
                    <a:pt x="5668" y="2"/>
                  </a:cubicBezTo>
                  <a:lnTo>
                    <a:pt x="716" y="2"/>
                  </a:lnTo>
                  <a:cubicBezTo>
                    <a:pt x="702" y="1"/>
                    <a:pt x="689" y="1"/>
                    <a:pt x="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39"/>
            <p:cNvSpPr/>
            <p:nvPr/>
          </p:nvSpPr>
          <p:spPr>
            <a:xfrm>
              <a:off x="7072537" y="1522873"/>
              <a:ext cx="73046" cy="34244"/>
            </a:xfrm>
            <a:custGeom>
              <a:avLst/>
              <a:gdLst/>
              <a:ahLst/>
              <a:cxnLst/>
              <a:rect l="l" t="t" r="r" b="b"/>
              <a:pathLst>
                <a:path w="2933" h="1375" extrusionOk="0">
                  <a:moveTo>
                    <a:pt x="695" y="0"/>
                  </a:moveTo>
                  <a:cubicBezTo>
                    <a:pt x="312" y="0"/>
                    <a:pt x="1" y="308"/>
                    <a:pt x="1" y="693"/>
                  </a:cubicBezTo>
                  <a:cubicBezTo>
                    <a:pt x="1" y="1067"/>
                    <a:pt x="312" y="1374"/>
                    <a:pt x="695" y="1374"/>
                  </a:cubicBezTo>
                  <a:cubicBezTo>
                    <a:pt x="702" y="1374"/>
                    <a:pt x="709" y="1374"/>
                    <a:pt x="716" y="1374"/>
                  </a:cubicBezTo>
                  <a:lnTo>
                    <a:pt x="2932" y="1374"/>
                  </a:lnTo>
                  <a:cubicBezTo>
                    <a:pt x="2748" y="1374"/>
                    <a:pt x="2575" y="1293"/>
                    <a:pt x="2448" y="1166"/>
                  </a:cubicBezTo>
                  <a:cubicBezTo>
                    <a:pt x="2021" y="739"/>
                    <a:pt x="2321" y="12"/>
                    <a:pt x="2932" y="0"/>
                  </a:cubicBezTo>
                  <a:lnTo>
                    <a:pt x="716" y="0"/>
                  </a:lnTo>
                  <a:cubicBezTo>
                    <a:pt x="709" y="0"/>
                    <a:pt x="702" y="0"/>
                    <a:pt x="695" y="0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39"/>
            <p:cNvSpPr/>
            <p:nvPr/>
          </p:nvSpPr>
          <p:spPr>
            <a:xfrm>
              <a:off x="6952669" y="1687022"/>
              <a:ext cx="398455" cy="58078"/>
            </a:xfrm>
            <a:custGeom>
              <a:avLst/>
              <a:gdLst/>
              <a:ahLst/>
              <a:cxnLst/>
              <a:rect l="l" t="t" r="r" b="b"/>
              <a:pathLst>
                <a:path w="15999" h="2332" extrusionOk="0">
                  <a:moveTo>
                    <a:pt x="1224" y="0"/>
                  </a:moveTo>
                  <a:cubicBezTo>
                    <a:pt x="1016" y="173"/>
                    <a:pt x="831" y="347"/>
                    <a:pt x="670" y="520"/>
                  </a:cubicBezTo>
                  <a:cubicBezTo>
                    <a:pt x="0" y="1189"/>
                    <a:pt x="485" y="2332"/>
                    <a:pt x="1432" y="2332"/>
                  </a:cubicBezTo>
                  <a:lnTo>
                    <a:pt x="14579" y="2332"/>
                  </a:lnTo>
                  <a:cubicBezTo>
                    <a:pt x="15525" y="2332"/>
                    <a:pt x="15998" y="1189"/>
                    <a:pt x="15340" y="520"/>
                  </a:cubicBezTo>
                  <a:cubicBezTo>
                    <a:pt x="15179" y="347"/>
                    <a:pt x="14983" y="173"/>
                    <a:pt x="14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39"/>
            <p:cNvSpPr/>
            <p:nvPr/>
          </p:nvSpPr>
          <p:spPr>
            <a:xfrm>
              <a:off x="6952669" y="1687022"/>
              <a:ext cx="137725" cy="58078"/>
            </a:xfrm>
            <a:custGeom>
              <a:avLst/>
              <a:gdLst/>
              <a:ahLst/>
              <a:cxnLst/>
              <a:rect l="l" t="t" r="r" b="b"/>
              <a:pathLst>
                <a:path w="5530" h="2332" extrusionOk="0">
                  <a:moveTo>
                    <a:pt x="1224" y="0"/>
                  </a:moveTo>
                  <a:cubicBezTo>
                    <a:pt x="1016" y="173"/>
                    <a:pt x="831" y="347"/>
                    <a:pt x="670" y="520"/>
                  </a:cubicBezTo>
                  <a:cubicBezTo>
                    <a:pt x="0" y="1189"/>
                    <a:pt x="485" y="2332"/>
                    <a:pt x="1432" y="2332"/>
                  </a:cubicBezTo>
                  <a:lnTo>
                    <a:pt x="5529" y="2332"/>
                  </a:lnTo>
                  <a:cubicBezTo>
                    <a:pt x="5171" y="2332"/>
                    <a:pt x="4987" y="1189"/>
                    <a:pt x="5241" y="520"/>
                  </a:cubicBezTo>
                  <a:cubicBezTo>
                    <a:pt x="5310" y="347"/>
                    <a:pt x="5368" y="173"/>
                    <a:pt x="5448" y="0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39"/>
            <p:cNvSpPr/>
            <p:nvPr/>
          </p:nvSpPr>
          <p:spPr>
            <a:xfrm>
              <a:off x="7141524" y="1460212"/>
              <a:ext cx="65002" cy="79945"/>
            </a:xfrm>
            <a:custGeom>
              <a:avLst/>
              <a:gdLst/>
              <a:ahLst/>
              <a:cxnLst/>
              <a:rect l="l" t="t" r="r" b="b"/>
              <a:pathLst>
                <a:path w="2610" h="3210" extrusionOk="0">
                  <a:moveTo>
                    <a:pt x="1397" y="0"/>
                  </a:moveTo>
                  <a:lnTo>
                    <a:pt x="47" y="335"/>
                  </a:lnTo>
                  <a:cubicBezTo>
                    <a:pt x="116" y="1062"/>
                    <a:pt x="128" y="1789"/>
                    <a:pt x="70" y="2528"/>
                  </a:cubicBezTo>
                  <a:cubicBezTo>
                    <a:pt x="59" y="2747"/>
                    <a:pt x="35" y="2978"/>
                    <a:pt x="1" y="3209"/>
                  </a:cubicBezTo>
                  <a:lnTo>
                    <a:pt x="1894" y="3209"/>
                  </a:lnTo>
                  <a:cubicBezTo>
                    <a:pt x="1928" y="2967"/>
                    <a:pt x="1986" y="2736"/>
                    <a:pt x="2032" y="2528"/>
                  </a:cubicBezTo>
                  <a:cubicBezTo>
                    <a:pt x="2171" y="1905"/>
                    <a:pt x="2367" y="1293"/>
                    <a:pt x="2609" y="704"/>
                  </a:cubicBezTo>
                  <a:lnTo>
                    <a:pt x="13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39"/>
            <p:cNvSpPr/>
            <p:nvPr/>
          </p:nvSpPr>
          <p:spPr>
            <a:xfrm>
              <a:off x="7121973" y="1540132"/>
              <a:ext cx="66447" cy="89409"/>
            </a:xfrm>
            <a:custGeom>
              <a:avLst/>
              <a:gdLst/>
              <a:ahLst/>
              <a:cxnLst/>
              <a:rect l="l" t="t" r="r" b="b"/>
              <a:pathLst>
                <a:path w="2668" h="3590" extrusionOk="0">
                  <a:moveTo>
                    <a:pt x="786" y="0"/>
                  </a:moveTo>
                  <a:cubicBezTo>
                    <a:pt x="763" y="219"/>
                    <a:pt x="728" y="450"/>
                    <a:pt x="682" y="681"/>
                  </a:cubicBezTo>
                  <a:cubicBezTo>
                    <a:pt x="543" y="1443"/>
                    <a:pt x="324" y="2182"/>
                    <a:pt x="1" y="2886"/>
                  </a:cubicBezTo>
                  <a:lnTo>
                    <a:pt x="1213" y="3590"/>
                  </a:lnTo>
                  <a:lnTo>
                    <a:pt x="2575" y="3255"/>
                  </a:lnTo>
                  <a:lnTo>
                    <a:pt x="2563" y="3255"/>
                  </a:lnTo>
                  <a:cubicBezTo>
                    <a:pt x="2459" y="2401"/>
                    <a:pt x="2459" y="1535"/>
                    <a:pt x="2563" y="681"/>
                  </a:cubicBezTo>
                  <a:cubicBezTo>
                    <a:pt x="2598" y="439"/>
                    <a:pt x="2633" y="219"/>
                    <a:pt x="26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39"/>
            <p:cNvSpPr/>
            <p:nvPr/>
          </p:nvSpPr>
          <p:spPr>
            <a:xfrm>
              <a:off x="7141524" y="1463076"/>
              <a:ext cx="34518" cy="77081"/>
            </a:xfrm>
            <a:custGeom>
              <a:avLst/>
              <a:gdLst/>
              <a:ahLst/>
              <a:cxnLst/>
              <a:rect l="l" t="t" r="r" b="b"/>
              <a:pathLst>
                <a:path w="1386" h="3095" extrusionOk="0">
                  <a:moveTo>
                    <a:pt x="1386" y="1"/>
                  </a:moveTo>
                  <a:lnTo>
                    <a:pt x="47" y="208"/>
                  </a:lnTo>
                  <a:cubicBezTo>
                    <a:pt x="139" y="1166"/>
                    <a:pt x="128" y="2136"/>
                    <a:pt x="1" y="3094"/>
                  </a:cubicBezTo>
                  <a:lnTo>
                    <a:pt x="693" y="3094"/>
                  </a:lnTo>
                  <a:cubicBezTo>
                    <a:pt x="901" y="1536"/>
                    <a:pt x="982" y="347"/>
                    <a:pt x="982" y="347"/>
                  </a:cubicBezTo>
                  <a:lnTo>
                    <a:pt x="13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39"/>
            <p:cNvSpPr/>
            <p:nvPr/>
          </p:nvSpPr>
          <p:spPr>
            <a:xfrm>
              <a:off x="7138933" y="1523172"/>
              <a:ext cx="53222" cy="33946"/>
            </a:xfrm>
            <a:custGeom>
              <a:avLst/>
              <a:gdLst/>
              <a:ahLst/>
              <a:cxnLst/>
              <a:rect l="l" t="t" r="r" b="b"/>
              <a:pathLst>
                <a:path w="2137" h="1363" extrusionOk="0">
                  <a:moveTo>
                    <a:pt x="174" y="0"/>
                  </a:moveTo>
                  <a:cubicBezTo>
                    <a:pt x="139" y="450"/>
                    <a:pt x="82" y="912"/>
                    <a:pt x="1" y="1362"/>
                  </a:cubicBezTo>
                  <a:lnTo>
                    <a:pt x="1894" y="1362"/>
                  </a:lnTo>
                  <a:cubicBezTo>
                    <a:pt x="1940" y="900"/>
                    <a:pt x="2032" y="439"/>
                    <a:pt x="2136" y="0"/>
                  </a:cubicBezTo>
                  <a:close/>
                </a:path>
              </a:pathLst>
            </a:custGeom>
            <a:solidFill>
              <a:srgbClr val="9BD0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39"/>
            <p:cNvSpPr/>
            <p:nvPr/>
          </p:nvSpPr>
          <p:spPr>
            <a:xfrm>
              <a:off x="7138933" y="1523172"/>
              <a:ext cx="22165" cy="33946"/>
            </a:xfrm>
            <a:custGeom>
              <a:avLst/>
              <a:gdLst/>
              <a:ahLst/>
              <a:cxnLst/>
              <a:rect l="l" t="t" r="r" b="b"/>
              <a:pathLst>
                <a:path w="890" h="1363" extrusionOk="0">
                  <a:moveTo>
                    <a:pt x="174" y="0"/>
                  </a:moveTo>
                  <a:cubicBezTo>
                    <a:pt x="139" y="450"/>
                    <a:pt x="82" y="912"/>
                    <a:pt x="1" y="1362"/>
                  </a:cubicBezTo>
                  <a:lnTo>
                    <a:pt x="705" y="1362"/>
                  </a:lnTo>
                  <a:cubicBezTo>
                    <a:pt x="774" y="877"/>
                    <a:pt x="832" y="416"/>
                    <a:pt x="890" y="0"/>
                  </a:cubicBezTo>
                  <a:close/>
                </a:path>
              </a:pathLst>
            </a:custGeom>
            <a:solidFill>
              <a:srgbClr val="8BC8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39"/>
            <p:cNvSpPr/>
            <p:nvPr/>
          </p:nvSpPr>
          <p:spPr>
            <a:xfrm>
              <a:off x="7146131" y="1293747"/>
              <a:ext cx="84528" cy="166764"/>
            </a:xfrm>
            <a:custGeom>
              <a:avLst/>
              <a:gdLst/>
              <a:ahLst/>
              <a:cxnLst/>
              <a:rect l="l" t="t" r="r" b="b"/>
              <a:pathLst>
                <a:path w="3394" h="6696" extrusionOk="0">
                  <a:moveTo>
                    <a:pt x="2170" y="1"/>
                  </a:moveTo>
                  <a:lnTo>
                    <a:pt x="820" y="220"/>
                  </a:lnTo>
                  <a:cubicBezTo>
                    <a:pt x="820" y="220"/>
                    <a:pt x="1224" y="3291"/>
                    <a:pt x="0" y="5992"/>
                  </a:cubicBezTo>
                  <a:lnTo>
                    <a:pt x="1212" y="6696"/>
                  </a:lnTo>
                  <a:lnTo>
                    <a:pt x="2574" y="6361"/>
                  </a:lnTo>
                  <a:cubicBezTo>
                    <a:pt x="2147" y="3429"/>
                    <a:pt x="3394" y="590"/>
                    <a:pt x="3394" y="590"/>
                  </a:cubicBezTo>
                  <a:lnTo>
                    <a:pt x="21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39"/>
            <p:cNvSpPr/>
            <p:nvPr/>
          </p:nvSpPr>
          <p:spPr>
            <a:xfrm>
              <a:off x="7146430" y="1293747"/>
              <a:ext cx="53770" cy="155283"/>
            </a:xfrm>
            <a:custGeom>
              <a:avLst/>
              <a:gdLst/>
              <a:ahLst/>
              <a:cxnLst/>
              <a:rect l="l" t="t" r="r" b="b"/>
              <a:pathLst>
                <a:path w="2159" h="6235" extrusionOk="0">
                  <a:moveTo>
                    <a:pt x="2158" y="1"/>
                  </a:moveTo>
                  <a:lnTo>
                    <a:pt x="820" y="232"/>
                  </a:lnTo>
                  <a:cubicBezTo>
                    <a:pt x="820" y="232"/>
                    <a:pt x="1224" y="3302"/>
                    <a:pt x="0" y="5992"/>
                  </a:cubicBezTo>
                  <a:lnTo>
                    <a:pt x="473" y="6234"/>
                  </a:lnTo>
                  <a:lnTo>
                    <a:pt x="947" y="6130"/>
                  </a:lnTo>
                  <a:cubicBezTo>
                    <a:pt x="1339" y="4226"/>
                    <a:pt x="1616" y="2298"/>
                    <a:pt x="1766" y="359"/>
                  </a:cubicBezTo>
                  <a:lnTo>
                    <a:pt x="21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39"/>
            <p:cNvSpPr/>
            <p:nvPr/>
          </p:nvSpPr>
          <p:spPr>
            <a:xfrm>
              <a:off x="7127328" y="1442903"/>
              <a:ext cx="99670" cy="34867"/>
            </a:xfrm>
            <a:custGeom>
              <a:avLst/>
              <a:gdLst/>
              <a:ahLst/>
              <a:cxnLst/>
              <a:rect l="l" t="t" r="r" b="b"/>
              <a:pathLst>
                <a:path w="4002" h="1400" extrusionOk="0">
                  <a:moveTo>
                    <a:pt x="712" y="0"/>
                  </a:moveTo>
                  <a:cubicBezTo>
                    <a:pt x="113" y="0"/>
                    <a:pt x="1" y="907"/>
                    <a:pt x="629" y="1030"/>
                  </a:cubicBezTo>
                  <a:lnTo>
                    <a:pt x="3168" y="1388"/>
                  </a:lnTo>
                  <a:cubicBezTo>
                    <a:pt x="3210" y="1396"/>
                    <a:pt x="3251" y="1400"/>
                    <a:pt x="3289" y="1400"/>
                  </a:cubicBezTo>
                  <a:cubicBezTo>
                    <a:pt x="3900" y="1400"/>
                    <a:pt x="4002" y="426"/>
                    <a:pt x="3318" y="360"/>
                  </a:cubicBezTo>
                  <a:lnTo>
                    <a:pt x="767" y="3"/>
                  </a:lnTo>
                  <a:cubicBezTo>
                    <a:pt x="748" y="1"/>
                    <a:pt x="730" y="0"/>
                    <a:pt x="7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39"/>
            <p:cNvSpPr/>
            <p:nvPr/>
          </p:nvSpPr>
          <p:spPr>
            <a:xfrm>
              <a:off x="7131761" y="1442804"/>
              <a:ext cx="37681" cy="28915"/>
            </a:xfrm>
            <a:custGeom>
              <a:avLst/>
              <a:gdLst/>
              <a:ahLst/>
              <a:cxnLst/>
              <a:rect l="l" t="t" r="r" b="b"/>
              <a:pathLst>
                <a:path w="1513" h="1161" extrusionOk="0">
                  <a:moveTo>
                    <a:pt x="511" y="0"/>
                  </a:moveTo>
                  <a:cubicBezTo>
                    <a:pt x="264" y="0"/>
                    <a:pt x="42" y="194"/>
                    <a:pt x="0" y="445"/>
                  </a:cubicBezTo>
                  <a:cubicBezTo>
                    <a:pt x="0" y="468"/>
                    <a:pt x="0" y="491"/>
                    <a:pt x="0" y="514"/>
                  </a:cubicBezTo>
                  <a:cubicBezTo>
                    <a:pt x="0" y="780"/>
                    <a:pt x="197" y="999"/>
                    <a:pt x="451" y="1034"/>
                  </a:cubicBezTo>
                  <a:lnTo>
                    <a:pt x="1373" y="1161"/>
                  </a:lnTo>
                  <a:lnTo>
                    <a:pt x="1373" y="1161"/>
                  </a:lnTo>
                  <a:cubicBezTo>
                    <a:pt x="1119" y="1126"/>
                    <a:pt x="935" y="907"/>
                    <a:pt x="935" y="653"/>
                  </a:cubicBezTo>
                  <a:cubicBezTo>
                    <a:pt x="924" y="630"/>
                    <a:pt x="924" y="607"/>
                    <a:pt x="935" y="584"/>
                  </a:cubicBezTo>
                  <a:cubicBezTo>
                    <a:pt x="967" y="317"/>
                    <a:pt x="1196" y="130"/>
                    <a:pt x="1449" y="130"/>
                  </a:cubicBezTo>
                  <a:cubicBezTo>
                    <a:pt x="1470" y="130"/>
                    <a:pt x="1491" y="131"/>
                    <a:pt x="1512" y="134"/>
                  </a:cubicBezTo>
                  <a:lnTo>
                    <a:pt x="589" y="7"/>
                  </a:lnTo>
                  <a:cubicBezTo>
                    <a:pt x="563" y="2"/>
                    <a:pt x="537" y="0"/>
                    <a:pt x="511" y="0"/>
                  </a:cubicBezTo>
                  <a:close/>
                  <a:moveTo>
                    <a:pt x="1373" y="1161"/>
                  </a:moveTo>
                  <a:lnTo>
                    <a:pt x="1373" y="1161"/>
                  </a:lnTo>
                  <a:cubicBezTo>
                    <a:pt x="1373" y="1161"/>
                    <a:pt x="1374" y="1161"/>
                    <a:pt x="1374" y="1161"/>
                  </a:cubicBezTo>
                  <a:lnTo>
                    <a:pt x="1373" y="11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39"/>
            <p:cNvSpPr/>
            <p:nvPr/>
          </p:nvSpPr>
          <p:spPr>
            <a:xfrm>
              <a:off x="7118536" y="1629516"/>
              <a:ext cx="63832" cy="66720"/>
            </a:xfrm>
            <a:custGeom>
              <a:avLst/>
              <a:gdLst/>
              <a:ahLst/>
              <a:cxnLst/>
              <a:rect l="l" t="t" r="r" b="b"/>
              <a:pathLst>
                <a:path w="2563" h="2679" extrusionOk="0">
                  <a:moveTo>
                    <a:pt x="1351" y="1"/>
                  </a:moveTo>
                  <a:lnTo>
                    <a:pt x="0" y="324"/>
                  </a:lnTo>
                  <a:cubicBezTo>
                    <a:pt x="0" y="336"/>
                    <a:pt x="0" y="336"/>
                    <a:pt x="0" y="336"/>
                  </a:cubicBezTo>
                  <a:cubicBezTo>
                    <a:pt x="58" y="993"/>
                    <a:pt x="70" y="1651"/>
                    <a:pt x="35" y="2309"/>
                  </a:cubicBezTo>
                  <a:cubicBezTo>
                    <a:pt x="658" y="2540"/>
                    <a:pt x="993" y="2679"/>
                    <a:pt x="993" y="2679"/>
                  </a:cubicBezTo>
                  <a:cubicBezTo>
                    <a:pt x="993" y="2679"/>
                    <a:pt x="1547" y="2471"/>
                    <a:pt x="2043" y="2309"/>
                  </a:cubicBezTo>
                  <a:cubicBezTo>
                    <a:pt x="2182" y="1755"/>
                    <a:pt x="2355" y="1213"/>
                    <a:pt x="2563" y="693"/>
                  </a:cubicBezTo>
                  <a:lnTo>
                    <a:pt x="13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39"/>
            <p:cNvSpPr/>
            <p:nvPr/>
          </p:nvSpPr>
          <p:spPr>
            <a:xfrm>
              <a:off x="7118536" y="1632107"/>
              <a:ext cx="33373" cy="62113"/>
            </a:xfrm>
            <a:custGeom>
              <a:avLst/>
              <a:gdLst/>
              <a:ahLst/>
              <a:cxnLst/>
              <a:rect l="l" t="t" r="r" b="b"/>
              <a:pathLst>
                <a:path w="1340" h="2494" extrusionOk="0">
                  <a:moveTo>
                    <a:pt x="1339" y="1"/>
                  </a:moveTo>
                  <a:lnTo>
                    <a:pt x="0" y="220"/>
                  </a:lnTo>
                  <a:cubicBezTo>
                    <a:pt x="0" y="232"/>
                    <a:pt x="0" y="232"/>
                    <a:pt x="0" y="232"/>
                  </a:cubicBezTo>
                  <a:cubicBezTo>
                    <a:pt x="70" y="889"/>
                    <a:pt x="81" y="1547"/>
                    <a:pt x="35" y="2205"/>
                  </a:cubicBezTo>
                  <a:lnTo>
                    <a:pt x="393" y="2494"/>
                  </a:lnTo>
                  <a:lnTo>
                    <a:pt x="762" y="2205"/>
                  </a:lnTo>
                  <a:cubicBezTo>
                    <a:pt x="889" y="1109"/>
                    <a:pt x="947" y="358"/>
                    <a:pt x="947" y="358"/>
                  </a:cubicBezTo>
                  <a:lnTo>
                    <a:pt x="13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39"/>
            <p:cNvSpPr/>
            <p:nvPr/>
          </p:nvSpPr>
          <p:spPr>
            <a:xfrm>
              <a:off x="7125584" y="1615296"/>
              <a:ext cx="77280" cy="31804"/>
            </a:xfrm>
            <a:custGeom>
              <a:avLst/>
              <a:gdLst/>
              <a:ahLst/>
              <a:cxnLst/>
              <a:rect l="l" t="t" r="r" b="b"/>
              <a:pathLst>
                <a:path w="3103" h="1277" extrusionOk="0">
                  <a:moveTo>
                    <a:pt x="715" y="0"/>
                  </a:moveTo>
                  <a:cubicBezTo>
                    <a:pt x="99" y="0"/>
                    <a:pt x="1" y="934"/>
                    <a:pt x="652" y="1033"/>
                  </a:cubicBezTo>
                  <a:lnTo>
                    <a:pt x="2268" y="1264"/>
                  </a:lnTo>
                  <a:cubicBezTo>
                    <a:pt x="2310" y="1272"/>
                    <a:pt x="2350" y="1276"/>
                    <a:pt x="2389" y="1276"/>
                  </a:cubicBezTo>
                  <a:cubicBezTo>
                    <a:pt x="3000" y="1276"/>
                    <a:pt x="3103" y="291"/>
                    <a:pt x="2418" y="237"/>
                  </a:cubicBezTo>
                  <a:lnTo>
                    <a:pt x="802" y="6"/>
                  </a:lnTo>
                  <a:cubicBezTo>
                    <a:pt x="772" y="2"/>
                    <a:pt x="743" y="0"/>
                    <a:pt x="7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39"/>
            <p:cNvSpPr/>
            <p:nvPr/>
          </p:nvSpPr>
          <p:spPr>
            <a:xfrm>
              <a:off x="7107603" y="1611884"/>
              <a:ext cx="37980" cy="29164"/>
            </a:xfrm>
            <a:custGeom>
              <a:avLst/>
              <a:gdLst/>
              <a:ahLst/>
              <a:cxnLst/>
              <a:rect l="l" t="t" r="r" b="b"/>
              <a:pathLst>
                <a:path w="1525" h="1171" extrusionOk="0">
                  <a:moveTo>
                    <a:pt x="1512" y="141"/>
                  </a:moveTo>
                  <a:lnTo>
                    <a:pt x="1524" y="143"/>
                  </a:lnTo>
                  <a:cubicBezTo>
                    <a:pt x="1520" y="143"/>
                    <a:pt x="1516" y="142"/>
                    <a:pt x="1512" y="141"/>
                  </a:cubicBezTo>
                  <a:close/>
                  <a:moveTo>
                    <a:pt x="526" y="1"/>
                  </a:moveTo>
                  <a:cubicBezTo>
                    <a:pt x="273" y="1"/>
                    <a:pt x="44" y="188"/>
                    <a:pt x="12" y="455"/>
                  </a:cubicBezTo>
                  <a:cubicBezTo>
                    <a:pt x="1" y="478"/>
                    <a:pt x="1" y="501"/>
                    <a:pt x="12" y="524"/>
                  </a:cubicBezTo>
                  <a:cubicBezTo>
                    <a:pt x="1" y="778"/>
                    <a:pt x="197" y="997"/>
                    <a:pt x="451" y="1032"/>
                  </a:cubicBezTo>
                  <a:lnTo>
                    <a:pt x="1361" y="1168"/>
                  </a:lnTo>
                  <a:lnTo>
                    <a:pt x="1361" y="1168"/>
                  </a:lnTo>
                  <a:cubicBezTo>
                    <a:pt x="1114" y="1128"/>
                    <a:pt x="936" y="912"/>
                    <a:pt x="936" y="651"/>
                  </a:cubicBezTo>
                  <a:cubicBezTo>
                    <a:pt x="936" y="628"/>
                    <a:pt x="936" y="605"/>
                    <a:pt x="936" y="582"/>
                  </a:cubicBezTo>
                  <a:cubicBezTo>
                    <a:pt x="967" y="322"/>
                    <a:pt x="1186" y="136"/>
                    <a:pt x="1440" y="136"/>
                  </a:cubicBezTo>
                  <a:cubicBezTo>
                    <a:pt x="1464" y="136"/>
                    <a:pt x="1488" y="138"/>
                    <a:pt x="1512" y="141"/>
                  </a:cubicBezTo>
                  <a:lnTo>
                    <a:pt x="1512" y="141"/>
                  </a:lnTo>
                  <a:lnTo>
                    <a:pt x="589" y="5"/>
                  </a:lnTo>
                  <a:cubicBezTo>
                    <a:pt x="568" y="2"/>
                    <a:pt x="547" y="1"/>
                    <a:pt x="526" y="1"/>
                  </a:cubicBezTo>
                  <a:close/>
                  <a:moveTo>
                    <a:pt x="1361" y="1168"/>
                  </a:moveTo>
                  <a:cubicBezTo>
                    <a:pt x="1365" y="1169"/>
                    <a:pt x="1370" y="1170"/>
                    <a:pt x="1374" y="1170"/>
                  </a:cubicBezTo>
                  <a:lnTo>
                    <a:pt x="1361" y="116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39"/>
            <p:cNvSpPr/>
            <p:nvPr/>
          </p:nvSpPr>
          <p:spPr>
            <a:xfrm>
              <a:off x="7149792" y="1273350"/>
              <a:ext cx="101089" cy="35116"/>
            </a:xfrm>
            <a:custGeom>
              <a:avLst/>
              <a:gdLst/>
              <a:ahLst/>
              <a:cxnLst/>
              <a:rect l="l" t="t" r="r" b="b"/>
              <a:pathLst>
                <a:path w="4059" h="1410" extrusionOk="0">
                  <a:moveTo>
                    <a:pt x="714" y="0"/>
                  </a:moveTo>
                  <a:cubicBezTo>
                    <a:pt x="103" y="0"/>
                    <a:pt x="1" y="985"/>
                    <a:pt x="696" y="1039"/>
                  </a:cubicBezTo>
                  <a:lnTo>
                    <a:pt x="3235" y="1397"/>
                  </a:lnTo>
                  <a:cubicBezTo>
                    <a:pt x="3278" y="1405"/>
                    <a:pt x="3318" y="1409"/>
                    <a:pt x="3357" y="1409"/>
                  </a:cubicBezTo>
                  <a:cubicBezTo>
                    <a:pt x="3966" y="1409"/>
                    <a:pt x="4058" y="435"/>
                    <a:pt x="3374" y="370"/>
                  </a:cubicBezTo>
                  <a:lnTo>
                    <a:pt x="3374" y="370"/>
                  </a:lnTo>
                  <a:lnTo>
                    <a:pt x="3374" y="381"/>
                  </a:lnTo>
                  <a:lnTo>
                    <a:pt x="835" y="12"/>
                  </a:lnTo>
                  <a:cubicBezTo>
                    <a:pt x="793" y="4"/>
                    <a:pt x="752" y="0"/>
                    <a:pt x="7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39"/>
            <p:cNvSpPr/>
            <p:nvPr/>
          </p:nvSpPr>
          <p:spPr>
            <a:xfrm>
              <a:off x="7155894" y="1273749"/>
              <a:ext cx="37681" cy="28940"/>
            </a:xfrm>
            <a:custGeom>
              <a:avLst/>
              <a:gdLst/>
              <a:ahLst/>
              <a:cxnLst/>
              <a:rect l="l" t="t" r="r" b="b"/>
              <a:pathLst>
                <a:path w="1513" h="1162" extrusionOk="0">
                  <a:moveTo>
                    <a:pt x="508" y="1"/>
                  </a:moveTo>
                  <a:cubicBezTo>
                    <a:pt x="262" y="1"/>
                    <a:pt x="43" y="185"/>
                    <a:pt x="1" y="435"/>
                  </a:cubicBezTo>
                  <a:cubicBezTo>
                    <a:pt x="1" y="469"/>
                    <a:pt x="1" y="492"/>
                    <a:pt x="1" y="515"/>
                  </a:cubicBezTo>
                  <a:cubicBezTo>
                    <a:pt x="1" y="769"/>
                    <a:pt x="197" y="989"/>
                    <a:pt x="451" y="1023"/>
                  </a:cubicBezTo>
                  <a:lnTo>
                    <a:pt x="1361" y="1160"/>
                  </a:lnTo>
                  <a:lnTo>
                    <a:pt x="1361" y="1160"/>
                  </a:lnTo>
                  <a:cubicBezTo>
                    <a:pt x="1114" y="1119"/>
                    <a:pt x="924" y="903"/>
                    <a:pt x="924" y="642"/>
                  </a:cubicBezTo>
                  <a:cubicBezTo>
                    <a:pt x="924" y="619"/>
                    <a:pt x="924" y="596"/>
                    <a:pt x="924" y="573"/>
                  </a:cubicBezTo>
                  <a:cubicBezTo>
                    <a:pt x="967" y="317"/>
                    <a:pt x="1196" y="131"/>
                    <a:pt x="1449" y="131"/>
                  </a:cubicBezTo>
                  <a:cubicBezTo>
                    <a:pt x="1470" y="131"/>
                    <a:pt x="1492" y="132"/>
                    <a:pt x="1513" y="135"/>
                  </a:cubicBezTo>
                  <a:lnTo>
                    <a:pt x="590" y="8"/>
                  </a:lnTo>
                  <a:cubicBezTo>
                    <a:pt x="562" y="3"/>
                    <a:pt x="535" y="1"/>
                    <a:pt x="508" y="1"/>
                  </a:cubicBezTo>
                  <a:close/>
                  <a:moveTo>
                    <a:pt x="1361" y="1160"/>
                  </a:moveTo>
                  <a:cubicBezTo>
                    <a:pt x="1365" y="1161"/>
                    <a:pt x="1370" y="1161"/>
                    <a:pt x="1374" y="1162"/>
                  </a:cubicBezTo>
                  <a:lnTo>
                    <a:pt x="1361" y="116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39"/>
            <p:cNvSpPr/>
            <p:nvPr/>
          </p:nvSpPr>
          <p:spPr>
            <a:xfrm>
              <a:off x="7210535" y="1348887"/>
              <a:ext cx="113567" cy="111998"/>
            </a:xfrm>
            <a:custGeom>
              <a:avLst/>
              <a:gdLst/>
              <a:ahLst/>
              <a:cxnLst/>
              <a:rect l="l" t="t" r="r" b="b"/>
              <a:pathLst>
                <a:path w="4560" h="4497" extrusionOk="0">
                  <a:moveTo>
                    <a:pt x="3984" y="0"/>
                  </a:moveTo>
                  <a:cubicBezTo>
                    <a:pt x="3499" y="0"/>
                    <a:pt x="2546" y="676"/>
                    <a:pt x="1651" y="1688"/>
                  </a:cubicBezTo>
                  <a:cubicBezTo>
                    <a:pt x="589" y="2889"/>
                    <a:pt x="0" y="4112"/>
                    <a:pt x="346" y="4424"/>
                  </a:cubicBezTo>
                  <a:cubicBezTo>
                    <a:pt x="402" y="4473"/>
                    <a:pt x="478" y="4496"/>
                    <a:pt x="569" y="4496"/>
                  </a:cubicBezTo>
                  <a:cubicBezTo>
                    <a:pt x="1060" y="4496"/>
                    <a:pt x="2013" y="3820"/>
                    <a:pt x="2909" y="2808"/>
                  </a:cubicBezTo>
                  <a:cubicBezTo>
                    <a:pt x="3971" y="1608"/>
                    <a:pt x="4559" y="384"/>
                    <a:pt x="4213" y="72"/>
                  </a:cubicBezTo>
                  <a:lnTo>
                    <a:pt x="4202" y="72"/>
                  </a:lnTo>
                  <a:cubicBezTo>
                    <a:pt x="4147" y="24"/>
                    <a:pt x="4073" y="0"/>
                    <a:pt x="39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39"/>
            <p:cNvSpPr/>
            <p:nvPr/>
          </p:nvSpPr>
          <p:spPr>
            <a:xfrm>
              <a:off x="7067655" y="1274994"/>
              <a:ext cx="103505" cy="120341"/>
            </a:xfrm>
            <a:custGeom>
              <a:avLst/>
              <a:gdLst/>
              <a:ahLst/>
              <a:cxnLst/>
              <a:rect l="l" t="t" r="r" b="b"/>
              <a:pathLst>
                <a:path w="4156" h="4832" extrusionOk="0">
                  <a:moveTo>
                    <a:pt x="555" y="1"/>
                  </a:moveTo>
                  <a:cubicBezTo>
                    <a:pt x="488" y="1"/>
                    <a:pt x="429" y="17"/>
                    <a:pt x="381" y="50"/>
                  </a:cubicBezTo>
                  <a:cubicBezTo>
                    <a:pt x="0" y="315"/>
                    <a:pt x="450" y="1608"/>
                    <a:pt x="1385" y="2901"/>
                  </a:cubicBezTo>
                  <a:cubicBezTo>
                    <a:pt x="2214" y="4043"/>
                    <a:pt x="3132" y="4831"/>
                    <a:pt x="3603" y="4831"/>
                  </a:cubicBezTo>
                  <a:cubicBezTo>
                    <a:pt x="3670" y="4831"/>
                    <a:pt x="3727" y="4815"/>
                    <a:pt x="3775" y="4782"/>
                  </a:cubicBezTo>
                  <a:cubicBezTo>
                    <a:pt x="4156" y="4517"/>
                    <a:pt x="3694" y="3236"/>
                    <a:pt x="2759" y="1931"/>
                  </a:cubicBezTo>
                  <a:cubicBezTo>
                    <a:pt x="1941" y="781"/>
                    <a:pt x="1027" y="1"/>
                    <a:pt x="5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39"/>
            <p:cNvSpPr/>
            <p:nvPr/>
          </p:nvSpPr>
          <p:spPr>
            <a:xfrm>
              <a:off x="7114801" y="1687022"/>
              <a:ext cx="54642" cy="39126"/>
            </a:xfrm>
            <a:custGeom>
              <a:avLst/>
              <a:gdLst/>
              <a:ahLst/>
              <a:cxnLst/>
              <a:rect l="l" t="t" r="r" b="b"/>
              <a:pathLst>
                <a:path w="2194" h="1571" extrusionOk="0">
                  <a:moveTo>
                    <a:pt x="173" y="0"/>
                  </a:moveTo>
                  <a:cubicBezTo>
                    <a:pt x="162" y="370"/>
                    <a:pt x="127" y="774"/>
                    <a:pt x="70" y="1189"/>
                  </a:cubicBezTo>
                  <a:cubicBezTo>
                    <a:pt x="46" y="1316"/>
                    <a:pt x="23" y="1443"/>
                    <a:pt x="0" y="1570"/>
                  </a:cubicBezTo>
                  <a:lnTo>
                    <a:pt x="704" y="1512"/>
                  </a:lnTo>
                  <a:lnTo>
                    <a:pt x="1905" y="1420"/>
                  </a:lnTo>
                  <a:cubicBezTo>
                    <a:pt x="1974" y="935"/>
                    <a:pt x="2078" y="462"/>
                    <a:pt x="21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39"/>
            <p:cNvSpPr/>
            <p:nvPr/>
          </p:nvSpPr>
          <p:spPr>
            <a:xfrm>
              <a:off x="7138933" y="1523172"/>
              <a:ext cx="53222" cy="33946"/>
            </a:xfrm>
            <a:custGeom>
              <a:avLst/>
              <a:gdLst/>
              <a:ahLst/>
              <a:cxnLst/>
              <a:rect l="l" t="t" r="r" b="b"/>
              <a:pathLst>
                <a:path w="2137" h="1363" extrusionOk="0">
                  <a:moveTo>
                    <a:pt x="174" y="0"/>
                  </a:moveTo>
                  <a:cubicBezTo>
                    <a:pt x="163" y="219"/>
                    <a:pt x="139" y="462"/>
                    <a:pt x="105" y="681"/>
                  </a:cubicBezTo>
                  <a:cubicBezTo>
                    <a:pt x="82" y="900"/>
                    <a:pt x="47" y="1131"/>
                    <a:pt x="1" y="1362"/>
                  </a:cubicBezTo>
                  <a:lnTo>
                    <a:pt x="1894" y="1362"/>
                  </a:lnTo>
                  <a:cubicBezTo>
                    <a:pt x="1917" y="1120"/>
                    <a:pt x="1952" y="900"/>
                    <a:pt x="1986" y="681"/>
                  </a:cubicBezTo>
                  <a:cubicBezTo>
                    <a:pt x="2032" y="439"/>
                    <a:pt x="2079" y="208"/>
                    <a:pt x="21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39"/>
            <p:cNvSpPr/>
            <p:nvPr/>
          </p:nvSpPr>
          <p:spPr>
            <a:xfrm>
              <a:off x="7121973" y="1540132"/>
              <a:ext cx="36834" cy="75338"/>
            </a:xfrm>
            <a:custGeom>
              <a:avLst/>
              <a:gdLst/>
              <a:ahLst/>
              <a:cxnLst/>
              <a:rect l="l" t="t" r="r" b="b"/>
              <a:pathLst>
                <a:path w="1479" h="3025" extrusionOk="0">
                  <a:moveTo>
                    <a:pt x="786" y="0"/>
                  </a:moveTo>
                  <a:cubicBezTo>
                    <a:pt x="670" y="993"/>
                    <a:pt x="405" y="1974"/>
                    <a:pt x="1" y="2886"/>
                  </a:cubicBezTo>
                  <a:lnTo>
                    <a:pt x="947" y="3024"/>
                  </a:lnTo>
                  <a:cubicBezTo>
                    <a:pt x="1178" y="1985"/>
                    <a:pt x="1351" y="923"/>
                    <a:pt x="14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1" name="Google Shape;3351;p39"/>
          <p:cNvGrpSpPr/>
          <p:nvPr/>
        </p:nvGrpSpPr>
        <p:grpSpPr>
          <a:xfrm>
            <a:off x="5149634" y="2077609"/>
            <a:ext cx="816833" cy="817092"/>
            <a:chOff x="6179369" y="3418592"/>
            <a:chExt cx="471477" cy="471626"/>
          </a:xfrm>
        </p:grpSpPr>
        <p:sp>
          <p:nvSpPr>
            <p:cNvPr id="3352" name="Google Shape;3352;p39"/>
            <p:cNvSpPr/>
            <p:nvPr/>
          </p:nvSpPr>
          <p:spPr>
            <a:xfrm>
              <a:off x="6439825" y="3775082"/>
              <a:ext cx="96905" cy="114837"/>
            </a:xfrm>
            <a:custGeom>
              <a:avLst/>
              <a:gdLst/>
              <a:ahLst/>
              <a:cxnLst/>
              <a:rect l="l" t="t" r="r" b="b"/>
              <a:pathLst>
                <a:path w="3891" h="4611" extrusionOk="0">
                  <a:moveTo>
                    <a:pt x="3122" y="0"/>
                  </a:moveTo>
                  <a:cubicBezTo>
                    <a:pt x="2645" y="0"/>
                    <a:pt x="2074" y="99"/>
                    <a:pt x="1835" y="294"/>
                  </a:cubicBezTo>
                  <a:cubicBezTo>
                    <a:pt x="1593" y="478"/>
                    <a:pt x="1385" y="686"/>
                    <a:pt x="1189" y="917"/>
                  </a:cubicBezTo>
                  <a:cubicBezTo>
                    <a:pt x="416" y="1875"/>
                    <a:pt x="0" y="3191"/>
                    <a:pt x="12" y="4611"/>
                  </a:cubicBezTo>
                  <a:lnTo>
                    <a:pt x="1154" y="4611"/>
                  </a:lnTo>
                  <a:cubicBezTo>
                    <a:pt x="1143" y="3456"/>
                    <a:pt x="1466" y="2394"/>
                    <a:pt x="2078" y="1633"/>
                  </a:cubicBezTo>
                  <a:cubicBezTo>
                    <a:pt x="2459" y="1171"/>
                    <a:pt x="2932" y="871"/>
                    <a:pt x="3336" y="836"/>
                  </a:cubicBezTo>
                  <a:cubicBezTo>
                    <a:pt x="3659" y="801"/>
                    <a:pt x="3890" y="536"/>
                    <a:pt x="3867" y="213"/>
                  </a:cubicBezTo>
                  <a:cubicBezTo>
                    <a:pt x="3856" y="70"/>
                    <a:pt x="3523" y="0"/>
                    <a:pt x="3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39"/>
            <p:cNvSpPr/>
            <p:nvPr/>
          </p:nvSpPr>
          <p:spPr>
            <a:xfrm>
              <a:off x="6440099" y="3775207"/>
              <a:ext cx="84552" cy="114712"/>
            </a:xfrm>
            <a:custGeom>
              <a:avLst/>
              <a:gdLst/>
              <a:ahLst/>
              <a:cxnLst/>
              <a:rect l="l" t="t" r="r" b="b"/>
              <a:pathLst>
                <a:path w="3395" h="4606" extrusionOk="0">
                  <a:moveTo>
                    <a:pt x="3122" y="0"/>
                  </a:moveTo>
                  <a:cubicBezTo>
                    <a:pt x="2642" y="0"/>
                    <a:pt x="2065" y="96"/>
                    <a:pt x="1824" y="289"/>
                  </a:cubicBezTo>
                  <a:cubicBezTo>
                    <a:pt x="1594" y="473"/>
                    <a:pt x="1374" y="681"/>
                    <a:pt x="1190" y="912"/>
                  </a:cubicBezTo>
                  <a:cubicBezTo>
                    <a:pt x="682" y="1547"/>
                    <a:pt x="335" y="2297"/>
                    <a:pt x="162" y="3093"/>
                  </a:cubicBezTo>
                  <a:cubicBezTo>
                    <a:pt x="58" y="3590"/>
                    <a:pt x="1" y="4098"/>
                    <a:pt x="12" y="4606"/>
                  </a:cubicBezTo>
                  <a:lnTo>
                    <a:pt x="601" y="4606"/>
                  </a:lnTo>
                  <a:cubicBezTo>
                    <a:pt x="601" y="4109"/>
                    <a:pt x="647" y="3613"/>
                    <a:pt x="751" y="3128"/>
                  </a:cubicBezTo>
                  <a:cubicBezTo>
                    <a:pt x="913" y="2320"/>
                    <a:pt x="1270" y="1558"/>
                    <a:pt x="1778" y="912"/>
                  </a:cubicBezTo>
                  <a:cubicBezTo>
                    <a:pt x="1963" y="681"/>
                    <a:pt x="2182" y="473"/>
                    <a:pt x="2413" y="289"/>
                  </a:cubicBezTo>
                  <a:cubicBezTo>
                    <a:pt x="2609" y="139"/>
                    <a:pt x="2990" y="46"/>
                    <a:pt x="3383" y="12"/>
                  </a:cubicBezTo>
                  <a:lnTo>
                    <a:pt x="3394" y="12"/>
                  </a:lnTo>
                  <a:cubicBezTo>
                    <a:pt x="3310" y="4"/>
                    <a:pt x="3218" y="0"/>
                    <a:pt x="3122" y="0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39"/>
            <p:cNvSpPr/>
            <p:nvPr/>
          </p:nvSpPr>
          <p:spPr>
            <a:xfrm>
              <a:off x="6397561" y="3685773"/>
              <a:ext cx="126791" cy="106070"/>
            </a:xfrm>
            <a:custGeom>
              <a:avLst/>
              <a:gdLst/>
              <a:ahLst/>
              <a:cxnLst/>
              <a:rect l="l" t="t" r="r" b="b"/>
              <a:pathLst>
                <a:path w="5091" h="4259" extrusionOk="0">
                  <a:moveTo>
                    <a:pt x="1318" y="0"/>
                  </a:moveTo>
                  <a:cubicBezTo>
                    <a:pt x="998" y="0"/>
                    <a:pt x="728" y="94"/>
                    <a:pt x="543" y="290"/>
                  </a:cubicBezTo>
                  <a:cubicBezTo>
                    <a:pt x="0" y="879"/>
                    <a:pt x="451" y="2183"/>
                    <a:pt x="1559" y="3199"/>
                  </a:cubicBezTo>
                  <a:cubicBezTo>
                    <a:pt x="2301" y="3879"/>
                    <a:pt x="3141" y="4259"/>
                    <a:pt x="3782" y="4259"/>
                  </a:cubicBezTo>
                  <a:cubicBezTo>
                    <a:pt x="4098" y="4259"/>
                    <a:pt x="4365" y="4166"/>
                    <a:pt x="4548" y="3972"/>
                  </a:cubicBezTo>
                  <a:cubicBezTo>
                    <a:pt x="5091" y="3372"/>
                    <a:pt x="4641" y="2067"/>
                    <a:pt x="3532" y="1052"/>
                  </a:cubicBezTo>
                  <a:cubicBezTo>
                    <a:pt x="2794" y="374"/>
                    <a:pt x="1958" y="0"/>
                    <a:pt x="13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39"/>
            <p:cNvSpPr/>
            <p:nvPr/>
          </p:nvSpPr>
          <p:spPr>
            <a:xfrm>
              <a:off x="6500469" y="3745196"/>
              <a:ext cx="137152" cy="72698"/>
            </a:xfrm>
            <a:custGeom>
              <a:avLst/>
              <a:gdLst/>
              <a:ahLst/>
              <a:cxnLst/>
              <a:rect l="l" t="t" r="r" b="b"/>
              <a:pathLst>
                <a:path w="5507" h="2919" extrusionOk="0">
                  <a:moveTo>
                    <a:pt x="2889" y="1"/>
                  </a:moveTo>
                  <a:cubicBezTo>
                    <a:pt x="2823" y="1"/>
                    <a:pt x="2757" y="2"/>
                    <a:pt x="2690" y="5"/>
                  </a:cubicBezTo>
                  <a:cubicBezTo>
                    <a:pt x="1190" y="74"/>
                    <a:pt x="1" y="766"/>
                    <a:pt x="35" y="1574"/>
                  </a:cubicBezTo>
                  <a:cubicBezTo>
                    <a:pt x="68" y="2340"/>
                    <a:pt x="1189" y="2919"/>
                    <a:pt x="2582" y="2919"/>
                  </a:cubicBezTo>
                  <a:cubicBezTo>
                    <a:pt x="2660" y="2919"/>
                    <a:pt x="2738" y="2917"/>
                    <a:pt x="2817" y="2913"/>
                  </a:cubicBezTo>
                  <a:cubicBezTo>
                    <a:pt x="4318" y="2856"/>
                    <a:pt x="5507" y="2152"/>
                    <a:pt x="5472" y="1344"/>
                  </a:cubicBezTo>
                  <a:cubicBezTo>
                    <a:pt x="5439" y="583"/>
                    <a:pt x="4299" y="1"/>
                    <a:pt x="28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39"/>
            <p:cNvSpPr/>
            <p:nvPr/>
          </p:nvSpPr>
          <p:spPr>
            <a:xfrm>
              <a:off x="6268778" y="3775082"/>
              <a:ext cx="96905" cy="114837"/>
            </a:xfrm>
            <a:custGeom>
              <a:avLst/>
              <a:gdLst/>
              <a:ahLst/>
              <a:cxnLst/>
              <a:rect l="l" t="t" r="r" b="b"/>
              <a:pathLst>
                <a:path w="3891" h="4611" extrusionOk="0">
                  <a:moveTo>
                    <a:pt x="3122" y="0"/>
                  </a:moveTo>
                  <a:cubicBezTo>
                    <a:pt x="2646" y="0"/>
                    <a:pt x="2074" y="99"/>
                    <a:pt x="1836" y="294"/>
                  </a:cubicBezTo>
                  <a:cubicBezTo>
                    <a:pt x="1593" y="478"/>
                    <a:pt x="1385" y="686"/>
                    <a:pt x="1201" y="917"/>
                  </a:cubicBezTo>
                  <a:cubicBezTo>
                    <a:pt x="416" y="1875"/>
                    <a:pt x="0" y="3191"/>
                    <a:pt x="12" y="4611"/>
                  </a:cubicBezTo>
                  <a:lnTo>
                    <a:pt x="1155" y="4611"/>
                  </a:lnTo>
                  <a:cubicBezTo>
                    <a:pt x="1143" y="3456"/>
                    <a:pt x="1466" y="2394"/>
                    <a:pt x="2078" y="1633"/>
                  </a:cubicBezTo>
                  <a:cubicBezTo>
                    <a:pt x="2459" y="1171"/>
                    <a:pt x="2932" y="871"/>
                    <a:pt x="3336" y="836"/>
                  </a:cubicBezTo>
                  <a:cubicBezTo>
                    <a:pt x="3659" y="801"/>
                    <a:pt x="3890" y="536"/>
                    <a:pt x="3867" y="213"/>
                  </a:cubicBezTo>
                  <a:cubicBezTo>
                    <a:pt x="3857" y="70"/>
                    <a:pt x="3523" y="0"/>
                    <a:pt x="3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39"/>
            <p:cNvSpPr/>
            <p:nvPr/>
          </p:nvSpPr>
          <p:spPr>
            <a:xfrm>
              <a:off x="6269052" y="3775356"/>
              <a:ext cx="84254" cy="114862"/>
            </a:xfrm>
            <a:custGeom>
              <a:avLst/>
              <a:gdLst/>
              <a:ahLst/>
              <a:cxnLst/>
              <a:rect l="l" t="t" r="r" b="b"/>
              <a:pathLst>
                <a:path w="3383" h="4612" extrusionOk="0">
                  <a:moveTo>
                    <a:pt x="3064" y="0"/>
                  </a:moveTo>
                  <a:cubicBezTo>
                    <a:pt x="2598" y="0"/>
                    <a:pt x="2057" y="96"/>
                    <a:pt x="1825" y="283"/>
                  </a:cubicBezTo>
                  <a:cubicBezTo>
                    <a:pt x="1582" y="467"/>
                    <a:pt x="1374" y="675"/>
                    <a:pt x="1190" y="917"/>
                  </a:cubicBezTo>
                  <a:cubicBezTo>
                    <a:pt x="578" y="1679"/>
                    <a:pt x="197" y="2603"/>
                    <a:pt x="70" y="3572"/>
                  </a:cubicBezTo>
                  <a:cubicBezTo>
                    <a:pt x="24" y="3919"/>
                    <a:pt x="1" y="4265"/>
                    <a:pt x="1" y="4611"/>
                  </a:cubicBezTo>
                  <a:lnTo>
                    <a:pt x="601" y="4611"/>
                  </a:lnTo>
                  <a:cubicBezTo>
                    <a:pt x="590" y="4219"/>
                    <a:pt x="624" y="3838"/>
                    <a:pt x="682" y="3457"/>
                  </a:cubicBezTo>
                  <a:cubicBezTo>
                    <a:pt x="820" y="2522"/>
                    <a:pt x="1201" y="1645"/>
                    <a:pt x="1778" y="906"/>
                  </a:cubicBezTo>
                  <a:cubicBezTo>
                    <a:pt x="1963" y="675"/>
                    <a:pt x="2182" y="467"/>
                    <a:pt x="2413" y="283"/>
                  </a:cubicBezTo>
                  <a:cubicBezTo>
                    <a:pt x="2600" y="140"/>
                    <a:pt x="2953" y="50"/>
                    <a:pt x="3324" y="11"/>
                  </a:cubicBezTo>
                  <a:lnTo>
                    <a:pt x="3324" y="11"/>
                  </a:lnTo>
                  <a:cubicBezTo>
                    <a:pt x="3344" y="13"/>
                    <a:pt x="3364" y="15"/>
                    <a:pt x="3383" y="17"/>
                  </a:cubicBezTo>
                  <a:lnTo>
                    <a:pt x="3383" y="6"/>
                  </a:lnTo>
                  <a:cubicBezTo>
                    <a:pt x="3363" y="7"/>
                    <a:pt x="3344" y="9"/>
                    <a:pt x="3324" y="11"/>
                  </a:cubicBezTo>
                  <a:lnTo>
                    <a:pt x="3324" y="11"/>
                  </a:lnTo>
                  <a:cubicBezTo>
                    <a:pt x="3242" y="4"/>
                    <a:pt x="3155" y="0"/>
                    <a:pt x="3064" y="0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39"/>
            <p:cNvSpPr/>
            <p:nvPr/>
          </p:nvSpPr>
          <p:spPr>
            <a:xfrm>
              <a:off x="6226514" y="3685623"/>
              <a:ext cx="126791" cy="106220"/>
            </a:xfrm>
            <a:custGeom>
              <a:avLst/>
              <a:gdLst/>
              <a:ahLst/>
              <a:cxnLst/>
              <a:rect l="l" t="t" r="r" b="b"/>
              <a:pathLst>
                <a:path w="5091" h="4265" extrusionOk="0">
                  <a:moveTo>
                    <a:pt x="1322" y="1"/>
                  </a:moveTo>
                  <a:cubicBezTo>
                    <a:pt x="1003" y="1"/>
                    <a:pt x="735" y="96"/>
                    <a:pt x="555" y="296"/>
                  </a:cubicBezTo>
                  <a:cubicBezTo>
                    <a:pt x="1" y="885"/>
                    <a:pt x="451" y="2189"/>
                    <a:pt x="1559" y="3205"/>
                  </a:cubicBezTo>
                  <a:cubicBezTo>
                    <a:pt x="2301" y="3885"/>
                    <a:pt x="3141" y="4265"/>
                    <a:pt x="3782" y="4265"/>
                  </a:cubicBezTo>
                  <a:cubicBezTo>
                    <a:pt x="4098" y="4265"/>
                    <a:pt x="4365" y="4172"/>
                    <a:pt x="4548" y="3978"/>
                  </a:cubicBezTo>
                  <a:cubicBezTo>
                    <a:pt x="5091" y="3378"/>
                    <a:pt x="4641" y="2073"/>
                    <a:pt x="3533" y="1058"/>
                  </a:cubicBezTo>
                  <a:cubicBezTo>
                    <a:pt x="2794" y="380"/>
                    <a:pt x="1958" y="1"/>
                    <a:pt x="1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39"/>
            <p:cNvSpPr/>
            <p:nvPr/>
          </p:nvSpPr>
          <p:spPr>
            <a:xfrm>
              <a:off x="6329421" y="3745196"/>
              <a:ext cx="137152" cy="72698"/>
            </a:xfrm>
            <a:custGeom>
              <a:avLst/>
              <a:gdLst/>
              <a:ahLst/>
              <a:cxnLst/>
              <a:rect l="l" t="t" r="r" b="b"/>
              <a:pathLst>
                <a:path w="5507" h="2919" extrusionOk="0">
                  <a:moveTo>
                    <a:pt x="2889" y="1"/>
                  </a:moveTo>
                  <a:cubicBezTo>
                    <a:pt x="2823" y="1"/>
                    <a:pt x="2757" y="2"/>
                    <a:pt x="2690" y="5"/>
                  </a:cubicBezTo>
                  <a:cubicBezTo>
                    <a:pt x="1190" y="74"/>
                    <a:pt x="1" y="778"/>
                    <a:pt x="35" y="1574"/>
                  </a:cubicBezTo>
                  <a:cubicBezTo>
                    <a:pt x="68" y="2340"/>
                    <a:pt x="1189" y="2919"/>
                    <a:pt x="2582" y="2919"/>
                  </a:cubicBezTo>
                  <a:cubicBezTo>
                    <a:pt x="2660" y="2919"/>
                    <a:pt x="2738" y="2917"/>
                    <a:pt x="2817" y="2913"/>
                  </a:cubicBezTo>
                  <a:cubicBezTo>
                    <a:pt x="4318" y="2856"/>
                    <a:pt x="5507" y="2152"/>
                    <a:pt x="5472" y="1344"/>
                  </a:cubicBezTo>
                  <a:cubicBezTo>
                    <a:pt x="5439" y="583"/>
                    <a:pt x="4299" y="1"/>
                    <a:pt x="28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39"/>
            <p:cNvSpPr/>
            <p:nvPr/>
          </p:nvSpPr>
          <p:spPr>
            <a:xfrm>
              <a:off x="6179369" y="3851217"/>
              <a:ext cx="471477" cy="38702"/>
            </a:xfrm>
            <a:custGeom>
              <a:avLst/>
              <a:gdLst/>
              <a:ahLst/>
              <a:cxnLst/>
              <a:rect l="l" t="t" r="r" b="b"/>
              <a:pathLst>
                <a:path w="18931" h="1554" extrusionOk="0">
                  <a:moveTo>
                    <a:pt x="9106" y="0"/>
                  </a:moveTo>
                  <a:cubicBezTo>
                    <a:pt x="7492" y="0"/>
                    <a:pt x="5881" y="139"/>
                    <a:pt x="4283" y="411"/>
                  </a:cubicBezTo>
                  <a:cubicBezTo>
                    <a:pt x="4087" y="445"/>
                    <a:pt x="3879" y="480"/>
                    <a:pt x="3671" y="526"/>
                  </a:cubicBezTo>
                  <a:cubicBezTo>
                    <a:pt x="2424" y="769"/>
                    <a:pt x="1189" y="1115"/>
                    <a:pt x="1" y="1554"/>
                  </a:cubicBezTo>
                  <a:lnTo>
                    <a:pt x="18930" y="1554"/>
                  </a:lnTo>
                  <a:cubicBezTo>
                    <a:pt x="18930" y="1554"/>
                    <a:pt x="15745" y="376"/>
                    <a:pt x="11220" y="76"/>
                  </a:cubicBezTo>
                  <a:cubicBezTo>
                    <a:pt x="11035" y="65"/>
                    <a:pt x="10839" y="53"/>
                    <a:pt x="10631" y="41"/>
                  </a:cubicBezTo>
                  <a:cubicBezTo>
                    <a:pt x="10123" y="14"/>
                    <a:pt x="9614" y="0"/>
                    <a:pt x="9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39"/>
            <p:cNvSpPr/>
            <p:nvPr/>
          </p:nvSpPr>
          <p:spPr>
            <a:xfrm>
              <a:off x="6179369" y="3851316"/>
              <a:ext cx="231143" cy="38603"/>
            </a:xfrm>
            <a:custGeom>
              <a:avLst/>
              <a:gdLst/>
              <a:ahLst/>
              <a:cxnLst/>
              <a:rect l="l" t="t" r="r" b="b"/>
              <a:pathLst>
                <a:path w="9281" h="1550" extrusionOk="0">
                  <a:moveTo>
                    <a:pt x="8921" y="0"/>
                  </a:moveTo>
                  <a:cubicBezTo>
                    <a:pt x="7368" y="0"/>
                    <a:pt x="5816" y="139"/>
                    <a:pt x="4294" y="407"/>
                  </a:cubicBezTo>
                  <a:cubicBezTo>
                    <a:pt x="4087" y="441"/>
                    <a:pt x="3879" y="476"/>
                    <a:pt x="3671" y="522"/>
                  </a:cubicBezTo>
                  <a:cubicBezTo>
                    <a:pt x="2424" y="765"/>
                    <a:pt x="1201" y="1111"/>
                    <a:pt x="1" y="1550"/>
                  </a:cubicBezTo>
                  <a:lnTo>
                    <a:pt x="6060" y="1550"/>
                  </a:lnTo>
                  <a:cubicBezTo>
                    <a:pt x="6441" y="1146"/>
                    <a:pt x="6891" y="799"/>
                    <a:pt x="7376" y="522"/>
                  </a:cubicBezTo>
                  <a:cubicBezTo>
                    <a:pt x="7457" y="476"/>
                    <a:pt x="7526" y="441"/>
                    <a:pt x="7607" y="407"/>
                  </a:cubicBezTo>
                  <a:cubicBezTo>
                    <a:pt x="8127" y="141"/>
                    <a:pt x="8692" y="3"/>
                    <a:pt x="9269" y="3"/>
                  </a:cubicBezTo>
                  <a:lnTo>
                    <a:pt x="9281" y="3"/>
                  </a:lnTo>
                  <a:cubicBezTo>
                    <a:pt x="9161" y="1"/>
                    <a:pt x="9041" y="0"/>
                    <a:pt x="8921" y="0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39"/>
            <p:cNvSpPr/>
            <p:nvPr/>
          </p:nvSpPr>
          <p:spPr>
            <a:xfrm>
              <a:off x="6410213" y="3851366"/>
              <a:ext cx="4906" cy="25"/>
            </a:xfrm>
            <a:custGeom>
              <a:avLst/>
              <a:gdLst/>
              <a:ahLst/>
              <a:cxnLst/>
              <a:rect l="l" t="t" r="r" b="b"/>
              <a:pathLst>
                <a:path w="197" h="1" extrusionOk="0">
                  <a:moveTo>
                    <a:pt x="196" y="1"/>
                  </a:moveTo>
                  <a:lnTo>
                    <a:pt x="0" y="1"/>
                  </a:lnTo>
                  <a:close/>
                  <a:moveTo>
                    <a:pt x="196" y="1"/>
                  </a:moveTo>
                  <a:close/>
                </a:path>
              </a:pathLst>
            </a:custGeom>
            <a:solidFill>
              <a:srgbClr val="B16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39"/>
            <p:cNvSpPr/>
            <p:nvPr/>
          </p:nvSpPr>
          <p:spPr>
            <a:xfrm>
              <a:off x="6192294" y="3418592"/>
              <a:ext cx="451079" cy="111848"/>
            </a:xfrm>
            <a:custGeom>
              <a:avLst/>
              <a:gdLst/>
              <a:ahLst/>
              <a:cxnLst/>
              <a:rect l="l" t="t" r="r" b="b"/>
              <a:pathLst>
                <a:path w="18112" h="4491" extrusionOk="0">
                  <a:moveTo>
                    <a:pt x="9056" y="0"/>
                  </a:moveTo>
                  <a:cubicBezTo>
                    <a:pt x="6600" y="0"/>
                    <a:pt x="4145" y="29"/>
                    <a:pt x="1686" y="87"/>
                  </a:cubicBezTo>
                  <a:cubicBezTo>
                    <a:pt x="878" y="99"/>
                    <a:pt x="209" y="687"/>
                    <a:pt x="82" y="1472"/>
                  </a:cubicBezTo>
                  <a:cubicBezTo>
                    <a:pt x="1" y="1980"/>
                    <a:pt x="1" y="2499"/>
                    <a:pt x="82" y="3007"/>
                  </a:cubicBezTo>
                  <a:cubicBezTo>
                    <a:pt x="209" y="3804"/>
                    <a:pt x="878" y="4381"/>
                    <a:pt x="1686" y="4404"/>
                  </a:cubicBezTo>
                  <a:cubicBezTo>
                    <a:pt x="4145" y="4462"/>
                    <a:pt x="6600" y="4490"/>
                    <a:pt x="9056" y="4490"/>
                  </a:cubicBezTo>
                  <a:cubicBezTo>
                    <a:pt x="11512" y="4490"/>
                    <a:pt x="13968" y="4462"/>
                    <a:pt x="16426" y="4404"/>
                  </a:cubicBezTo>
                  <a:cubicBezTo>
                    <a:pt x="17234" y="4381"/>
                    <a:pt x="17904" y="3804"/>
                    <a:pt x="18031" y="3007"/>
                  </a:cubicBezTo>
                  <a:cubicBezTo>
                    <a:pt x="18111" y="2499"/>
                    <a:pt x="18111" y="1980"/>
                    <a:pt x="18031" y="1472"/>
                  </a:cubicBezTo>
                  <a:cubicBezTo>
                    <a:pt x="17904" y="687"/>
                    <a:pt x="17234" y="99"/>
                    <a:pt x="16426" y="87"/>
                  </a:cubicBezTo>
                  <a:cubicBezTo>
                    <a:pt x="13968" y="29"/>
                    <a:pt x="11512" y="0"/>
                    <a:pt x="90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39"/>
            <p:cNvSpPr/>
            <p:nvPr/>
          </p:nvSpPr>
          <p:spPr>
            <a:xfrm>
              <a:off x="6210699" y="3436847"/>
              <a:ext cx="413996" cy="75039"/>
            </a:xfrm>
            <a:custGeom>
              <a:avLst/>
              <a:gdLst/>
              <a:ahLst/>
              <a:cxnLst/>
              <a:rect l="l" t="t" r="r" b="b"/>
              <a:pathLst>
                <a:path w="16623" h="3013" extrusionOk="0">
                  <a:moveTo>
                    <a:pt x="8311" y="0"/>
                  </a:moveTo>
                  <a:cubicBezTo>
                    <a:pt x="5876" y="0"/>
                    <a:pt x="3394" y="35"/>
                    <a:pt x="959" y="93"/>
                  </a:cubicBezTo>
                  <a:cubicBezTo>
                    <a:pt x="509" y="104"/>
                    <a:pt x="139" y="427"/>
                    <a:pt x="70" y="866"/>
                  </a:cubicBezTo>
                  <a:cubicBezTo>
                    <a:pt x="1" y="1293"/>
                    <a:pt x="1" y="1732"/>
                    <a:pt x="70" y="2159"/>
                  </a:cubicBezTo>
                  <a:cubicBezTo>
                    <a:pt x="139" y="2597"/>
                    <a:pt x="509" y="2921"/>
                    <a:pt x="959" y="2932"/>
                  </a:cubicBezTo>
                  <a:cubicBezTo>
                    <a:pt x="3394" y="2990"/>
                    <a:pt x="5876" y="3013"/>
                    <a:pt x="8311" y="3013"/>
                  </a:cubicBezTo>
                  <a:cubicBezTo>
                    <a:pt x="10758" y="3013"/>
                    <a:pt x="13229" y="2990"/>
                    <a:pt x="15676" y="2932"/>
                  </a:cubicBezTo>
                  <a:cubicBezTo>
                    <a:pt x="16114" y="2921"/>
                    <a:pt x="16484" y="2597"/>
                    <a:pt x="16553" y="2159"/>
                  </a:cubicBezTo>
                  <a:cubicBezTo>
                    <a:pt x="16622" y="1732"/>
                    <a:pt x="16622" y="1293"/>
                    <a:pt x="16553" y="866"/>
                  </a:cubicBezTo>
                  <a:cubicBezTo>
                    <a:pt x="16484" y="427"/>
                    <a:pt x="16114" y="104"/>
                    <a:pt x="15676" y="93"/>
                  </a:cubicBezTo>
                  <a:cubicBezTo>
                    <a:pt x="13229" y="35"/>
                    <a:pt x="10758" y="0"/>
                    <a:pt x="8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39"/>
            <p:cNvSpPr/>
            <p:nvPr/>
          </p:nvSpPr>
          <p:spPr>
            <a:xfrm>
              <a:off x="6383191" y="3448627"/>
              <a:ext cx="60669" cy="51927"/>
            </a:xfrm>
            <a:custGeom>
              <a:avLst/>
              <a:gdLst/>
              <a:ahLst/>
              <a:cxnLst/>
              <a:rect l="l" t="t" r="r" b="b"/>
              <a:pathLst>
                <a:path w="2436" h="2085" extrusionOk="0">
                  <a:moveTo>
                    <a:pt x="1397" y="1"/>
                  </a:moveTo>
                  <a:cubicBezTo>
                    <a:pt x="462" y="1"/>
                    <a:pt x="0" y="1120"/>
                    <a:pt x="658" y="1778"/>
                  </a:cubicBezTo>
                  <a:cubicBezTo>
                    <a:pt x="866" y="1990"/>
                    <a:pt x="1125" y="2085"/>
                    <a:pt x="1380" y="2085"/>
                  </a:cubicBezTo>
                  <a:cubicBezTo>
                    <a:pt x="1916" y="2085"/>
                    <a:pt x="2436" y="1665"/>
                    <a:pt x="2436" y="1039"/>
                  </a:cubicBezTo>
                  <a:cubicBezTo>
                    <a:pt x="2436" y="462"/>
                    <a:pt x="1963" y="1"/>
                    <a:pt x="13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39"/>
            <p:cNvSpPr/>
            <p:nvPr/>
          </p:nvSpPr>
          <p:spPr>
            <a:xfrm>
              <a:off x="6392680" y="3448627"/>
              <a:ext cx="33946" cy="51777"/>
            </a:xfrm>
            <a:custGeom>
              <a:avLst/>
              <a:gdLst/>
              <a:ahLst/>
              <a:cxnLst/>
              <a:rect l="l" t="t" r="r" b="b"/>
              <a:pathLst>
                <a:path w="1363" h="2079" extrusionOk="0">
                  <a:moveTo>
                    <a:pt x="1004" y="1"/>
                  </a:moveTo>
                  <a:cubicBezTo>
                    <a:pt x="450" y="12"/>
                    <a:pt x="0" y="474"/>
                    <a:pt x="0" y="1039"/>
                  </a:cubicBezTo>
                  <a:cubicBezTo>
                    <a:pt x="0" y="1593"/>
                    <a:pt x="450" y="2055"/>
                    <a:pt x="1004" y="2078"/>
                  </a:cubicBezTo>
                  <a:cubicBezTo>
                    <a:pt x="1131" y="2078"/>
                    <a:pt x="1247" y="2055"/>
                    <a:pt x="1362" y="2021"/>
                  </a:cubicBezTo>
                  <a:cubicBezTo>
                    <a:pt x="427" y="1686"/>
                    <a:pt x="427" y="382"/>
                    <a:pt x="1362" y="58"/>
                  </a:cubicBezTo>
                  <a:cubicBezTo>
                    <a:pt x="1247" y="12"/>
                    <a:pt x="1131" y="1"/>
                    <a:pt x="1004" y="1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39"/>
            <p:cNvSpPr/>
            <p:nvPr/>
          </p:nvSpPr>
          <p:spPr>
            <a:xfrm>
              <a:off x="6301827" y="3448627"/>
              <a:ext cx="60693" cy="51927"/>
            </a:xfrm>
            <a:custGeom>
              <a:avLst/>
              <a:gdLst/>
              <a:ahLst/>
              <a:cxnLst/>
              <a:rect l="l" t="t" r="r" b="b"/>
              <a:pathLst>
                <a:path w="2437" h="2085" extrusionOk="0">
                  <a:moveTo>
                    <a:pt x="1397" y="1"/>
                  </a:moveTo>
                  <a:cubicBezTo>
                    <a:pt x="474" y="1"/>
                    <a:pt x="1" y="1120"/>
                    <a:pt x="659" y="1778"/>
                  </a:cubicBezTo>
                  <a:cubicBezTo>
                    <a:pt x="870" y="1990"/>
                    <a:pt x="1130" y="2085"/>
                    <a:pt x="1385" y="2085"/>
                  </a:cubicBezTo>
                  <a:cubicBezTo>
                    <a:pt x="1922" y="2085"/>
                    <a:pt x="2436" y="1665"/>
                    <a:pt x="2436" y="1039"/>
                  </a:cubicBezTo>
                  <a:cubicBezTo>
                    <a:pt x="2436" y="462"/>
                    <a:pt x="1974" y="1"/>
                    <a:pt x="13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39"/>
            <p:cNvSpPr/>
            <p:nvPr/>
          </p:nvSpPr>
          <p:spPr>
            <a:xfrm>
              <a:off x="6309871" y="3448603"/>
              <a:ext cx="35390" cy="51827"/>
            </a:xfrm>
            <a:custGeom>
              <a:avLst/>
              <a:gdLst/>
              <a:ahLst/>
              <a:cxnLst/>
              <a:rect l="l" t="t" r="r" b="b"/>
              <a:pathLst>
                <a:path w="1421" h="2081" extrusionOk="0">
                  <a:moveTo>
                    <a:pt x="1033" y="1"/>
                  </a:moveTo>
                  <a:cubicBezTo>
                    <a:pt x="463" y="1"/>
                    <a:pt x="1" y="466"/>
                    <a:pt x="1" y="1040"/>
                  </a:cubicBezTo>
                  <a:cubicBezTo>
                    <a:pt x="1" y="1615"/>
                    <a:pt x="463" y="2080"/>
                    <a:pt x="1033" y="2080"/>
                  </a:cubicBezTo>
                  <a:cubicBezTo>
                    <a:pt x="1047" y="2080"/>
                    <a:pt x="1061" y="2080"/>
                    <a:pt x="1074" y="2079"/>
                  </a:cubicBezTo>
                  <a:cubicBezTo>
                    <a:pt x="1201" y="2079"/>
                    <a:pt x="1317" y="2056"/>
                    <a:pt x="1421" y="2022"/>
                  </a:cubicBezTo>
                  <a:cubicBezTo>
                    <a:pt x="497" y="1687"/>
                    <a:pt x="497" y="383"/>
                    <a:pt x="1421" y="59"/>
                  </a:cubicBezTo>
                  <a:cubicBezTo>
                    <a:pt x="1317" y="13"/>
                    <a:pt x="1201" y="2"/>
                    <a:pt x="1074" y="2"/>
                  </a:cubicBezTo>
                  <a:cubicBezTo>
                    <a:pt x="1061" y="1"/>
                    <a:pt x="1047" y="1"/>
                    <a:pt x="1033" y="1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39"/>
            <p:cNvSpPr/>
            <p:nvPr/>
          </p:nvSpPr>
          <p:spPr>
            <a:xfrm>
              <a:off x="6220761" y="3448627"/>
              <a:ext cx="60693" cy="51927"/>
            </a:xfrm>
            <a:custGeom>
              <a:avLst/>
              <a:gdLst/>
              <a:ahLst/>
              <a:cxnLst/>
              <a:rect l="l" t="t" r="r" b="b"/>
              <a:pathLst>
                <a:path w="2437" h="2085" extrusionOk="0">
                  <a:moveTo>
                    <a:pt x="1397" y="1"/>
                  </a:moveTo>
                  <a:cubicBezTo>
                    <a:pt x="474" y="1"/>
                    <a:pt x="1" y="1120"/>
                    <a:pt x="659" y="1778"/>
                  </a:cubicBezTo>
                  <a:cubicBezTo>
                    <a:pt x="870" y="1990"/>
                    <a:pt x="1130" y="2085"/>
                    <a:pt x="1385" y="2085"/>
                  </a:cubicBezTo>
                  <a:cubicBezTo>
                    <a:pt x="1922" y="2085"/>
                    <a:pt x="2436" y="1665"/>
                    <a:pt x="2436" y="1039"/>
                  </a:cubicBezTo>
                  <a:cubicBezTo>
                    <a:pt x="2436" y="462"/>
                    <a:pt x="1974" y="1"/>
                    <a:pt x="13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39"/>
            <p:cNvSpPr/>
            <p:nvPr/>
          </p:nvSpPr>
          <p:spPr>
            <a:xfrm>
              <a:off x="6230548" y="3448627"/>
              <a:ext cx="33647" cy="51777"/>
            </a:xfrm>
            <a:custGeom>
              <a:avLst/>
              <a:gdLst/>
              <a:ahLst/>
              <a:cxnLst/>
              <a:rect l="l" t="t" r="r" b="b"/>
              <a:pathLst>
                <a:path w="1351" h="2079" extrusionOk="0">
                  <a:moveTo>
                    <a:pt x="1004" y="1"/>
                  </a:moveTo>
                  <a:cubicBezTo>
                    <a:pt x="439" y="12"/>
                    <a:pt x="0" y="474"/>
                    <a:pt x="0" y="1039"/>
                  </a:cubicBezTo>
                  <a:cubicBezTo>
                    <a:pt x="0" y="1593"/>
                    <a:pt x="439" y="2055"/>
                    <a:pt x="1004" y="2078"/>
                  </a:cubicBezTo>
                  <a:cubicBezTo>
                    <a:pt x="1120" y="2078"/>
                    <a:pt x="1235" y="2055"/>
                    <a:pt x="1351" y="2021"/>
                  </a:cubicBezTo>
                  <a:cubicBezTo>
                    <a:pt x="427" y="1686"/>
                    <a:pt x="427" y="382"/>
                    <a:pt x="1351" y="58"/>
                  </a:cubicBezTo>
                  <a:cubicBezTo>
                    <a:pt x="1235" y="12"/>
                    <a:pt x="1120" y="1"/>
                    <a:pt x="1004" y="1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39"/>
            <p:cNvSpPr/>
            <p:nvPr/>
          </p:nvSpPr>
          <p:spPr>
            <a:xfrm>
              <a:off x="6545323" y="3448627"/>
              <a:ext cx="60669" cy="51927"/>
            </a:xfrm>
            <a:custGeom>
              <a:avLst/>
              <a:gdLst/>
              <a:ahLst/>
              <a:cxnLst/>
              <a:rect l="l" t="t" r="r" b="b"/>
              <a:pathLst>
                <a:path w="2436" h="2085" extrusionOk="0">
                  <a:moveTo>
                    <a:pt x="1397" y="1"/>
                  </a:moveTo>
                  <a:cubicBezTo>
                    <a:pt x="462" y="1"/>
                    <a:pt x="0" y="1120"/>
                    <a:pt x="658" y="1778"/>
                  </a:cubicBezTo>
                  <a:cubicBezTo>
                    <a:pt x="870" y="1990"/>
                    <a:pt x="1130" y="2085"/>
                    <a:pt x="1385" y="2085"/>
                  </a:cubicBezTo>
                  <a:cubicBezTo>
                    <a:pt x="1921" y="2085"/>
                    <a:pt x="2436" y="1665"/>
                    <a:pt x="2436" y="1039"/>
                  </a:cubicBezTo>
                  <a:cubicBezTo>
                    <a:pt x="2436" y="462"/>
                    <a:pt x="1974" y="1"/>
                    <a:pt x="13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39"/>
            <p:cNvSpPr/>
            <p:nvPr/>
          </p:nvSpPr>
          <p:spPr>
            <a:xfrm>
              <a:off x="6553068" y="3448603"/>
              <a:ext cx="35689" cy="51827"/>
            </a:xfrm>
            <a:custGeom>
              <a:avLst/>
              <a:gdLst/>
              <a:ahLst/>
              <a:cxnLst/>
              <a:rect l="l" t="t" r="r" b="b"/>
              <a:pathLst>
                <a:path w="1433" h="2081" extrusionOk="0">
                  <a:moveTo>
                    <a:pt x="1045" y="1"/>
                  </a:moveTo>
                  <a:cubicBezTo>
                    <a:pt x="474" y="1"/>
                    <a:pt x="1" y="466"/>
                    <a:pt x="1" y="1040"/>
                  </a:cubicBezTo>
                  <a:cubicBezTo>
                    <a:pt x="1" y="1615"/>
                    <a:pt x="474" y="2080"/>
                    <a:pt x="1045" y="2080"/>
                  </a:cubicBezTo>
                  <a:cubicBezTo>
                    <a:pt x="1058" y="2080"/>
                    <a:pt x="1072" y="2080"/>
                    <a:pt x="1086" y="2079"/>
                  </a:cubicBezTo>
                  <a:cubicBezTo>
                    <a:pt x="1201" y="2079"/>
                    <a:pt x="1317" y="2056"/>
                    <a:pt x="1432" y="2022"/>
                  </a:cubicBezTo>
                  <a:cubicBezTo>
                    <a:pt x="509" y="1687"/>
                    <a:pt x="509" y="383"/>
                    <a:pt x="1432" y="59"/>
                  </a:cubicBezTo>
                  <a:cubicBezTo>
                    <a:pt x="1317" y="13"/>
                    <a:pt x="1201" y="2"/>
                    <a:pt x="1086" y="2"/>
                  </a:cubicBezTo>
                  <a:cubicBezTo>
                    <a:pt x="1072" y="1"/>
                    <a:pt x="1058" y="1"/>
                    <a:pt x="1045" y="1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39"/>
            <p:cNvSpPr/>
            <p:nvPr/>
          </p:nvSpPr>
          <p:spPr>
            <a:xfrm>
              <a:off x="6464257" y="3448627"/>
              <a:ext cx="60669" cy="51927"/>
            </a:xfrm>
            <a:custGeom>
              <a:avLst/>
              <a:gdLst/>
              <a:ahLst/>
              <a:cxnLst/>
              <a:rect l="l" t="t" r="r" b="b"/>
              <a:pathLst>
                <a:path w="2436" h="2085" extrusionOk="0">
                  <a:moveTo>
                    <a:pt x="1397" y="1"/>
                  </a:moveTo>
                  <a:cubicBezTo>
                    <a:pt x="462" y="1"/>
                    <a:pt x="0" y="1120"/>
                    <a:pt x="658" y="1778"/>
                  </a:cubicBezTo>
                  <a:cubicBezTo>
                    <a:pt x="870" y="1990"/>
                    <a:pt x="1130" y="2085"/>
                    <a:pt x="1385" y="2085"/>
                  </a:cubicBezTo>
                  <a:cubicBezTo>
                    <a:pt x="1921" y="2085"/>
                    <a:pt x="2436" y="1665"/>
                    <a:pt x="2436" y="1039"/>
                  </a:cubicBezTo>
                  <a:cubicBezTo>
                    <a:pt x="2436" y="462"/>
                    <a:pt x="1963" y="1"/>
                    <a:pt x="13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39"/>
            <p:cNvSpPr/>
            <p:nvPr/>
          </p:nvSpPr>
          <p:spPr>
            <a:xfrm>
              <a:off x="6473746" y="3448627"/>
              <a:ext cx="33946" cy="51777"/>
            </a:xfrm>
            <a:custGeom>
              <a:avLst/>
              <a:gdLst/>
              <a:ahLst/>
              <a:cxnLst/>
              <a:rect l="l" t="t" r="r" b="b"/>
              <a:pathLst>
                <a:path w="1363" h="2079" extrusionOk="0">
                  <a:moveTo>
                    <a:pt x="1004" y="1"/>
                  </a:moveTo>
                  <a:cubicBezTo>
                    <a:pt x="450" y="12"/>
                    <a:pt x="0" y="474"/>
                    <a:pt x="0" y="1039"/>
                  </a:cubicBezTo>
                  <a:cubicBezTo>
                    <a:pt x="0" y="1593"/>
                    <a:pt x="450" y="2055"/>
                    <a:pt x="1004" y="2078"/>
                  </a:cubicBezTo>
                  <a:cubicBezTo>
                    <a:pt x="1131" y="2078"/>
                    <a:pt x="1247" y="2055"/>
                    <a:pt x="1362" y="2021"/>
                  </a:cubicBezTo>
                  <a:cubicBezTo>
                    <a:pt x="427" y="1686"/>
                    <a:pt x="427" y="382"/>
                    <a:pt x="1362" y="58"/>
                  </a:cubicBezTo>
                  <a:cubicBezTo>
                    <a:pt x="1247" y="12"/>
                    <a:pt x="1131" y="1"/>
                    <a:pt x="1004" y="1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39"/>
            <p:cNvSpPr/>
            <p:nvPr/>
          </p:nvSpPr>
          <p:spPr>
            <a:xfrm>
              <a:off x="6540441" y="3567673"/>
              <a:ext cx="63259" cy="59498"/>
            </a:xfrm>
            <a:custGeom>
              <a:avLst/>
              <a:gdLst/>
              <a:ahLst/>
              <a:cxnLst/>
              <a:rect l="l" t="t" r="r" b="b"/>
              <a:pathLst>
                <a:path w="2540" h="2389" extrusionOk="0">
                  <a:moveTo>
                    <a:pt x="857" y="0"/>
                  </a:moveTo>
                  <a:cubicBezTo>
                    <a:pt x="675" y="0"/>
                    <a:pt x="495" y="70"/>
                    <a:pt x="358" y="207"/>
                  </a:cubicBezTo>
                  <a:lnTo>
                    <a:pt x="277" y="288"/>
                  </a:lnTo>
                  <a:cubicBezTo>
                    <a:pt x="12" y="553"/>
                    <a:pt x="0" y="980"/>
                    <a:pt x="242" y="1269"/>
                  </a:cubicBezTo>
                  <a:lnTo>
                    <a:pt x="1004" y="2146"/>
                  </a:lnTo>
                  <a:cubicBezTo>
                    <a:pt x="1148" y="2308"/>
                    <a:pt x="1348" y="2389"/>
                    <a:pt x="1547" y="2389"/>
                  </a:cubicBezTo>
                  <a:cubicBezTo>
                    <a:pt x="1732" y="2389"/>
                    <a:pt x="1916" y="2320"/>
                    <a:pt x="2055" y="2181"/>
                  </a:cubicBezTo>
                  <a:lnTo>
                    <a:pt x="2239" y="1985"/>
                  </a:lnTo>
                  <a:cubicBezTo>
                    <a:pt x="2539" y="1696"/>
                    <a:pt x="2516" y="1211"/>
                    <a:pt x="2205" y="934"/>
                  </a:cubicBezTo>
                  <a:lnTo>
                    <a:pt x="1339" y="184"/>
                  </a:lnTo>
                  <a:cubicBezTo>
                    <a:pt x="1200" y="61"/>
                    <a:pt x="1028" y="0"/>
                    <a:pt x="8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39"/>
            <p:cNvSpPr/>
            <p:nvPr/>
          </p:nvSpPr>
          <p:spPr>
            <a:xfrm>
              <a:off x="6231968" y="3567673"/>
              <a:ext cx="63284" cy="59498"/>
            </a:xfrm>
            <a:custGeom>
              <a:avLst/>
              <a:gdLst/>
              <a:ahLst/>
              <a:cxnLst/>
              <a:rect l="l" t="t" r="r" b="b"/>
              <a:pathLst>
                <a:path w="2541" h="2389" extrusionOk="0">
                  <a:moveTo>
                    <a:pt x="1683" y="0"/>
                  </a:moveTo>
                  <a:cubicBezTo>
                    <a:pt x="1513" y="0"/>
                    <a:pt x="1341" y="61"/>
                    <a:pt x="1201" y="184"/>
                  </a:cubicBezTo>
                  <a:lnTo>
                    <a:pt x="336" y="946"/>
                  </a:lnTo>
                  <a:cubicBezTo>
                    <a:pt x="24" y="1211"/>
                    <a:pt x="1" y="1696"/>
                    <a:pt x="301" y="1985"/>
                  </a:cubicBezTo>
                  <a:lnTo>
                    <a:pt x="486" y="2181"/>
                  </a:lnTo>
                  <a:cubicBezTo>
                    <a:pt x="624" y="2320"/>
                    <a:pt x="808" y="2389"/>
                    <a:pt x="993" y="2389"/>
                  </a:cubicBezTo>
                  <a:cubicBezTo>
                    <a:pt x="1192" y="2389"/>
                    <a:pt x="1392" y="2308"/>
                    <a:pt x="1536" y="2146"/>
                  </a:cubicBezTo>
                  <a:lnTo>
                    <a:pt x="2298" y="1269"/>
                  </a:lnTo>
                  <a:cubicBezTo>
                    <a:pt x="2540" y="980"/>
                    <a:pt x="2529" y="553"/>
                    <a:pt x="2263" y="288"/>
                  </a:cubicBezTo>
                  <a:lnTo>
                    <a:pt x="2182" y="207"/>
                  </a:lnTo>
                  <a:cubicBezTo>
                    <a:pt x="2045" y="70"/>
                    <a:pt x="1865" y="0"/>
                    <a:pt x="16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39"/>
            <p:cNvSpPr/>
            <p:nvPr/>
          </p:nvSpPr>
          <p:spPr>
            <a:xfrm>
              <a:off x="6338063" y="3593525"/>
              <a:ext cx="51479" cy="64703"/>
            </a:xfrm>
            <a:custGeom>
              <a:avLst/>
              <a:gdLst/>
              <a:ahLst/>
              <a:cxnLst/>
              <a:rect l="l" t="t" r="r" b="b"/>
              <a:pathLst>
                <a:path w="2067" h="2598" extrusionOk="0">
                  <a:moveTo>
                    <a:pt x="1191" y="0"/>
                  </a:moveTo>
                  <a:cubicBezTo>
                    <a:pt x="888" y="0"/>
                    <a:pt x="614" y="186"/>
                    <a:pt x="508" y="485"/>
                  </a:cubicBezTo>
                  <a:lnTo>
                    <a:pt x="127" y="1581"/>
                  </a:lnTo>
                  <a:cubicBezTo>
                    <a:pt x="0" y="1974"/>
                    <a:pt x="219" y="2401"/>
                    <a:pt x="623" y="2505"/>
                  </a:cubicBezTo>
                  <a:lnTo>
                    <a:pt x="877" y="2574"/>
                  </a:lnTo>
                  <a:cubicBezTo>
                    <a:pt x="939" y="2590"/>
                    <a:pt x="1000" y="2597"/>
                    <a:pt x="1060" y="2597"/>
                  </a:cubicBezTo>
                  <a:cubicBezTo>
                    <a:pt x="1397" y="2597"/>
                    <a:pt x="1699" y="2363"/>
                    <a:pt x="1778" y="2020"/>
                  </a:cubicBezTo>
                  <a:lnTo>
                    <a:pt x="1997" y="877"/>
                  </a:lnTo>
                  <a:cubicBezTo>
                    <a:pt x="2066" y="508"/>
                    <a:pt x="1835" y="150"/>
                    <a:pt x="1478" y="46"/>
                  </a:cubicBezTo>
                  <a:lnTo>
                    <a:pt x="1374" y="23"/>
                  </a:lnTo>
                  <a:cubicBezTo>
                    <a:pt x="1312" y="8"/>
                    <a:pt x="1251" y="0"/>
                    <a:pt x="11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39"/>
            <p:cNvSpPr/>
            <p:nvPr/>
          </p:nvSpPr>
          <p:spPr>
            <a:xfrm>
              <a:off x="6446151" y="3593699"/>
              <a:ext cx="51479" cy="64803"/>
            </a:xfrm>
            <a:custGeom>
              <a:avLst/>
              <a:gdLst/>
              <a:ahLst/>
              <a:cxnLst/>
              <a:rect l="l" t="t" r="r" b="b"/>
              <a:pathLst>
                <a:path w="2067" h="2602" extrusionOk="0">
                  <a:moveTo>
                    <a:pt x="885" y="1"/>
                  </a:moveTo>
                  <a:cubicBezTo>
                    <a:pt x="822" y="1"/>
                    <a:pt x="757" y="10"/>
                    <a:pt x="693" y="28"/>
                  </a:cubicBezTo>
                  <a:lnTo>
                    <a:pt x="589" y="51"/>
                  </a:lnTo>
                  <a:cubicBezTo>
                    <a:pt x="231" y="155"/>
                    <a:pt x="0" y="513"/>
                    <a:pt x="69" y="882"/>
                  </a:cubicBezTo>
                  <a:lnTo>
                    <a:pt x="289" y="2025"/>
                  </a:lnTo>
                  <a:cubicBezTo>
                    <a:pt x="367" y="2367"/>
                    <a:pt x="669" y="2602"/>
                    <a:pt x="1006" y="2602"/>
                  </a:cubicBezTo>
                  <a:cubicBezTo>
                    <a:pt x="1066" y="2602"/>
                    <a:pt x="1128" y="2594"/>
                    <a:pt x="1189" y="2579"/>
                  </a:cubicBezTo>
                  <a:lnTo>
                    <a:pt x="1443" y="2509"/>
                  </a:lnTo>
                  <a:cubicBezTo>
                    <a:pt x="1847" y="2406"/>
                    <a:pt x="2066" y="1978"/>
                    <a:pt x="1939" y="1586"/>
                  </a:cubicBezTo>
                  <a:lnTo>
                    <a:pt x="1558" y="489"/>
                  </a:lnTo>
                  <a:cubicBezTo>
                    <a:pt x="1454" y="194"/>
                    <a:pt x="1184" y="1"/>
                    <a:pt x="8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9" name="Google Shape;3379;p39"/>
          <p:cNvGrpSpPr/>
          <p:nvPr/>
        </p:nvGrpSpPr>
        <p:grpSpPr>
          <a:xfrm>
            <a:off x="3272889" y="2073555"/>
            <a:ext cx="626119" cy="824988"/>
            <a:chOff x="4760406" y="4128683"/>
            <a:chExt cx="361396" cy="476184"/>
          </a:xfrm>
        </p:grpSpPr>
        <p:sp>
          <p:nvSpPr>
            <p:cNvPr id="3380" name="Google Shape;3380;p39"/>
            <p:cNvSpPr/>
            <p:nvPr/>
          </p:nvSpPr>
          <p:spPr>
            <a:xfrm>
              <a:off x="4971128" y="4189028"/>
              <a:ext cx="95760" cy="128211"/>
            </a:xfrm>
            <a:custGeom>
              <a:avLst/>
              <a:gdLst/>
              <a:ahLst/>
              <a:cxnLst/>
              <a:rect l="l" t="t" r="r" b="b"/>
              <a:pathLst>
                <a:path w="3845" h="5148" extrusionOk="0">
                  <a:moveTo>
                    <a:pt x="2637" y="0"/>
                  </a:moveTo>
                  <a:cubicBezTo>
                    <a:pt x="1934" y="0"/>
                    <a:pt x="1066" y="818"/>
                    <a:pt x="578" y="2014"/>
                  </a:cubicBezTo>
                  <a:cubicBezTo>
                    <a:pt x="1" y="3411"/>
                    <a:pt x="139" y="4773"/>
                    <a:pt x="878" y="5084"/>
                  </a:cubicBezTo>
                  <a:cubicBezTo>
                    <a:pt x="980" y="5127"/>
                    <a:pt x="1088" y="5147"/>
                    <a:pt x="1200" y="5147"/>
                  </a:cubicBezTo>
                  <a:cubicBezTo>
                    <a:pt x="1909" y="5147"/>
                    <a:pt x="2769" y="4330"/>
                    <a:pt x="3267" y="3134"/>
                  </a:cubicBezTo>
                  <a:cubicBezTo>
                    <a:pt x="3844" y="1748"/>
                    <a:pt x="3706" y="375"/>
                    <a:pt x="2956" y="63"/>
                  </a:cubicBezTo>
                  <a:cubicBezTo>
                    <a:pt x="2855" y="21"/>
                    <a:pt x="2748" y="0"/>
                    <a:pt x="26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39"/>
            <p:cNvSpPr/>
            <p:nvPr/>
          </p:nvSpPr>
          <p:spPr>
            <a:xfrm>
              <a:off x="4760406" y="4339778"/>
              <a:ext cx="361396" cy="265089"/>
            </a:xfrm>
            <a:custGeom>
              <a:avLst/>
              <a:gdLst/>
              <a:ahLst/>
              <a:cxnLst/>
              <a:rect l="l" t="t" r="r" b="b"/>
              <a:pathLst>
                <a:path w="14511" h="10644" extrusionOk="0">
                  <a:moveTo>
                    <a:pt x="1" y="1"/>
                  </a:moveTo>
                  <a:cubicBezTo>
                    <a:pt x="1" y="497"/>
                    <a:pt x="13" y="1051"/>
                    <a:pt x="47" y="1640"/>
                  </a:cubicBezTo>
                  <a:cubicBezTo>
                    <a:pt x="174" y="4087"/>
                    <a:pt x="590" y="7157"/>
                    <a:pt x="1455" y="9258"/>
                  </a:cubicBezTo>
                  <a:cubicBezTo>
                    <a:pt x="1802" y="10101"/>
                    <a:pt x="2610" y="10643"/>
                    <a:pt x="3521" y="10643"/>
                  </a:cubicBezTo>
                  <a:lnTo>
                    <a:pt x="10978" y="10643"/>
                  </a:lnTo>
                  <a:cubicBezTo>
                    <a:pt x="11890" y="10643"/>
                    <a:pt x="12709" y="10101"/>
                    <a:pt x="13056" y="9258"/>
                  </a:cubicBezTo>
                  <a:cubicBezTo>
                    <a:pt x="13921" y="7157"/>
                    <a:pt x="14325" y="4087"/>
                    <a:pt x="14464" y="1640"/>
                  </a:cubicBezTo>
                  <a:cubicBezTo>
                    <a:pt x="14487" y="1051"/>
                    <a:pt x="14510" y="497"/>
                    <a:pt x="145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39"/>
            <p:cNvSpPr/>
            <p:nvPr/>
          </p:nvSpPr>
          <p:spPr>
            <a:xfrm>
              <a:off x="4760406" y="4339778"/>
              <a:ext cx="143777" cy="265089"/>
            </a:xfrm>
            <a:custGeom>
              <a:avLst/>
              <a:gdLst/>
              <a:ahLst/>
              <a:cxnLst/>
              <a:rect l="l" t="t" r="r" b="b"/>
              <a:pathLst>
                <a:path w="5773" h="10644" extrusionOk="0">
                  <a:moveTo>
                    <a:pt x="1" y="1"/>
                  </a:moveTo>
                  <a:cubicBezTo>
                    <a:pt x="1" y="2540"/>
                    <a:pt x="382" y="6649"/>
                    <a:pt x="1455" y="9258"/>
                  </a:cubicBezTo>
                  <a:cubicBezTo>
                    <a:pt x="1802" y="10101"/>
                    <a:pt x="2610" y="10643"/>
                    <a:pt x="3521" y="10643"/>
                  </a:cubicBezTo>
                  <a:lnTo>
                    <a:pt x="5772" y="10643"/>
                  </a:lnTo>
                  <a:cubicBezTo>
                    <a:pt x="5403" y="10643"/>
                    <a:pt x="5091" y="10101"/>
                    <a:pt x="4941" y="9258"/>
                  </a:cubicBezTo>
                  <a:cubicBezTo>
                    <a:pt x="4514" y="6649"/>
                    <a:pt x="4364" y="2540"/>
                    <a:pt x="4364" y="1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39"/>
            <p:cNvSpPr/>
            <p:nvPr/>
          </p:nvSpPr>
          <p:spPr>
            <a:xfrm>
              <a:off x="4797789" y="4402738"/>
              <a:ext cx="285760" cy="169055"/>
            </a:xfrm>
            <a:custGeom>
              <a:avLst/>
              <a:gdLst/>
              <a:ahLst/>
              <a:cxnLst/>
              <a:rect l="l" t="t" r="r" b="b"/>
              <a:pathLst>
                <a:path w="11474" h="6788" extrusionOk="0">
                  <a:moveTo>
                    <a:pt x="2960" y="0"/>
                  </a:moveTo>
                  <a:cubicBezTo>
                    <a:pt x="2940" y="0"/>
                    <a:pt x="2919" y="0"/>
                    <a:pt x="2898" y="1"/>
                  </a:cubicBezTo>
                  <a:cubicBezTo>
                    <a:pt x="1882" y="1"/>
                    <a:pt x="901" y="197"/>
                    <a:pt x="1" y="728"/>
                  </a:cubicBezTo>
                  <a:cubicBezTo>
                    <a:pt x="197" y="2725"/>
                    <a:pt x="589" y="4779"/>
                    <a:pt x="1178" y="6222"/>
                  </a:cubicBezTo>
                  <a:cubicBezTo>
                    <a:pt x="1316" y="6557"/>
                    <a:pt x="1651" y="6788"/>
                    <a:pt x="2020" y="6788"/>
                  </a:cubicBezTo>
                  <a:lnTo>
                    <a:pt x="9477" y="6788"/>
                  </a:lnTo>
                  <a:cubicBezTo>
                    <a:pt x="9846" y="6788"/>
                    <a:pt x="10181" y="6557"/>
                    <a:pt x="10320" y="6222"/>
                  </a:cubicBezTo>
                  <a:cubicBezTo>
                    <a:pt x="10885" y="4849"/>
                    <a:pt x="11266" y="2932"/>
                    <a:pt x="11474" y="1028"/>
                  </a:cubicBezTo>
                  <a:lnTo>
                    <a:pt x="11462" y="1028"/>
                  </a:lnTo>
                  <a:cubicBezTo>
                    <a:pt x="11124" y="1129"/>
                    <a:pt x="10754" y="1171"/>
                    <a:pt x="10360" y="1171"/>
                  </a:cubicBezTo>
                  <a:cubicBezTo>
                    <a:pt x="8285" y="1171"/>
                    <a:pt x="5526" y="0"/>
                    <a:pt x="29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39"/>
            <p:cNvSpPr/>
            <p:nvPr/>
          </p:nvSpPr>
          <p:spPr>
            <a:xfrm>
              <a:off x="4797789" y="4402738"/>
              <a:ext cx="85972" cy="169055"/>
            </a:xfrm>
            <a:custGeom>
              <a:avLst/>
              <a:gdLst/>
              <a:ahLst/>
              <a:cxnLst/>
              <a:rect l="l" t="t" r="r" b="b"/>
              <a:pathLst>
                <a:path w="3452" h="6788" extrusionOk="0">
                  <a:moveTo>
                    <a:pt x="2909" y="1"/>
                  </a:moveTo>
                  <a:cubicBezTo>
                    <a:pt x="1894" y="1"/>
                    <a:pt x="901" y="197"/>
                    <a:pt x="1" y="728"/>
                  </a:cubicBezTo>
                  <a:cubicBezTo>
                    <a:pt x="208" y="2725"/>
                    <a:pt x="589" y="4779"/>
                    <a:pt x="1189" y="6222"/>
                  </a:cubicBezTo>
                  <a:cubicBezTo>
                    <a:pt x="1316" y="6557"/>
                    <a:pt x="1651" y="6788"/>
                    <a:pt x="2020" y="6788"/>
                  </a:cubicBezTo>
                  <a:lnTo>
                    <a:pt x="3452" y="6788"/>
                  </a:lnTo>
                  <a:cubicBezTo>
                    <a:pt x="3440" y="6776"/>
                    <a:pt x="3440" y="6753"/>
                    <a:pt x="3440" y="6730"/>
                  </a:cubicBezTo>
                  <a:cubicBezTo>
                    <a:pt x="3140" y="4883"/>
                    <a:pt x="2979" y="2275"/>
                    <a:pt x="2909" y="1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39"/>
            <p:cNvSpPr/>
            <p:nvPr/>
          </p:nvSpPr>
          <p:spPr>
            <a:xfrm>
              <a:off x="4892652" y="4217320"/>
              <a:ext cx="119046" cy="291737"/>
            </a:xfrm>
            <a:custGeom>
              <a:avLst/>
              <a:gdLst/>
              <a:ahLst/>
              <a:cxnLst/>
              <a:rect l="l" t="t" r="r" b="b"/>
              <a:pathLst>
                <a:path w="4780" h="11714" extrusionOk="0">
                  <a:moveTo>
                    <a:pt x="1132" y="1"/>
                  </a:moveTo>
                  <a:lnTo>
                    <a:pt x="1" y="301"/>
                  </a:lnTo>
                  <a:cubicBezTo>
                    <a:pt x="312" y="1744"/>
                    <a:pt x="1316" y="2632"/>
                    <a:pt x="2148" y="3371"/>
                  </a:cubicBezTo>
                  <a:cubicBezTo>
                    <a:pt x="3048" y="4168"/>
                    <a:pt x="3613" y="4710"/>
                    <a:pt x="3613" y="5576"/>
                  </a:cubicBezTo>
                  <a:cubicBezTo>
                    <a:pt x="3613" y="6580"/>
                    <a:pt x="3002" y="7192"/>
                    <a:pt x="2298" y="7907"/>
                  </a:cubicBezTo>
                  <a:cubicBezTo>
                    <a:pt x="1501" y="8704"/>
                    <a:pt x="601" y="9616"/>
                    <a:pt x="601" y="11151"/>
                  </a:cubicBezTo>
                  <a:cubicBezTo>
                    <a:pt x="624" y="11526"/>
                    <a:pt x="910" y="11714"/>
                    <a:pt x="1194" y="11714"/>
                  </a:cubicBezTo>
                  <a:cubicBezTo>
                    <a:pt x="1478" y="11714"/>
                    <a:pt x="1761" y="11526"/>
                    <a:pt x="1778" y="11151"/>
                  </a:cubicBezTo>
                  <a:cubicBezTo>
                    <a:pt x="1778" y="10100"/>
                    <a:pt x="2401" y="9466"/>
                    <a:pt x="3129" y="8738"/>
                  </a:cubicBezTo>
                  <a:cubicBezTo>
                    <a:pt x="3902" y="7954"/>
                    <a:pt x="4779" y="7065"/>
                    <a:pt x="4779" y="5576"/>
                  </a:cubicBezTo>
                  <a:cubicBezTo>
                    <a:pt x="4779" y="4133"/>
                    <a:pt x="3844" y="3302"/>
                    <a:pt x="2921" y="2494"/>
                  </a:cubicBezTo>
                  <a:cubicBezTo>
                    <a:pt x="2124" y="1778"/>
                    <a:pt x="1351" y="1097"/>
                    <a:pt x="1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39"/>
            <p:cNvSpPr/>
            <p:nvPr/>
          </p:nvSpPr>
          <p:spPr>
            <a:xfrm>
              <a:off x="4892652" y="4220483"/>
              <a:ext cx="106668" cy="289197"/>
            </a:xfrm>
            <a:custGeom>
              <a:avLst/>
              <a:gdLst/>
              <a:ahLst/>
              <a:cxnLst/>
              <a:rect l="l" t="t" r="r" b="b"/>
              <a:pathLst>
                <a:path w="4283" h="11612" extrusionOk="0">
                  <a:moveTo>
                    <a:pt x="647" y="1"/>
                  </a:moveTo>
                  <a:lnTo>
                    <a:pt x="1" y="174"/>
                  </a:lnTo>
                  <a:cubicBezTo>
                    <a:pt x="312" y="1617"/>
                    <a:pt x="1316" y="2505"/>
                    <a:pt x="2148" y="3244"/>
                  </a:cubicBezTo>
                  <a:cubicBezTo>
                    <a:pt x="3048" y="4041"/>
                    <a:pt x="3613" y="4583"/>
                    <a:pt x="3613" y="5449"/>
                  </a:cubicBezTo>
                  <a:cubicBezTo>
                    <a:pt x="3613" y="6453"/>
                    <a:pt x="3002" y="7065"/>
                    <a:pt x="2298" y="7780"/>
                  </a:cubicBezTo>
                  <a:cubicBezTo>
                    <a:pt x="1501" y="8577"/>
                    <a:pt x="601" y="9489"/>
                    <a:pt x="601" y="11024"/>
                  </a:cubicBezTo>
                  <a:cubicBezTo>
                    <a:pt x="601" y="11370"/>
                    <a:pt x="892" y="11612"/>
                    <a:pt x="1202" y="11612"/>
                  </a:cubicBezTo>
                  <a:cubicBezTo>
                    <a:pt x="1315" y="11612"/>
                    <a:pt x="1431" y="11580"/>
                    <a:pt x="1536" y="11509"/>
                  </a:cubicBezTo>
                  <a:cubicBezTo>
                    <a:pt x="1374" y="11393"/>
                    <a:pt x="1282" y="11208"/>
                    <a:pt x="1282" y="11024"/>
                  </a:cubicBezTo>
                  <a:cubicBezTo>
                    <a:pt x="1282" y="9489"/>
                    <a:pt x="2182" y="8577"/>
                    <a:pt x="2967" y="7780"/>
                  </a:cubicBezTo>
                  <a:cubicBezTo>
                    <a:pt x="3671" y="7065"/>
                    <a:pt x="4283" y="6453"/>
                    <a:pt x="4283" y="5437"/>
                  </a:cubicBezTo>
                  <a:cubicBezTo>
                    <a:pt x="4283" y="4583"/>
                    <a:pt x="3729" y="4041"/>
                    <a:pt x="2817" y="3244"/>
                  </a:cubicBezTo>
                  <a:cubicBezTo>
                    <a:pt x="1963" y="2482"/>
                    <a:pt x="924" y="1559"/>
                    <a:pt x="647" y="35"/>
                  </a:cubicBezTo>
                  <a:cubicBezTo>
                    <a:pt x="647" y="24"/>
                    <a:pt x="647" y="12"/>
                    <a:pt x="647" y="1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39"/>
            <p:cNvSpPr/>
            <p:nvPr/>
          </p:nvSpPr>
          <p:spPr>
            <a:xfrm>
              <a:off x="4774801" y="4194607"/>
              <a:ext cx="135408" cy="72474"/>
            </a:xfrm>
            <a:custGeom>
              <a:avLst/>
              <a:gdLst/>
              <a:ahLst/>
              <a:cxnLst/>
              <a:rect l="l" t="t" r="r" b="b"/>
              <a:pathLst>
                <a:path w="5437" h="2910" extrusionOk="0">
                  <a:moveTo>
                    <a:pt x="2713" y="1"/>
                  </a:moveTo>
                  <a:cubicBezTo>
                    <a:pt x="1212" y="1"/>
                    <a:pt x="0" y="647"/>
                    <a:pt x="0" y="1455"/>
                  </a:cubicBezTo>
                  <a:cubicBezTo>
                    <a:pt x="0" y="2252"/>
                    <a:pt x="1212" y="2910"/>
                    <a:pt x="2713" y="2910"/>
                  </a:cubicBezTo>
                  <a:cubicBezTo>
                    <a:pt x="4213" y="2910"/>
                    <a:pt x="5437" y="2252"/>
                    <a:pt x="5437" y="1455"/>
                  </a:cubicBezTo>
                  <a:cubicBezTo>
                    <a:pt x="5437" y="647"/>
                    <a:pt x="4213" y="1"/>
                    <a:pt x="27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39"/>
            <p:cNvSpPr/>
            <p:nvPr/>
          </p:nvSpPr>
          <p:spPr>
            <a:xfrm>
              <a:off x="4886326" y="4128683"/>
              <a:ext cx="124226" cy="108611"/>
            </a:xfrm>
            <a:custGeom>
              <a:avLst/>
              <a:gdLst/>
              <a:ahLst/>
              <a:cxnLst/>
              <a:rect l="l" t="t" r="r" b="b"/>
              <a:pathLst>
                <a:path w="4988" h="4361" extrusionOk="0">
                  <a:moveTo>
                    <a:pt x="3702" y="0"/>
                  </a:moveTo>
                  <a:cubicBezTo>
                    <a:pt x="3054" y="0"/>
                    <a:pt x="2200" y="414"/>
                    <a:pt x="1467" y="1147"/>
                  </a:cubicBezTo>
                  <a:cubicBezTo>
                    <a:pt x="405" y="2209"/>
                    <a:pt x="1" y="3525"/>
                    <a:pt x="578" y="4102"/>
                  </a:cubicBezTo>
                  <a:cubicBezTo>
                    <a:pt x="753" y="4277"/>
                    <a:pt x="1000" y="4361"/>
                    <a:pt x="1289" y="4361"/>
                  </a:cubicBezTo>
                  <a:cubicBezTo>
                    <a:pt x="1934" y="4361"/>
                    <a:pt x="2788" y="3946"/>
                    <a:pt x="3521" y="3213"/>
                  </a:cubicBezTo>
                  <a:cubicBezTo>
                    <a:pt x="4583" y="2151"/>
                    <a:pt x="4987" y="824"/>
                    <a:pt x="4421" y="258"/>
                  </a:cubicBezTo>
                  <a:cubicBezTo>
                    <a:pt x="4243" y="83"/>
                    <a:pt x="3993" y="0"/>
                    <a:pt x="3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39"/>
            <p:cNvSpPr/>
            <p:nvPr/>
          </p:nvSpPr>
          <p:spPr>
            <a:xfrm>
              <a:off x="4944678" y="4448015"/>
              <a:ext cx="64180" cy="46871"/>
            </a:xfrm>
            <a:custGeom>
              <a:avLst/>
              <a:gdLst/>
              <a:ahLst/>
              <a:cxnLst/>
              <a:rect l="l" t="t" r="r" b="b"/>
              <a:pathLst>
                <a:path w="2577" h="1882" extrusionOk="0">
                  <a:moveTo>
                    <a:pt x="289" y="1"/>
                  </a:moveTo>
                  <a:cubicBezTo>
                    <a:pt x="145" y="1"/>
                    <a:pt x="1" y="99"/>
                    <a:pt x="1" y="295"/>
                  </a:cubicBezTo>
                  <a:cubicBezTo>
                    <a:pt x="1" y="872"/>
                    <a:pt x="520" y="999"/>
                    <a:pt x="901" y="1103"/>
                  </a:cubicBezTo>
                  <a:cubicBezTo>
                    <a:pt x="1282" y="1195"/>
                    <a:pt x="1709" y="1311"/>
                    <a:pt x="1940" y="1749"/>
                  </a:cubicBezTo>
                  <a:cubicBezTo>
                    <a:pt x="1971" y="1843"/>
                    <a:pt x="2047" y="1882"/>
                    <a:pt x="2132" y="1882"/>
                  </a:cubicBezTo>
                  <a:cubicBezTo>
                    <a:pt x="2329" y="1882"/>
                    <a:pt x="2577" y="1677"/>
                    <a:pt x="2448" y="1484"/>
                  </a:cubicBezTo>
                  <a:cubicBezTo>
                    <a:pt x="2102" y="814"/>
                    <a:pt x="1490" y="664"/>
                    <a:pt x="1051" y="549"/>
                  </a:cubicBezTo>
                  <a:cubicBezTo>
                    <a:pt x="601" y="433"/>
                    <a:pt x="578" y="387"/>
                    <a:pt x="578" y="295"/>
                  </a:cubicBezTo>
                  <a:cubicBezTo>
                    <a:pt x="578" y="99"/>
                    <a:pt x="434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39"/>
            <p:cNvSpPr/>
            <p:nvPr/>
          </p:nvSpPr>
          <p:spPr>
            <a:xfrm>
              <a:off x="4927743" y="4488162"/>
              <a:ext cx="71004" cy="63234"/>
            </a:xfrm>
            <a:custGeom>
              <a:avLst/>
              <a:gdLst/>
              <a:ahLst/>
              <a:cxnLst/>
              <a:rect l="l" t="t" r="r" b="b"/>
              <a:pathLst>
                <a:path w="2851" h="2539" extrusionOk="0">
                  <a:moveTo>
                    <a:pt x="397" y="1"/>
                  </a:moveTo>
                  <a:cubicBezTo>
                    <a:pt x="125" y="1"/>
                    <a:pt x="0" y="393"/>
                    <a:pt x="265" y="541"/>
                  </a:cubicBezTo>
                  <a:cubicBezTo>
                    <a:pt x="565" y="668"/>
                    <a:pt x="819" y="864"/>
                    <a:pt x="1004" y="1118"/>
                  </a:cubicBezTo>
                  <a:cubicBezTo>
                    <a:pt x="323" y="1649"/>
                    <a:pt x="427" y="2273"/>
                    <a:pt x="427" y="2307"/>
                  </a:cubicBezTo>
                  <a:cubicBezTo>
                    <a:pt x="461" y="2434"/>
                    <a:pt x="577" y="2538"/>
                    <a:pt x="715" y="2538"/>
                  </a:cubicBezTo>
                  <a:lnTo>
                    <a:pt x="762" y="2538"/>
                  </a:lnTo>
                  <a:cubicBezTo>
                    <a:pt x="912" y="2504"/>
                    <a:pt x="1016" y="2365"/>
                    <a:pt x="992" y="2203"/>
                  </a:cubicBezTo>
                  <a:cubicBezTo>
                    <a:pt x="992" y="2203"/>
                    <a:pt x="946" y="1892"/>
                    <a:pt x="1350" y="1580"/>
                  </a:cubicBezTo>
                  <a:cubicBezTo>
                    <a:pt x="1639" y="1961"/>
                    <a:pt x="1927" y="2353"/>
                    <a:pt x="2366" y="2527"/>
                  </a:cubicBezTo>
                  <a:cubicBezTo>
                    <a:pt x="2401" y="2538"/>
                    <a:pt x="2435" y="2538"/>
                    <a:pt x="2470" y="2538"/>
                  </a:cubicBezTo>
                  <a:cubicBezTo>
                    <a:pt x="2770" y="2527"/>
                    <a:pt x="2851" y="2111"/>
                    <a:pt x="2574" y="1984"/>
                  </a:cubicBezTo>
                  <a:cubicBezTo>
                    <a:pt x="2285" y="1880"/>
                    <a:pt x="2043" y="1557"/>
                    <a:pt x="1789" y="1199"/>
                  </a:cubicBezTo>
                  <a:cubicBezTo>
                    <a:pt x="1466" y="749"/>
                    <a:pt x="1085" y="241"/>
                    <a:pt x="473" y="10"/>
                  </a:cubicBezTo>
                  <a:cubicBezTo>
                    <a:pt x="447" y="4"/>
                    <a:pt x="422" y="1"/>
                    <a:pt x="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39"/>
            <p:cNvSpPr/>
            <p:nvPr/>
          </p:nvSpPr>
          <p:spPr>
            <a:xfrm>
              <a:off x="4831585" y="4447990"/>
              <a:ext cx="95187" cy="73794"/>
            </a:xfrm>
            <a:custGeom>
              <a:avLst/>
              <a:gdLst/>
              <a:ahLst/>
              <a:cxnLst/>
              <a:rect l="l" t="t" r="r" b="b"/>
              <a:pathLst>
                <a:path w="3822" h="2963" extrusionOk="0">
                  <a:moveTo>
                    <a:pt x="3432" y="0"/>
                  </a:moveTo>
                  <a:cubicBezTo>
                    <a:pt x="3399" y="0"/>
                    <a:pt x="3365" y="9"/>
                    <a:pt x="3330" y="30"/>
                  </a:cubicBezTo>
                  <a:cubicBezTo>
                    <a:pt x="2637" y="296"/>
                    <a:pt x="2291" y="815"/>
                    <a:pt x="1979" y="1277"/>
                  </a:cubicBezTo>
                  <a:lnTo>
                    <a:pt x="1956" y="1312"/>
                  </a:lnTo>
                  <a:cubicBezTo>
                    <a:pt x="1833" y="1345"/>
                    <a:pt x="1720" y="1359"/>
                    <a:pt x="1617" y="1359"/>
                  </a:cubicBezTo>
                  <a:cubicBezTo>
                    <a:pt x="928" y="1359"/>
                    <a:pt x="671" y="711"/>
                    <a:pt x="640" y="631"/>
                  </a:cubicBezTo>
                  <a:cubicBezTo>
                    <a:pt x="616" y="517"/>
                    <a:pt x="523" y="470"/>
                    <a:pt x="419" y="470"/>
                  </a:cubicBezTo>
                  <a:cubicBezTo>
                    <a:pt x="228" y="470"/>
                    <a:pt x="1" y="628"/>
                    <a:pt x="98" y="815"/>
                  </a:cubicBezTo>
                  <a:cubicBezTo>
                    <a:pt x="98" y="827"/>
                    <a:pt x="479" y="1854"/>
                    <a:pt x="1483" y="1935"/>
                  </a:cubicBezTo>
                  <a:cubicBezTo>
                    <a:pt x="1275" y="2154"/>
                    <a:pt x="1010" y="2316"/>
                    <a:pt x="721" y="2408"/>
                  </a:cubicBezTo>
                  <a:cubicBezTo>
                    <a:pt x="421" y="2512"/>
                    <a:pt x="490" y="2951"/>
                    <a:pt x="802" y="2962"/>
                  </a:cubicBezTo>
                  <a:cubicBezTo>
                    <a:pt x="837" y="2962"/>
                    <a:pt x="860" y="2962"/>
                    <a:pt x="883" y="2951"/>
                  </a:cubicBezTo>
                  <a:cubicBezTo>
                    <a:pt x="1725" y="2685"/>
                    <a:pt x="2106" y="2108"/>
                    <a:pt x="2453" y="1600"/>
                  </a:cubicBezTo>
                  <a:cubicBezTo>
                    <a:pt x="2753" y="1150"/>
                    <a:pt x="3018" y="758"/>
                    <a:pt x="3538" y="561"/>
                  </a:cubicBezTo>
                  <a:cubicBezTo>
                    <a:pt x="3822" y="490"/>
                    <a:pt x="3669" y="0"/>
                    <a:pt x="3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2" name="Google Shape;3392;p39"/>
          <p:cNvGrpSpPr/>
          <p:nvPr/>
        </p:nvGrpSpPr>
        <p:grpSpPr>
          <a:xfrm>
            <a:off x="1194730" y="2086974"/>
            <a:ext cx="838234" cy="798150"/>
            <a:chOff x="1014122" y="1279128"/>
            <a:chExt cx="483829" cy="460693"/>
          </a:xfrm>
        </p:grpSpPr>
        <p:sp>
          <p:nvSpPr>
            <p:cNvPr id="3393" name="Google Shape;3393;p39"/>
            <p:cNvSpPr/>
            <p:nvPr/>
          </p:nvSpPr>
          <p:spPr>
            <a:xfrm>
              <a:off x="1250420" y="1370504"/>
              <a:ext cx="71602" cy="137376"/>
            </a:xfrm>
            <a:custGeom>
              <a:avLst/>
              <a:gdLst/>
              <a:ahLst/>
              <a:cxnLst/>
              <a:rect l="l" t="t" r="r" b="b"/>
              <a:pathLst>
                <a:path w="2875" h="5516" extrusionOk="0">
                  <a:moveTo>
                    <a:pt x="1778" y="1"/>
                  </a:moveTo>
                  <a:cubicBezTo>
                    <a:pt x="1628" y="139"/>
                    <a:pt x="1478" y="301"/>
                    <a:pt x="1351" y="463"/>
                  </a:cubicBezTo>
                  <a:cubicBezTo>
                    <a:pt x="416" y="1617"/>
                    <a:pt x="0" y="3267"/>
                    <a:pt x="231" y="5010"/>
                  </a:cubicBezTo>
                  <a:cubicBezTo>
                    <a:pt x="266" y="5299"/>
                    <a:pt x="508" y="5507"/>
                    <a:pt x="797" y="5507"/>
                  </a:cubicBezTo>
                  <a:cubicBezTo>
                    <a:pt x="808" y="5512"/>
                    <a:pt x="820" y="5515"/>
                    <a:pt x="831" y="5515"/>
                  </a:cubicBezTo>
                  <a:cubicBezTo>
                    <a:pt x="843" y="5515"/>
                    <a:pt x="854" y="5512"/>
                    <a:pt x="866" y="5507"/>
                  </a:cubicBezTo>
                  <a:cubicBezTo>
                    <a:pt x="1177" y="5461"/>
                    <a:pt x="1385" y="5184"/>
                    <a:pt x="1351" y="4872"/>
                  </a:cubicBezTo>
                  <a:cubicBezTo>
                    <a:pt x="1177" y="3441"/>
                    <a:pt x="1501" y="2090"/>
                    <a:pt x="2239" y="1178"/>
                  </a:cubicBezTo>
                  <a:cubicBezTo>
                    <a:pt x="2413" y="959"/>
                    <a:pt x="2632" y="763"/>
                    <a:pt x="2874" y="613"/>
                  </a:cubicBezTo>
                  <a:lnTo>
                    <a:pt x="17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39"/>
            <p:cNvSpPr/>
            <p:nvPr/>
          </p:nvSpPr>
          <p:spPr>
            <a:xfrm>
              <a:off x="1250420" y="1370504"/>
              <a:ext cx="54069" cy="137152"/>
            </a:xfrm>
            <a:custGeom>
              <a:avLst/>
              <a:gdLst/>
              <a:ahLst/>
              <a:cxnLst/>
              <a:rect l="l" t="t" r="r" b="b"/>
              <a:pathLst>
                <a:path w="2171" h="5507" extrusionOk="0">
                  <a:moveTo>
                    <a:pt x="1778" y="1"/>
                  </a:moveTo>
                  <a:cubicBezTo>
                    <a:pt x="1628" y="139"/>
                    <a:pt x="1478" y="301"/>
                    <a:pt x="1351" y="463"/>
                  </a:cubicBezTo>
                  <a:cubicBezTo>
                    <a:pt x="416" y="1617"/>
                    <a:pt x="0" y="3279"/>
                    <a:pt x="219" y="5010"/>
                  </a:cubicBezTo>
                  <a:cubicBezTo>
                    <a:pt x="254" y="5299"/>
                    <a:pt x="496" y="5507"/>
                    <a:pt x="785" y="5507"/>
                  </a:cubicBezTo>
                  <a:lnTo>
                    <a:pt x="866" y="5507"/>
                  </a:lnTo>
                  <a:cubicBezTo>
                    <a:pt x="947" y="5507"/>
                    <a:pt x="1016" y="5472"/>
                    <a:pt x="1085" y="5426"/>
                  </a:cubicBezTo>
                  <a:cubicBezTo>
                    <a:pt x="935" y="5345"/>
                    <a:pt x="843" y="5184"/>
                    <a:pt x="820" y="5022"/>
                  </a:cubicBezTo>
                  <a:cubicBezTo>
                    <a:pt x="600" y="3279"/>
                    <a:pt x="1016" y="1617"/>
                    <a:pt x="1951" y="463"/>
                  </a:cubicBezTo>
                  <a:cubicBezTo>
                    <a:pt x="2020" y="370"/>
                    <a:pt x="2089" y="289"/>
                    <a:pt x="2170" y="220"/>
                  </a:cubicBezTo>
                  <a:lnTo>
                    <a:pt x="17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39"/>
            <p:cNvSpPr/>
            <p:nvPr/>
          </p:nvSpPr>
          <p:spPr>
            <a:xfrm>
              <a:off x="1202403" y="1279128"/>
              <a:ext cx="127090" cy="106095"/>
            </a:xfrm>
            <a:custGeom>
              <a:avLst/>
              <a:gdLst/>
              <a:ahLst/>
              <a:cxnLst/>
              <a:rect l="l" t="t" r="r" b="b"/>
              <a:pathLst>
                <a:path w="5103" h="4260" extrusionOk="0">
                  <a:moveTo>
                    <a:pt x="1321" y="1"/>
                  </a:moveTo>
                  <a:cubicBezTo>
                    <a:pt x="1005" y="1"/>
                    <a:pt x="738" y="93"/>
                    <a:pt x="555" y="288"/>
                  </a:cubicBezTo>
                  <a:cubicBezTo>
                    <a:pt x="1" y="877"/>
                    <a:pt x="451" y="2181"/>
                    <a:pt x="1570" y="3208"/>
                  </a:cubicBezTo>
                  <a:cubicBezTo>
                    <a:pt x="2309" y="3885"/>
                    <a:pt x="3145" y="4260"/>
                    <a:pt x="3785" y="4260"/>
                  </a:cubicBezTo>
                  <a:cubicBezTo>
                    <a:pt x="4105" y="4260"/>
                    <a:pt x="4375" y="4166"/>
                    <a:pt x="4560" y="3970"/>
                  </a:cubicBezTo>
                  <a:cubicBezTo>
                    <a:pt x="5102" y="3393"/>
                    <a:pt x="4641" y="2077"/>
                    <a:pt x="3544" y="1061"/>
                  </a:cubicBezTo>
                  <a:cubicBezTo>
                    <a:pt x="2802" y="381"/>
                    <a:pt x="1962" y="1"/>
                    <a:pt x="13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39"/>
            <p:cNvSpPr/>
            <p:nvPr/>
          </p:nvSpPr>
          <p:spPr>
            <a:xfrm>
              <a:off x="1113567" y="1473437"/>
              <a:ext cx="316817" cy="211593"/>
            </a:xfrm>
            <a:custGeom>
              <a:avLst/>
              <a:gdLst/>
              <a:ahLst/>
              <a:cxnLst/>
              <a:rect l="l" t="t" r="r" b="b"/>
              <a:pathLst>
                <a:path w="12721" h="8496" extrusionOk="0">
                  <a:moveTo>
                    <a:pt x="6294" y="1"/>
                  </a:moveTo>
                  <a:cubicBezTo>
                    <a:pt x="3407" y="1"/>
                    <a:pt x="782" y="1627"/>
                    <a:pt x="1" y="2955"/>
                  </a:cubicBezTo>
                  <a:lnTo>
                    <a:pt x="786" y="6914"/>
                  </a:lnTo>
                  <a:lnTo>
                    <a:pt x="5738" y="8496"/>
                  </a:lnTo>
                  <a:lnTo>
                    <a:pt x="12375" y="7226"/>
                  </a:lnTo>
                  <a:lnTo>
                    <a:pt x="12721" y="3821"/>
                  </a:lnTo>
                  <a:cubicBezTo>
                    <a:pt x="12548" y="3532"/>
                    <a:pt x="12351" y="3255"/>
                    <a:pt x="12132" y="2990"/>
                  </a:cubicBezTo>
                  <a:cubicBezTo>
                    <a:pt x="10862" y="1362"/>
                    <a:pt x="9373" y="508"/>
                    <a:pt x="7884" y="173"/>
                  </a:cubicBezTo>
                  <a:cubicBezTo>
                    <a:pt x="7352" y="54"/>
                    <a:pt x="6819" y="1"/>
                    <a:pt x="62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39"/>
            <p:cNvSpPr/>
            <p:nvPr/>
          </p:nvSpPr>
          <p:spPr>
            <a:xfrm>
              <a:off x="1113567" y="1473437"/>
              <a:ext cx="316817" cy="211593"/>
            </a:xfrm>
            <a:custGeom>
              <a:avLst/>
              <a:gdLst/>
              <a:ahLst/>
              <a:cxnLst/>
              <a:rect l="l" t="t" r="r" b="b"/>
              <a:pathLst>
                <a:path w="12721" h="8496" extrusionOk="0">
                  <a:moveTo>
                    <a:pt x="6294" y="1"/>
                  </a:moveTo>
                  <a:cubicBezTo>
                    <a:pt x="3407" y="1"/>
                    <a:pt x="782" y="1627"/>
                    <a:pt x="1" y="2955"/>
                  </a:cubicBezTo>
                  <a:lnTo>
                    <a:pt x="786" y="6914"/>
                  </a:lnTo>
                  <a:lnTo>
                    <a:pt x="5738" y="8496"/>
                  </a:lnTo>
                  <a:lnTo>
                    <a:pt x="12375" y="7226"/>
                  </a:lnTo>
                  <a:lnTo>
                    <a:pt x="12721" y="3821"/>
                  </a:lnTo>
                  <a:cubicBezTo>
                    <a:pt x="12548" y="3532"/>
                    <a:pt x="12351" y="3255"/>
                    <a:pt x="12132" y="2990"/>
                  </a:cubicBezTo>
                  <a:cubicBezTo>
                    <a:pt x="11387" y="3965"/>
                    <a:pt x="10223" y="5055"/>
                    <a:pt x="8752" y="5055"/>
                  </a:cubicBezTo>
                  <a:cubicBezTo>
                    <a:pt x="8604" y="5055"/>
                    <a:pt x="8454" y="5044"/>
                    <a:pt x="8300" y="5021"/>
                  </a:cubicBezTo>
                  <a:cubicBezTo>
                    <a:pt x="5423" y="4579"/>
                    <a:pt x="6181" y="168"/>
                    <a:pt x="7792" y="168"/>
                  </a:cubicBezTo>
                  <a:cubicBezTo>
                    <a:pt x="7823" y="168"/>
                    <a:pt x="7853" y="170"/>
                    <a:pt x="7884" y="173"/>
                  </a:cubicBezTo>
                  <a:cubicBezTo>
                    <a:pt x="7352" y="54"/>
                    <a:pt x="6819" y="1"/>
                    <a:pt x="62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39"/>
            <p:cNvSpPr/>
            <p:nvPr/>
          </p:nvSpPr>
          <p:spPr>
            <a:xfrm>
              <a:off x="1072175" y="1566756"/>
              <a:ext cx="425776" cy="173065"/>
            </a:xfrm>
            <a:custGeom>
              <a:avLst/>
              <a:gdLst/>
              <a:ahLst/>
              <a:cxnLst/>
              <a:rect l="l" t="t" r="r" b="b"/>
              <a:pathLst>
                <a:path w="17096" h="6949" extrusionOk="0">
                  <a:moveTo>
                    <a:pt x="14914" y="0"/>
                  </a:moveTo>
                  <a:cubicBezTo>
                    <a:pt x="14543" y="0"/>
                    <a:pt x="14170" y="107"/>
                    <a:pt x="13840" y="328"/>
                  </a:cubicBezTo>
                  <a:lnTo>
                    <a:pt x="9685" y="3098"/>
                  </a:lnTo>
                  <a:lnTo>
                    <a:pt x="7423" y="2036"/>
                  </a:lnTo>
                  <a:lnTo>
                    <a:pt x="3856" y="374"/>
                  </a:lnTo>
                  <a:lnTo>
                    <a:pt x="1" y="5026"/>
                  </a:lnTo>
                  <a:lnTo>
                    <a:pt x="9500" y="6895"/>
                  </a:lnTo>
                  <a:cubicBezTo>
                    <a:pt x="9671" y="6931"/>
                    <a:pt x="9844" y="6948"/>
                    <a:pt x="10016" y="6948"/>
                  </a:cubicBezTo>
                  <a:cubicBezTo>
                    <a:pt x="10516" y="6948"/>
                    <a:pt x="11010" y="6801"/>
                    <a:pt x="11439" y="6526"/>
                  </a:cubicBezTo>
                  <a:lnTo>
                    <a:pt x="15976" y="3571"/>
                  </a:lnTo>
                  <a:lnTo>
                    <a:pt x="15964" y="3560"/>
                  </a:lnTo>
                  <a:cubicBezTo>
                    <a:pt x="16807" y="3017"/>
                    <a:pt x="17095" y="1944"/>
                    <a:pt x="16634" y="1055"/>
                  </a:cubicBezTo>
                  <a:cubicBezTo>
                    <a:pt x="16576" y="939"/>
                    <a:pt x="16518" y="836"/>
                    <a:pt x="16437" y="743"/>
                  </a:cubicBezTo>
                  <a:cubicBezTo>
                    <a:pt x="16058" y="258"/>
                    <a:pt x="15490" y="0"/>
                    <a:pt x="14914" y="0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39"/>
            <p:cNvSpPr/>
            <p:nvPr/>
          </p:nvSpPr>
          <p:spPr>
            <a:xfrm>
              <a:off x="1015715" y="1510371"/>
              <a:ext cx="293082" cy="184422"/>
            </a:xfrm>
            <a:custGeom>
              <a:avLst/>
              <a:gdLst/>
              <a:ahLst/>
              <a:cxnLst/>
              <a:rect l="l" t="t" r="r" b="b"/>
              <a:pathLst>
                <a:path w="11768" h="7405" extrusionOk="0">
                  <a:moveTo>
                    <a:pt x="9396" y="1"/>
                  </a:moveTo>
                  <a:cubicBezTo>
                    <a:pt x="9071" y="1"/>
                    <a:pt x="8741" y="77"/>
                    <a:pt x="8431" y="237"/>
                  </a:cubicBezTo>
                  <a:lnTo>
                    <a:pt x="6896" y="1103"/>
                  </a:lnTo>
                  <a:cubicBezTo>
                    <a:pt x="6298" y="1433"/>
                    <a:pt x="5627" y="1605"/>
                    <a:pt x="4950" y="1605"/>
                  </a:cubicBezTo>
                  <a:cubicBezTo>
                    <a:pt x="4609" y="1605"/>
                    <a:pt x="4266" y="1561"/>
                    <a:pt x="3930" y="1472"/>
                  </a:cubicBezTo>
                  <a:cubicBezTo>
                    <a:pt x="3681" y="1410"/>
                    <a:pt x="3434" y="1381"/>
                    <a:pt x="3192" y="1381"/>
                  </a:cubicBezTo>
                  <a:cubicBezTo>
                    <a:pt x="1452" y="1381"/>
                    <a:pt x="0" y="2904"/>
                    <a:pt x="213" y="4739"/>
                  </a:cubicBezTo>
                  <a:cubicBezTo>
                    <a:pt x="398" y="6329"/>
                    <a:pt x="1746" y="7405"/>
                    <a:pt x="3205" y="7405"/>
                  </a:cubicBezTo>
                  <a:cubicBezTo>
                    <a:pt x="3662" y="7405"/>
                    <a:pt x="4130" y="7299"/>
                    <a:pt x="4576" y="7070"/>
                  </a:cubicBezTo>
                  <a:lnTo>
                    <a:pt x="10348" y="3931"/>
                  </a:lnTo>
                  <a:cubicBezTo>
                    <a:pt x="11375" y="3400"/>
                    <a:pt x="11767" y="2142"/>
                    <a:pt x="11236" y="1126"/>
                  </a:cubicBezTo>
                  <a:cubicBezTo>
                    <a:pt x="10866" y="408"/>
                    <a:pt x="10146" y="1"/>
                    <a:pt x="9396" y="1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39"/>
            <p:cNvSpPr/>
            <p:nvPr/>
          </p:nvSpPr>
          <p:spPr>
            <a:xfrm>
              <a:off x="1014122" y="1510520"/>
              <a:ext cx="280580" cy="181981"/>
            </a:xfrm>
            <a:custGeom>
              <a:avLst/>
              <a:gdLst/>
              <a:ahLst/>
              <a:cxnLst/>
              <a:rect l="l" t="t" r="r" b="b"/>
              <a:pathLst>
                <a:path w="11266" h="7307" extrusionOk="0">
                  <a:moveTo>
                    <a:pt x="9458" y="1"/>
                  </a:moveTo>
                  <a:cubicBezTo>
                    <a:pt x="9138" y="1"/>
                    <a:pt x="8812" y="75"/>
                    <a:pt x="8507" y="231"/>
                  </a:cubicBezTo>
                  <a:lnTo>
                    <a:pt x="6972" y="1097"/>
                  </a:lnTo>
                  <a:cubicBezTo>
                    <a:pt x="6365" y="1427"/>
                    <a:pt x="5698" y="1599"/>
                    <a:pt x="5023" y="1599"/>
                  </a:cubicBezTo>
                  <a:cubicBezTo>
                    <a:pt x="4683" y="1599"/>
                    <a:pt x="4342" y="1555"/>
                    <a:pt x="4005" y="1466"/>
                  </a:cubicBezTo>
                  <a:cubicBezTo>
                    <a:pt x="3779" y="1413"/>
                    <a:pt x="3552" y="1388"/>
                    <a:pt x="3328" y="1388"/>
                  </a:cubicBezTo>
                  <a:cubicBezTo>
                    <a:pt x="1980" y="1388"/>
                    <a:pt x="751" y="2303"/>
                    <a:pt x="404" y="3659"/>
                  </a:cubicBezTo>
                  <a:cubicBezTo>
                    <a:pt x="0" y="5252"/>
                    <a:pt x="947" y="6868"/>
                    <a:pt x="2528" y="7307"/>
                  </a:cubicBezTo>
                  <a:cubicBezTo>
                    <a:pt x="2389" y="7133"/>
                    <a:pt x="2286" y="6960"/>
                    <a:pt x="2182" y="6776"/>
                  </a:cubicBezTo>
                  <a:cubicBezTo>
                    <a:pt x="1158" y="4708"/>
                    <a:pt x="2727" y="2419"/>
                    <a:pt x="4856" y="2419"/>
                  </a:cubicBezTo>
                  <a:cubicBezTo>
                    <a:pt x="5105" y="2419"/>
                    <a:pt x="5361" y="2450"/>
                    <a:pt x="5621" y="2516"/>
                  </a:cubicBezTo>
                  <a:cubicBezTo>
                    <a:pt x="5952" y="2601"/>
                    <a:pt x="6291" y="2643"/>
                    <a:pt x="6629" y="2643"/>
                  </a:cubicBezTo>
                  <a:cubicBezTo>
                    <a:pt x="7304" y="2643"/>
                    <a:pt x="7976" y="2474"/>
                    <a:pt x="8576" y="2136"/>
                  </a:cubicBezTo>
                  <a:lnTo>
                    <a:pt x="10123" y="1270"/>
                  </a:lnTo>
                  <a:cubicBezTo>
                    <a:pt x="10412" y="1116"/>
                    <a:pt x="10733" y="1042"/>
                    <a:pt x="11067" y="1042"/>
                  </a:cubicBezTo>
                  <a:cubicBezTo>
                    <a:pt x="11133" y="1042"/>
                    <a:pt x="11199" y="1045"/>
                    <a:pt x="11266" y="1051"/>
                  </a:cubicBezTo>
                  <a:cubicBezTo>
                    <a:pt x="10882" y="379"/>
                    <a:pt x="10182" y="1"/>
                    <a:pt x="9458" y="1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39"/>
            <p:cNvSpPr/>
            <p:nvPr/>
          </p:nvSpPr>
          <p:spPr>
            <a:xfrm>
              <a:off x="1188880" y="1566756"/>
              <a:ext cx="297864" cy="110080"/>
            </a:xfrm>
            <a:custGeom>
              <a:avLst/>
              <a:gdLst/>
              <a:ahLst/>
              <a:cxnLst/>
              <a:rect l="l" t="t" r="r" b="b"/>
              <a:pathLst>
                <a:path w="11960" h="4420" extrusionOk="0">
                  <a:moveTo>
                    <a:pt x="11942" y="1043"/>
                  </a:moveTo>
                  <a:cubicBezTo>
                    <a:pt x="11944" y="1047"/>
                    <a:pt x="11946" y="1051"/>
                    <a:pt x="11948" y="1055"/>
                  </a:cubicBezTo>
                  <a:lnTo>
                    <a:pt x="11959" y="1055"/>
                  </a:lnTo>
                  <a:cubicBezTo>
                    <a:pt x="11953" y="1051"/>
                    <a:pt x="11947" y="1047"/>
                    <a:pt x="11942" y="1043"/>
                  </a:cubicBezTo>
                  <a:close/>
                  <a:moveTo>
                    <a:pt x="10228" y="0"/>
                  </a:moveTo>
                  <a:cubicBezTo>
                    <a:pt x="9857" y="0"/>
                    <a:pt x="9484" y="107"/>
                    <a:pt x="9154" y="328"/>
                  </a:cubicBezTo>
                  <a:lnTo>
                    <a:pt x="4999" y="3098"/>
                  </a:lnTo>
                  <a:lnTo>
                    <a:pt x="2737" y="2036"/>
                  </a:lnTo>
                  <a:lnTo>
                    <a:pt x="1" y="3571"/>
                  </a:lnTo>
                  <a:lnTo>
                    <a:pt x="5091" y="4402"/>
                  </a:lnTo>
                  <a:cubicBezTo>
                    <a:pt x="5158" y="4414"/>
                    <a:pt x="5224" y="4419"/>
                    <a:pt x="5290" y="4419"/>
                  </a:cubicBezTo>
                  <a:cubicBezTo>
                    <a:pt x="5557" y="4419"/>
                    <a:pt x="5816" y="4329"/>
                    <a:pt x="6038" y="4171"/>
                  </a:cubicBezTo>
                  <a:lnTo>
                    <a:pt x="10320" y="1066"/>
                  </a:lnTo>
                  <a:cubicBezTo>
                    <a:pt x="10567" y="890"/>
                    <a:pt x="10858" y="801"/>
                    <a:pt x="11150" y="801"/>
                  </a:cubicBezTo>
                  <a:cubicBezTo>
                    <a:pt x="11425" y="801"/>
                    <a:pt x="11702" y="881"/>
                    <a:pt x="11942" y="1043"/>
                  </a:cubicBezTo>
                  <a:lnTo>
                    <a:pt x="11942" y="1043"/>
                  </a:lnTo>
                  <a:cubicBezTo>
                    <a:pt x="11886" y="932"/>
                    <a:pt x="11829" y="832"/>
                    <a:pt x="11751" y="743"/>
                  </a:cubicBezTo>
                  <a:cubicBezTo>
                    <a:pt x="11372" y="258"/>
                    <a:pt x="10804" y="0"/>
                    <a:pt x="10228" y="0"/>
                  </a:cubicBezTo>
                  <a:close/>
                </a:path>
              </a:pathLst>
            </a:custGeom>
            <a:solidFill>
              <a:srgbClr val="242222">
                <a:alpha val="106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9"/>
            <p:cNvSpPr/>
            <p:nvPr/>
          </p:nvSpPr>
          <p:spPr>
            <a:xfrm>
              <a:off x="1214756" y="1541851"/>
              <a:ext cx="44879" cy="54343"/>
            </a:xfrm>
            <a:custGeom>
              <a:avLst/>
              <a:gdLst/>
              <a:ahLst/>
              <a:cxnLst/>
              <a:rect l="l" t="t" r="r" b="b"/>
              <a:pathLst>
                <a:path w="1802" h="2182" extrusionOk="0">
                  <a:moveTo>
                    <a:pt x="305" y="0"/>
                  </a:moveTo>
                  <a:cubicBezTo>
                    <a:pt x="192" y="0"/>
                    <a:pt x="80" y="62"/>
                    <a:pt x="35" y="197"/>
                  </a:cubicBezTo>
                  <a:cubicBezTo>
                    <a:pt x="1" y="450"/>
                    <a:pt x="24" y="716"/>
                    <a:pt x="105" y="970"/>
                  </a:cubicBezTo>
                  <a:cubicBezTo>
                    <a:pt x="232" y="1339"/>
                    <a:pt x="543" y="1859"/>
                    <a:pt x="1317" y="2159"/>
                  </a:cubicBezTo>
                  <a:cubicBezTo>
                    <a:pt x="1351" y="2170"/>
                    <a:pt x="1386" y="2182"/>
                    <a:pt x="1421" y="2182"/>
                  </a:cubicBezTo>
                  <a:cubicBezTo>
                    <a:pt x="1721" y="2170"/>
                    <a:pt x="1801" y="1755"/>
                    <a:pt x="1524" y="1628"/>
                  </a:cubicBezTo>
                  <a:cubicBezTo>
                    <a:pt x="474" y="1201"/>
                    <a:pt x="601" y="335"/>
                    <a:pt x="601" y="289"/>
                  </a:cubicBezTo>
                  <a:cubicBezTo>
                    <a:pt x="601" y="106"/>
                    <a:pt x="453" y="0"/>
                    <a:pt x="3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9"/>
            <p:cNvSpPr/>
            <p:nvPr/>
          </p:nvSpPr>
          <p:spPr>
            <a:xfrm>
              <a:off x="1305311" y="1338751"/>
              <a:ext cx="137152" cy="72748"/>
            </a:xfrm>
            <a:custGeom>
              <a:avLst/>
              <a:gdLst/>
              <a:ahLst/>
              <a:cxnLst/>
              <a:rect l="l" t="t" r="r" b="b"/>
              <a:pathLst>
                <a:path w="5507" h="2921" extrusionOk="0">
                  <a:moveTo>
                    <a:pt x="2937" y="1"/>
                  </a:moveTo>
                  <a:cubicBezTo>
                    <a:pt x="2859" y="1"/>
                    <a:pt x="2781" y="3"/>
                    <a:pt x="2702" y="6"/>
                  </a:cubicBezTo>
                  <a:cubicBezTo>
                    <a:pt x="1190" y="64"/>
                    <a:pt x="1" y="768"/>
                    <a:pt x="35" y="1576"/>
                  </a:cubicBezTo>
                  <a:cubicBezTo>
                    <a:pt x="79" y="2341"/>
                    <a:pt x="1190" y="2920"/>
                    <a:pt x="2582" y="2920"/>
                  </a:cubicBezTo>
                  <a:cubicBezTo>
                    <a:pt x="2660" y="2920"/>
                    <a:pt x="2738" y="2919"/>
                    <a:pt x="2817" y="2915"/>
                  </a:cubicBezTo>
                  <a:cubicBezTo>
                    <a:pt x="4329" y="2857"/>
                    <a:pt x="5507" y="2153"/>
                    <a:pt x="5484" y="1345"/>
                  </a:cubicBezTo>
                  <a:cubicBezTo>
                    <a:pt x="5440" y="580"/>
                    <a:pt x="4329" y="1"/>
                    <a:pt x="29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05" name="Google Shape;3405;p39"/>
          <p:cNvSpPr/>
          <p:nvPr/>
        </p:nvSpPr>
        <p:spPr>
          <a:xfrm rot="10800000">
            <a:off x="1043963" y="1238825"/>
            <a:ext cx="551825" cy="152175"/>
          </a:xfrm>
          <a:custGeom>
            <a:avLst/>
            <a:gdLst/>
            <a:ahLst/>
            <a:cxnLst/>
            <a:rect l="l" t="t" r="r" b="b"/>
            <a:pathLst>
              <a:path w="22073" h="6087" extrusionOk="0">
                <a:moveTo>
                  <a:pt x="108" y="1"/>
                </a:moveTo>
                <a:lnTo>
                  <a:pt x="0" y="109"/>
                </a:lnTo>
                <a:lnTo>
                  <a:pt x="0" y="3030"/>
                </a:lnTo>
                <a:lnTo>
                  <a:pt x="0" y="5979"/>
                </a:lnTo>
                <a:lnTo>
                  <a:pt x="0" y="6087"/>
                </a:lnTo>
                <a:lnTo>
                  <a:pt x="108" y="6087"/>
                </a:lnTo>
                <a:lnTo>
                  <a:pt x="15878" y="5979"/>
                </a:lnTo>
                <a:lnTo>
                  <a:pt x="15770" y="5979"/>
                </a:lnTo>
                <a:lnTo>
                  <a:pt x="216" y="5871"/>
                </a:lnTo>
                <a:lnTo>
                  <a:pt x="216" y="5871"/>
                </a:lnTo>
                <a:lnTo>
                  <a:pt x="216" y="3166"/>
                </a:lnTo>
                <a:lnTo>
                  <a:pt x="216" y="325"/>
                </a:lnTo>
                <a:lnTo>
                  <a:pt x="216" y="325"/>
                </a:lnTo>
                <a:lnTo>
                  <a:pt x="21964" y="218"/>
                </a:lnTo>
                <a:lnTo>
                  <a:pt x="21964" y="218"/>
                </a:lnTo>
                <a:cubicBezTo>
                  <a:pt x="22072" y="2030"/>
                  <a:pt x="22072" y="3490"/>
                  <a:pt x="22072" y="4518"/>
                </a:cubicBezTo>
                <a:lnTo>
                  <a:pt x="22072" y="109"/>
                </a:lnTo>
                <a:lnTo>
                  <a:pt x="108" y="1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3319;p39"/>
          <p:cNvSpPr txBox="1">
            <a:spLocks/>
          </p:cNvSpPr>
          <p:nvPr/>
        </p:nvSpPr>
        <p:spPr>
          <a:xfrm>
            <a:off x="713103" y="367457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ignika Negative"/>
              <a:buNone/>
              <a:defRPr sz="3600" b="1" i="0" u="none" strike="noStrike" cap="none">
                <a:solidFill>
                  <a:schemeClr val="dk1"/>
                </a:solidFill>
                <a:latin typeface="Signika Negative"/>
                <a:ea typeface="Signika Negative"/>
                <a:cs typeface="Signika Negative"/>
                <a:sym typeface="Signika Negativ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 smtClean="0"/>
              <a:t>TECHNOLOY USED</a:t>
            </a:r>
            <a:endParaRPr lang="en-IN" dirty="0"/>
          </a:p>
        </p:txBody>
      </p:sp>
      <p:pic>
        <p:nvPicPr>
          <p:cNvPr id="94" name="Picture 93">
            <a:extLst>
              <a:ext uri="{FF2B5EF4-FFF2-40B4-BE49-F238E27FC236}">
                <a16:creationId xmlns="" xmlns:a16="http://schemas.microsoft.com/office/drawing/2014/main" xmlns:lc="http://schemas.openxmlformats.org/drawingml/2006/lockedCanvas" id="{18FE2890-F45C-FD1B-8FFF-62BB6960C6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7317804" y="2490"/>
            <a:ext cx="1838626" cy="412660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="" xmlns:a16="http://schemas.microsoft.com/office/drawing/2014/main" xmlns:lc="http://schemas.openxmlformats.org/drawingml/2006/lockedCanvas" id="{ADD83C07-7039-3207-128A-5F04B0834C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8647" cy="4606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5" grpId="0"/>
      <p:bldP spid="3316" grpId="0" build="p"/>
      <p:bldP spid="3317" grpId="0"/>
      <p:bldP spid="3318" grpId="0" build="p"/>
      <p:bldP spid="3320" grpId="0"/>
      <p:bldP spid="3321" grpId="0" build="p"/>
      <p:bldP spid="3322" grpId="0"/>
      <p:bldP spid="3323" grpId="0" build="p"/>
      <p:bldP spid="9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18" name="Google Shape;7918;p60"/>
          <p:cNvGrpSpPr/>
          <p:nvPr/>
        </p:nvGrpSpPr>
        <p:grpSpPr>
          <a:xfrm>
            <a:off x="8278282" y="533050"/>
            <a:ext cx="1430875" cy="4591750"/>
            <a:chOff x="-678100" y="160050"/>
            <a:chExt cx="1430875" cy="4591750"/>
          </a:xfrm>
        </p:grpSpPr>
        <p:sp>
          <p:nvSpPr>
            <p:cNvPr id="7919" name="Google Shape;7919;p60"/>
            <p:cNvSpPr/>
            <p:nvPr/>
          </p:nvSpPr>
          <p:spPr>
            <a:xfrm>
              <a:off x="40000" y="30677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0" name="Google Shape;7920;p60"/>
            <p:cNvSpPr/>
            <p:nvPr/>
          </p:nvSpPr>
          <p:spPr>
            <a:xfrm>
              <a:off x="200950" y="160050"/>
              <a:ext cx="551825" cy="149475"/>
            </a:xfrm>
            <a:custGeom>
              <a:avLst/>
              <a:gdLst/>
              <a:ahLst/>
              <a:cxnLst/>
              <a:rect l="l" t="t" r="r" b="b"/>
              <a:pathLst>
                <a:path w="22073" h="5979" extrusionOk="0">
                  <a:moveTo>
                    <a:pt x="108" y="0"/>
                  </a:moveTo>
                  <a:lnTo>
                    <a:pt x="108" y="0"/>
                  </a:lnTo>
                  <a:cubicBezTo>
                    <a:pt x="88" y="21"/>
                    <a:pt x="54" y="54"/>
                    <a:pt x="0" y="108"/>
                  </a:cubicBezTo>
                  <a:lnTo>
                    <a:pt x="0" y="1596"/>
                  </a:lnTo>
                  <a:lnTo>
                    <a:pt x="0" y="3057"/>
                  </a:lnTo>
                  <a:lnTo>
                    <a:pt x="0" y="5978"/>
                  </a:lnTo>
                  <a:lnTo>
                    <a:pt x="108" y="5978"/>
                  </a:lnTo>
                  <a:lnTo>
                    <a:pt x="15770" y="5870"/>
                  </a:lnTo>
                  <a:lnTo>
                    <a:pt x="216" y="5762"/>
                  </a:lnTo>
                  <a:lnTo>
                    <a:pt x="216" y="5762"/>
                  </a:lnTo>
                  <a:lnTo>
                    <a:pt x="216" y="3057"/>
                  </a:lnTo>
                  <a:lnTo>
                    <a:pt x="216" y="243"/>
                  </a:lnTo>
                  <a:lnTo>
                    <a:pt x="216" y="243"/>
                  </a:lnTo>
                  <a:lnTo>
                    <a:pt x="21964" y="109"/>
                  </a:lnTo>
                  <a:lnTo>
                    <a:pt x="21964" y="109"/>
                  </a:lnTo>
                  <a:cubicBezTo>
                    <a:pt x="21964" y="1921"/>
                    <a:pt x="22072" y="3382"/>
                    <a:pt x="22072" y="4301"/>
                  </a:cubicBezTo>
                  <a:lnTo>
                    <a:pt x="22072" y="108"/>
                  </a:lnTo>
                  <a:lnTo>
                    <a:pt x="22072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1" name="Google Shape;7921;p60"/>
            <p:cNvSpPr/>
            <p:nvPr/>
          </p:nvSpPr>
          <p:spPr>
            <a:xfrm flipH="1">
              <a:off x="-678100" y="414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2" name="Google Shape;7922;p60"/>
            <p:cNvSpPr/>
            <p:nvPr/>
          </p:nvSpPr>
          <p:spPr>
            <a:xfrm flipH="1">
              <a:off x="-373300" y="429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3" name="Google Shape;7923;p60"/>
            <p:cNvSpPr/>
            <p:nvPr/>
          </p:nvSpPr>
          <p:spPr>
            <a:xfrm flipH="1">
              <a:off x="-220900" y="4599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4" name="Google Shape;7924;p60"/>
            <p:cNvSpPr/>
            <p:nvPr/>
          </p:nvSpPr>
          <p:spPr>
            <a:xfrm flipH="1">
              <a:off x="-5257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5" name="Google Shape;7925;p60"/>
            <p:cNvSpPr/>
            <p:nvPr/>
          </p:nvSpPr>
          <p:spPr>
            <a:xfrm flipH="1">
              <a:off x="-68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26" name="Google Shape;7926;p60"/>
          <p:cNvSpPr txBox="1">
            <a:spLocks noGrp="1"/>
          </p:cNvSpPr>
          <p:nvPr>
            <p:ph type="title"/>
          </p:nvPr>
        </p:nvSpPr>
        <p:spPr>
          <a:xfrm>
            <a:off x="5802191" y="317202"/>
            <a:ext cx="4935000" cy="9483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KEY FEATURES</a:t>
            </a:r>
            <a:endParaRPr dirty="0"/>
          </a:p>
        </p:txBody>
      </p:sp>
      <p:sp>
        <p:nvSpPr>
          <p:cNvPr id="7927" name="Google Shape;7927;p60"/>
          <p:cNvSpPr txBox="1">
            <a:spLocks noGrp="1"/>
          </p:cNvSpPr>
          <p:nvPr>
            <p:ph type="body" idx="1"/>
          </p:nvPr>
        </p:nvSpPr>
        <p:spPr>
          <a:xfrm>
            <a:off x="132203" y="77117"/>
            <a:ext cx="6101242" cy="49649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>
              <a:spcBef>
                <a:spcPts val="1200"/>
              </a:spcBef>
              <a:buNone/>
            </a:pPr>
            <a:r>
              <a:rPr lang="en-IN" sz="2000" b="1" dirty="0">
                <a:solidFill>
                  <a:schemeClr val="tx1"/>
                </a:solidFill>
              </a:rPr>
              <a:t>Search &amp; </a:t>
            </a:r>
            <a:r>
              <a:rPr lang="en-IN" sz="2000" b="1" dirty="0" smtClean="0">
                <a:solidFill>
                  <a:schemeClr val="tx1"/>
                </a:solidFill>
              </a:rPr>
              <a:t>Filter Functionality</a:t>
            </a:r>
            <a:endParaRPr lang="en-US" sz="2000" b="1" dirty="0" smtClean="0">
              <a:solidFill>
                <a:schemeClr val="tx1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 smtClean="0">
                <a:solidFill>
                  <a:schemeClr val="bg2"/>
                </a:solidFill>
                <a:latin typeface="Arial" panose="020B0604020202020204" pitchFamily="34" charset="0"/>
              </a:rPr>
              <a:t>    A </a:t>
            </a:r>
            <a:r>
              <a:rPr lang="en-US" altLang="en-US" sz="1600" dirty="0">
                <a:solidFill>
                  <a:schemeClr val="bg2"/>
                </a:solidFill>
                <a:latin typeface="Arial" panose="020B0604020202020204" pitchFamily="34" charset="0"/>
              </a:rPr>
              <a:t>search bar at the top to enter a plant name</a:t>
            </a:r>
            <a:r>
              <a:rPr lang="en-US" altLang="en-US" sz="1600" dirty="0" smtClean="0">
                <a:solidFill>
                  <a:schemeClr val="bg2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 smtClean="0">
                <a:solidFill>
                  <a:schemeClr val="bg2"/>
                </a:solidFill>
                <a:latin typeface="Arial" panose="020B0604020202020204" pitchFamily="34" charset="0"/>
              </a:rPr>
              <a:t>    Filters </a:t>
            </a:r>
            <a:r>
              <a:rPr lang="en-US" altLang="en-US" sz="1600" dirty="0">
                <a:solidFill>
                  <a:schemeClr val="bg2"/>
                </a:solidFill>
                <a:latin typeface="Arial" panose="020B0604020202020204" pitchFamily="34" charset="0"/>
              </a:rPr>
              <a:t>images based on the entered plant name </a:t>
            </a:r>
            <a:r>
              <a:rPr lang="en-US" altLang="en-US" sz="1600" dirty="0" smtClean="0">
                <a:solidFill>
                  <a:schemeClr val="bg2"/>
                </a:solidFill>
                <a:latin typeface="Arial" panose="020B0604020202020204" pitchFamily="34" charset="0"/>
              </a:rPr>
              <a:t>for  access.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400" dirty="0" smtClean="0">
              <a:solidFill>
                <a:schemeClr val="hlink"/>
              </a:solidFill>
              <a:uFill>
                <a:noFill/>
              </a:uFill>
            </a:endParaRPr>
          </a:p>
          <a:p>
            <a:pPr marL="0" lvl="0" indent="457200">
              <a:buNone/>
            </a:pPr>
            <a:r>
              <a:rPr lang="en-US" sz="2000" b="1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Data-Driven </a:t>
            </a:r>
            <a:r>
              <a:rPr lang="en-US" sz="2000" b="1" dirty="0">
                <a:solidFill>
                  <a:schemeClr val="bg1">
                    <a:lumMod val="20000"/>
                    <a:lumOff val="80000"/>
                  </a:schemeClr>
                </a:solidFill>
              </a:rPr>
              <a:t>Insights </a:t>
            </a:r>
            <a:r>
              <a:rPr lang="en-US" sz="2000" b="1" dirty="0" smtClean="0">
                <a:solidFill>
                  <a:schemeClr val="bg1">
                    <a:lumMod val="20000"/>
                    <a:lumOff val="80000"/>
                  </a:schemeClr>
                </a:solidFill>
              </a:rPr>
              <a:t>Using Dataset</a:t>
            </a:r>
          </a:p>
          <a:p>
            <a:pPr marL="0" lvl="0" indent="457200">
              <a:buNone/>
            </a:pPr>
            <a:endParaRPr lang="en-US" sz="2000" b="1" dirty="0" smtClean="0">
              <a:solidFill>
                <a:schemeClr val="bg1">
                  <a:lumMod val="20000"/>
                  <a:lumOff val="80000"/>
                </a:schemeClr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 smtClean="0">
                <a:solidFill>
                  <a:schemeClr val="bg2"/>
                </a:solidFill>
                <a:latin typeface="Arial" panose="020B0604020202020204" pitchFamily="34" charset="0"/>
              </a:rPr>
              <a:t>Uses </a:t>
            </a:r>
            <a:r>
              <a:rPr lang="en-US" altLang="en-US" sz="1600" b="1" dirty="0" smtClean="0">
                <a:solidFill>
                  <a:schemeClr val="bg2"/>
                </a:solidFill>
                <a:latin typeface="Arial" panose="020B0604020202020204" pitchFamily="34" charset="0"/>
              </a:rPr>
              <a:t>datasets</a:t>
            </a:r>
            <a:r>
              <a:rPr lang="en-US" altLang="en-US" sz="1600" dirty="0" smtClean="0">
                <a:solidFill>
                  <a:schemeClr val="bg2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solidFill>
                  <a:schemeClr val="bg2"/>
                </a:solidFill>
                <a:latin typeface="Arial" panose="020B0604020202020204" pitchFamily="34" charset="0"/>
              </a:rPr>
              <a:t>to analyze plant health</a:t>
            </a:r>
            <a:r>
              <a:rPr lang="en-US" altLang="en-US" sz="1600" dirty="0" smtClean="0">
                <a:solidFill>
                  <a:schemeClr val="bg2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2"/>
                </a:solidFill>
                <a:latin typeface="Arial" panose="020B0604020202020204" pitchFamily="34" charset="0"/>
              </a:rPr>
              <a:t>Provides </a:t>
            </a:r>
            <a:r>
              <a:rPr lang="en-US" altLang="en-US" sz="1600" b="1" dirty="0">
                <a:solidFill>
                  <a:schemeClr val="bg2"/>
                </a:solidFill>
                <a:latin typeface="Arial" panose="020B0604020202020204" pitchFamily="34" charset="0"/>
              </a:rPr>
              <a:t>charts and visualizations</a:t>
            </a:r>
            <a:r>
              <a:rPr lang="en-US" altLang="en-US" sz="1600" dirty="0">
                <a:solidFill>
                  <a:schemeClr val="bg2"/>
                </a:solidFill>
                <a:latin typeface="Arial" panose="020B0604020202020204" pitchFamily="34" charset="0"/>
              </a:rPr>
              <a:t> for better </a:t>
            </a:r>
            <a:r>
              <a:rPr lang="en-US" altLang="en-US" sz="1600" dirty="0" smtClean="0">
                <a:solidFill>
                  <a:schemeClr val="bg2"/>
                </a:solidFill>
                <a:latin typeface="Arial" panose="020B0604020202020204" pitchFamily="34" charset="0"/>
              </a:rPr>
              <a:t>understanding</a:t>
            </a:r>
            <a:endParaRPr lang="en-US" sz="1600" b="1" dirty="0" smtClean="0">
              <a:solidFill>
                <a:schemeClr val="bg2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  <a:p>
            <a:pPr marL="0" indent="457200">
              <a:spcBef>
                <a:spcPts val="1000"/>
              </a:spcBef>
              <a:buNone/>
            </a:pPr>
            <a:r>
              <a:rPr lang="en-IN" sz="2000" b="1" dirty="0" smtClean="0">
                <a:solidFill>
                  <a:schemeClr val="tx1"/>
                </a:solidFill>
                <a:uFill>
                  <a:noFill/>
                </a:uFill>
              </a:rPr>
              <a:t>Analysis Based on </a:t>
            </a:r>
            <a:r>
              <a:rPr lang="en-IN" sz="2400" b="1" dirty="0" smtClean="0">
                <a:solidFill>
                  <a:schemeClr val="tx1"/>
                </a:solidFill>
                <a:uFill>
                  <a:noFill/>
                </a:uFill>
              </a:rPr>
              <a:t>:</a:t>
            </a:r>
            <a:endParaRPr lang="en-IN" sz="2400" b="1" dirty="0" smtClean="0">
              <a:solidFill>
                <a:schemeClr val="tx1"/>
              </a:solidFill>
            </a:endParaRP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Identifies </a:t>
            </a:r>
            <a:r>
              <a:rPr lang="en-US" sz="1600" b="1" dirty="0">
                <a:solidFill>
                  <a:schemeClr val="bg2"/>
                </a:solidFill>
              </a:rPr>
              <a:t>yellow, brown, or drooping leaves</a:t>
            </a:r>
            <a:r>
              <a:rPr lang="en-US" sz="1600" dirty="0">
                <a:solidFill>
                  <a:schemeClr val="bg2"/>
                </a:solidFill>
              </a:rPr>
              <a:t> to detect </a:t>
            </a:r>
            <a:r>
              <a:rPr lang="en-US" sz="1600" dirty="0" smtClean="0">
                <a:solidFill>
                  <a:schemeClr val="bg2"/>
                </a:solidFill>
              </a:rPr>
              <a:t>issues.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Provides recommendations for </a:t>
            </a:r>
            <a:r>
              <a:rPr lang="en-US" sz="1600" b="1" dirty="0"/>
              <a:t>healthy plant yield</a:t>
            </a:r>
            <a:r>
              <a:rPr lang="en-US" sz="1600" dirty="0"/>
              <a:t>.</a:t>
            </a:r>
            <a:endParaRPr lang="en-IN" sz="1600" b="1" dirty="0" smtClean="0">
              <a:solidFill>
                <a:schemeClr val="bg2"/>
              </a:solidFill>
              <a:uFill>
                <a:noFill/>
              </a:uFill>
            </a:endParaRPr>
          </a:p>
        </p:txBody>
      </p:sp>
      <p:grpSp>
        <p:nvGrpSpPr>
          <p:cNvPr id="7928" name="Google Shape;7928;p60"/>
          <p:cNvGrpSpPr/>
          <p:nvPr/>
        </p:nvGrpSpPr>
        <p:grpSpPr>
          <a:xfrm>
            <a:off x="6425673" y="1321314"/>
            <a:ext cx="2808617" cy="3910751"/>
            <a:chOff x="5211475" y="2864425"/>
            <a:chExt cx="799925" cy="1113825"/>
          </a:xfrm>
        </p:grpSpPr>
        <p:sp>
          <p:nvSpPr>
            <p:cNvPr id="7929" name="Google Shape;7929;p60"/>
            <p:cNvSpPr/>
            <p:nvPr/>
          </p:nvSpPr>
          <p:spPr>
            <a:xfrm>
              <a:off x="5717575" y="3019850"/>
              <a:ext cx="293825" cy="484550"/>
            </a:xfrm>
            <a:custGeom>
              <a:avLst/>
              <a:gdLst/>
              <a:ahLst/>
              <a:cxnLst/>
              <a:rect l="l" t="t" r="r" b="b"/>
              <a:pathLst>
                <a:path w="11753" h="19382" extrusionOk="0">
                  <a:moveTo>
                    <a:pt x="1678" y="1"/>
                  </a:moveTo>
                  <a:cubicBezTo>
                    <a:pt x="801" y="1"/>
                    <a:pt x="72" y="300"/>
                    <a:pt x="40" y="551"/>
                  </a:cubicBezTo>
                  <a:cubicBezTo>
                    <a:pt x="0" y="868"/>
                    <a:pt x="1498" y="942"/>
                    <a:pt x="2513" y="1861"/>
                  </a:cubicBezTo>
                  <a:cubicBezTo>
                    <a:pt x="3721" y="2944"/>
                    <a:pt x="3670" y="4765"/>
                    <a:pt x="3517" y="8361"/>
                  </a:cubicBezTo>
                  <a:cubicBezTo>
                    <a:pt x="3216" y="15429"/>
                    <a:pt x="3097" y="16875"/>
                    <a:pt x="4180" y="18066"/>
                  </a:cubicBezTo>
                  <a:cubicBezTo>
                    <a:pt x="4899" y="18857"/>
                    <a:pt x="6006" y="19381"/>
                    <a:pt x="7023" y="19381"/>
                  </a:cubicBezTo>
                  <a:cubicBezTo>
                    <a:pt x="7283" y="19381"/>
                    <a:pt x="7537" y="19347"/>
                    <a:pt x="7777" y="19274"/>
                  </a:cubicBezTo>
                  <a:cubicBezTo>
                    <a:pt x="10312" y="18503"/>
                    <a:pt x="11753" y="14549"/>
                    <a:pt x="10664" y="12848"/>
                  </a:cubicBezTo>
                  <a:cubicBezTo>
                    <a:pt x="10187" y="12105"/>
                    <a:pt x="9257" y="11844"/>
                    <a:pt x="9263" y="11072"/>
                  </a:cubicBezTo>
                  <a:cubicBezTo>
                    <a:pt x="9274" y="10324"/>
                    <a:pt x="10165" y="10103"/>
                    <a:pt x="10102" y="9490"/>
                  </a:cubicBezTo>
                  <a:cubicBezTo>
                    <a:pt x="10023" y="8588"/>
                    <a:pt x="8089" y="8571"/>
                    <a:pt x="7771" y="7431"/>
                  </a:cubicBezTo>
                  <a:cubicBezTo>
                    <a:pt x="7561" y="6665"/>
                    <a:pt x="8349" y="6336"/>
                    <a:pt x="8242" y="5429"/>
                  </a:cubicBezTo>
                  <a:cubicBezTo>
                    <a:pt x="8128" y="4499"/>
                    <a:pt x="7249" y="4340"/>
                    <a:pt x="5672" y="2910"/>
                  </a:cubicBezTo>
                  <a:cubicBezTo>
                    <a:pt x="3920" y="1316"/>
                    <a:pt x="3959" y="556"/>
                    <a:pt x="2779" y="171"/>
                  </a:cubicBezTo>
                  <a:cubicBezTo>
                    <a:pt x="2412" y="50"/>
                    <a:pt x="2033" y="1"/>
                    <a:pt x="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0" name="Google Shape;7930;p60"/>
            <p:cNvSpPr/>
            <p:nvPr/>
          </p:nvSpPr>
          <p:spPr>
            <a:xfrm>
              <a:off x="5726775" y="3018250"/>
              <a:ext cx="281650" cy="487750"/>
            </a:xfrm>
            <a:custGeom>
              <a:avLst/>
              <a:gdLst/>
              <a:ahLst/>
              <a:cxnLst/>
              <a:rect l="l" t="t" r="r" b="b"/>
              <a:pathLst>
                <a:path w="11266" h="19510" extrusionOk="0">
                  <a:moveTo>
                    <a:pt x="1775" y="132"/>
                  </a:moveTo>
                  <a:cubicBezTo>
                    <a:pt x="2122" y="132"/>
                    <a:pt x="2473" y="189"/>
                    <a:pt x="2803" y="297"/>
                  </a:cubicBezTo>
                  <a:cubicBezTo>
                    <a:pt x="3461" y="513"/>
                    <a:pt x="3727" y="847"/>
                    <a:pt x="4170" y="1397"/>
                  </a:cubicBezTo>
                  <a:cubicBezTo>
                    <a:pt x="4624" y="1982"/>
                    <a:pt x="5123" y="2526"/>
                    <a:pt x="5673" y="3025"/>
                  </a:cubicBezTo>
                  <a:cubicBezTo>
                    <a:pt x="6132" y="3439"/>
                    <a:pt x="6614" y="3825"/>
                    <a:pt x="7119" y="4188"/>
                  </a:cubicBezTo>
                  <a:cubicBezTo>
                    <a:pt x="7783" y="4670"/>
                    <a:pt x="8146" y="4943"/>
                    <a:pt x="8220" y="5504"/>
                  </a:cubicBezTo>
                  <a:cubicBezTo>
                    <a:pt x="8271" y="5930"/>
                    <a:pt x="8112" y="6224"/>
                    <a:pt x="7959" y="6508"/>
                  </a:cubicBezTo>
                  <a:cubicBezTo>
                    <a:pt x="7794" y="6814"/>
                    <a:pt x="7635" y="7104"/>
                    <a:pt x="7755" y="7518"/>
                  </a:cubicBezTo>
                  <a:cubicBezTo>
                    <a:pt x="7925" y="8136"/>
                    <a:pt x="8549" y="8437"/>
                    <a:pt x="9099" y="8703"/>
                  </a:cubicBezTo>
                  <a:cubicBezTo>
                    <a:pt x="9609" y="8947"/>
                    <a:pt x="10046" y="9163"/>
                    <a:pt x="10086" y="9554"/>
                  </a:cubicBezTo>
                  <a:cubicBezTo>
                    <a:pt x="10108" y="9826"/>
                    <a:pt x="9933" y="10013"/>
                    <a:pt x="9723" y="10229"/>
                  </a:cubicBezTo>
                  <a:cubicBezTo>
                    <a:pt x="9502" y="10462"/>
                    <a:pt x="9246" y="10728"/>
                    <a:pt x="9246" y="11136"/>
                  </a:cubicBezTo>
                  <a:cubicBezTo>
                    <a:pt x="9241" y="11630"/>
                    <a:pt x="9592" y="11925"/>
                    <a:pt x="9967" y="12237"/>
                  </a:cubicBezTo>
                  <a:cubicBezTo>
                    <a:pt x="10216" y="12441"/>
                    <a:pt x="10472" y="12657"/>
                    <a:pt x="10653" y="12946"/>
                  </a:cubicBezTo>
                  <a:cubicBezTo>
                    <a:pt x="11129" y="13689"/>
                    <a:pt x="11129" y="14937"/>
                    <a:pt x="10659" y="16207"/>
                  </a:cubicBezTo>
                  <a:cubicBezTo>
                    <a:pt x="10097" y="17733"/>
                    <a:pt x="9002" y="18913"/>
                    <a:pt x="7806" y="19276"/>
                  </a:cubicBezTo>
                  <a:cubicBezTo>
                    <a:pt x="7571" y="19346"/>
                    <a:pt x="7321" y="19380"/>
                    <a:pt x="7062" y="19380"/>
                  </a:cubicBezTo>
                  <a:cubicBezTo>
                    <a:pt x="6091" y="19380"/>
                    <a:pt x="5011" y="18902"/>
                    <a:pt x="4272" y="18090"/>
                  </a:cubicBezTo>
                  <a:cubicBezTo>
                    <a:pt x="3257" y="16979"/>
                    <a:pt x="3313" y="15674"/>
                    <a:pt x="3586" y="9412"/>
                  </a:cubicBezTo>
                  <a:lnTo>
                    <a:pt x="3625" y="8431"/>
                  </a:lnTo>
                  <a:cubicBezTo>
                    <a:pt x="3778" y="4931"/>
                    <a:pt x="3858" y="3008"/>
                    <a:pt x="2604" y="1880"/>
                  </a:cubicBezTo>
                  <a:cubicBezTo>
                    <a:pt x="2014" y="1352"/>
                    <a:pt x="1283" y="1103"/>
                    <a:pt x="750" y="915"/>
                  </a:cubicBezTo>
                  <a:cubicBezTo>
                    <a:pt x="449" y="813"/>
                    <a:pt x="137" y="711"/>
                    <a:pt x="148" y="626"/>
                  </a:cubicBezTo>
                  <a:cubicBezTo>
                    <a:pt x="154" y="575"/>
                    <a:pt x="216" y="513"/>
                    <a:pt x="313" y="450"/>
                  </a:cubicBezTo>
                  <a:cubicBezTo>
                    <a:pt x="574" y="286"/>
                    <a:pt x="1107" y="133"/>
                    <a:pt x="1725" y="133"/>
                  </a:cubicBezTo>
                  <a:cubicBezTo>
                    <a:pt x="1742" y="132"/>
                    <a:pt x="1758" y="132"/>
                    <a:pt x="1775" y="132"/>
                  </a:cubicBezTo>
                  <a:close/>
                  <a:moveTo>
                    <a:pt x="1729" y="0"/>
                  </a:moveTo>
                  <a:cubicBezTo>
                    <a:pt x="1080" y="0"/>
                    <a:pt x="519" y="161"/>
                    <a:pt x="245" y="337"/>
                  </a:cubicBezTo>
                  <a:cubicBezTo>
                    <a:pt x="109" y="422"/>
                    <a:pt x="29" y="513"/>
                    <a:pt x="18" y="609"/>
                  </a:cubicBezTo>
                  <a:cubicBezTo>
                    <a:pt x="1" y="796"/>
                    <a:pt x="262" y="887"/>
                    <a:pt x="710" y="1040"/>
                  </a:cubicBezTo>
                  <a:cubicBezTo>
                    <a:pt x="1232" y="1216"/>
                    <a:pt x="1946" y="1460"/>
                    <a:pt x="2514" y="1976"/>
                  </a:cubicBezTo>
                  <a:cubicBezTo>
                    <a:pt x="3676" y="3020"/>
                    <a:pt x="3654" y="4710"/>
                    <a:pt x="3495" y="8425"/>
                  </a:cubicBezTo>
                  <a:lnTo>
                    <a:pt x="3455" y="9407"/>
                  </a:lnTo>
                  <a:cubicBezTo>
                    <a:pt x="3183" y="15714"/>
                    <a:pt x="3126" y="17024"/>
                    <a:pt x="4176" y="18181"/>
                  </a:cubicBezTo>
                  <a:cubicBezTo>
                    <a:pt x="4936" y="19015"/>
                    <a:pt x="6059" y="19509"/>
                    <a:pt x="7063" y="19509"/>
                  </a:cubicBezTo>
                  <a:cubicBezTo>
                    <a:pt x="7079" y="19509"/>
                    <a:pt x="7095" y="19509"/>
                    <a:pt x="7112" y="19509"/>
                  </a:cubicBezTo>
                  <a:cubicBezTo>
                    <a:pt x="7357" y="19509"/>
                    <a:pt x="7606" y="19470"/>
                    <a:pt x="7840" y="19401"/>
                  </a:cubicBezTo>
                  <a:cubicBezTo>
                    <a:pt x="9076" y="19026"/>
                    <a:pt x="10205" y="17818"/>
                    <a:pt x="10783" y="16253"/>
                  </a:cubicBezTo>
                  <a:cubicBezTo>
                    <a:pt x="11266" y="14942"/>
                    <a:pt x="11260" y="13649"/>
                    <a:pt x="10766" y="12878"/>
                  </a:cubicBezTo>
                  <a:cubicBezTo>
                    <a:pt x="10568" y="12572"/>
                    <a:pt x="10307" y="12350"/>
                    <a:pt x="10052" y="12135"/>
                  </a:cubicBezTo>
                  <a:cubicBezTo>
                    <a:pt x="9683" y="11834"/>
                    <a:pt x="9371" y="11568"/>
                    <a:pt x="9377" y="11136"/>
                  </a:cubicBezTo>
                  <a:cubicBezTo>
                    <a:pt x="9377" y="10779"/>
                    <a:pt x="9604" y="10547"/>
                    <a:pt x="9819" y="10325"/>
                  </a:cubicBezTo>
                  <a:cubicBezTo>
                    <a:pt x="10029" y="10098"/>
                    <a:pt x="10245" y="9872"/>
                    <a:pt x="10216" y="9543"/>
                  </a:cubicBezTo>
                  <a:cubicBezTo>
                    <a:pt x="10171" y="9078"/>
                    <a:pt x="9677" y="8839"/>
                    <a:pt x="9156" y="8584"/>
                  </a:cubicBezTo>
                  <a:cubicBezTo>
                    <a:pt x="8605" y="8317"/>
                    <a:pt x="8038" y="8045"/>
                    <a:pt x="7879" y="7478"/>
                  </a:cubicBezTo>
                  <a:cubicBezTo>
                    <a:pt x="7783" y="7115"/>
                    <a:pt x="7919" y="6854"/>
                    <a:pt x="8078" y="6570"/>
                  </a:cubicBezTo>
                  <a:cubicBezTo>
                    <a:pt x="8231" y="6281"/>
                    <a:pt x="8407" y="5958"/>
                    <a:pt x="8350" y="5487"/>
                  </a:cubicBezTo>
                  <a:cubicBezTo>
                    <a:pt x="8276" y="4869"/>
                    <a:pt x="7868" y="4568"/>
                    <a:pt x="7199" y="4080"/>
                  </a:cubicBezTo>
                  <a:cubicBezTo>
                    <a:pt x="6700" y="3723"/>
                    <a:pt x="6217" y="3337"/>
                    <a:pt x="5764" y="2923"/>
                  </a:cubicBezTo>
                  <a:cubicBezTo>
                    <a:pt x="5219" y="2430"/>
                    <a:pt x="4720" y="1891"/>
                    <a:pt x="4272" y="1312"/>
                  </a:cubicBezTo>
                  <a:cubicBezTo>
                    <a:pt x="3835" y="762"/>
                    <a:pt x="3546" y="399"/>
                    <a:pt x="2848" y="172"/>
                  </a:cubicBezTo>
                  <a:cubicBezTo>
                    <a:pt x="2471" y="49"/>
                    <a:pt x="2087" y="0"/>
                    <a:pt x="17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1" name="Google Shape;7931;p60"/>
            <p:cNvSpPr/>
            <p:nvPr/>
          </p:nvSpPr>
          <p:spPr>
            <a:xfrm>
              <a:off x="5467275" y="3103225"/>
              <a:ext cx="220675" cy="222700"/>
            </a:xfrm>
            <a:custGeom>
              <a:avLst/>
              <a:gdLst/>
              <a:ahLst/>
              <a:cxnLst/>
              <a:rect l="l" t="t" r="r" b="b"/>
              <a:pathLst>
                <a:path w="8827" h="8908" extrusionOk="0">
                  <a:moveTo>
                    <a:pt x="1" y="1"/>
                  </a:moveTo>
                  <a:lnTo>
                    <a:pt x="1" y="1"/>
                  </a:lnTo>
                  <a:cubicBezTo>
                    <a:pt x="199" y="2116"/>
                    <a:pt x="795" y="4181"/>
                    <a:pt x="1754" y="6076"/>
                  </a:cubicBezTo>
                  <a:cubicBezTo>
                    <a:pt x="2525" y="7590"/>
                    <a:pt x="3172" y="8849"/>
                    <a:pt x="4142" y="8906"/>
                  </a:cubicBezTo>
                  <a:cubicBezTo>
                    <a:pt x="4164" y="8907"/>
                    <a:pt x="4187" y="8908"/>
                    <a:pt x="4210" y="8908"/>
                  </a:cubicBezTo>
                  <a:cubicBezTo>
                    <a:pt x="5929" y="8908"/>
                    <a:pt x="7448" y="5154"/>
                    <a:pt x="7868" y="4107"/>
                  </a:cubicBezTo>
                  <a:cubicBezTo>
                    <a:pt x="8322" y="2979"/>
                    <a:pt x="8645" y="1810"/>
                    <a:pt x="8827" y="60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2" name="Google Shape;7932;p60"/>
            <p:cNvSpPr/>
            <p:nvPr/>
          </p:nvSpPr>
          <p:spPr>
            <a:xfrm>
              <a:off x="5498475" y="3181925"/>
              <a:ext cx="18975" cy="63575"/>
            </a:xfrm>
            <a:custGeom>
              <a:avLst/>
              <a:gdLst/>
              <a:ahLst/>
              <a:cxnLst/>
              <a:rect l="l" t="t" r="r" b="b"/>
              <a:pathLst>
                <a:path w="759" h="2543" extrusionOk="0">
                  <a:moveTo>
                    <a:pt x="567" y="1"/>
                  </a:moveTo>
                  <a:cubicBezTo>
                    <a:pt x="469" y="1"/>
                    <a:pt x="367" y="63"/>
                    <a:pt x="358" y="188"/>
                  </a:cubicBezTo>
                  <a:cubicBezTo>
                    <a:pt x="301" y="897"/>
                    <a:pt x="194" y="1606"/>
                    <a:pt x="35" y="2298"/>
                  </a:cubicBezTo>
                  <a:cubicBezTo>
                    <a:pt x="1" y="2445"/>
                    <a:pt x="125" y="2542"/>
                    <a:pt x="241" y="2542"/>
                  </a:cubicBezTo>
                  <a:cubicBezTo>
                    <a:pt x="318" y="2542"/>
                    <a:pt x="392" y="2499"/>
                    <a:pt x="415" y="2400"/>
                  </a:cubicBezTo>
                  <a:cubicBezTo>
                    <a:pt x="579" y="1674"/>
                    <a:pt x="693" y="931"/>
                    <a:pt x="750" y="188"/>
                  </a:cubicBezTo>
                  <a:cubicBezTo>
                    <a:pt x="758" y="63"/>
                    <a:pt x="664" y="1"/>
                    <a:pt x="5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3" name="Google Shape;7933;p60"/>
            <p:cNvSpPr/>
            <p:nvPr/>
          </p:nvSpPr>
          <p:spPr>
            <a:xfrm>
              <a:off x="5504475" y="3179300"/>
              <a:ext cx="74825" cy="60475"/>
            </a:xfrm>
            <a:custGeom>
              <a:avLst/>
              <a:gdLst/>
              <a:ahLst/>
              <a:cxnLst/>
              <a:rect l="l" t="t" r="r" b="b"/>
              <a:pathLst>
                <a:path w="2993" h="2419" extrusionOk="0">
                  <a:moveTo>
                    <a:pt x="292" y="1"/>
                  </a:moveTo>
                  <a:cubicBezTo>
                    <a:pt x="137" y="1"/>
                    <a:pt x="1" y="196"/>
                    <a:pt x="147" y="333"/>
                  </a:cubicBezTo>
                  <a:cubicBezTo>
                    <a:pt x="935" y="1064"/>
                    <a:pt x="1763" y="1745"/>
                    <a:pt x="2625" y="2380"/>
                  </a:cubicBezTo>
                  <a:cubicBezTo>
                    <a:pt x="2661" y="2407"/>
                    <a:pt x="2696" y="2419"/>
                    <a:pt x="2730" y="2419"/>
                  </a:cubicBezTo>
                  <a:cubicBezTo>
                    <a:pt x="2886" y="2419"/>
                    <a:pt x="2992" y="2162"/>
                    <a:pt x="2824" y="2040"/>
                  </a:cubicBezTo>
                  <a:lnTo>
                    <a:pt x="2829" y="2040"/>
                  </a:lnTo>
                  <a:cubicBezTo>
                    <a:pt x="1990" y="1427"/>
                    <a:pt x="1184" y="764"/>
                    <a:pt x="424" y="55"/>
                  </a:cubicBezTo>
                  <a:cubicBezTo>
                    <a:pt x="383" y="17"/>
                    <a:pt x="337" y="1"/>
                    <a:pt x="2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4" name="Google Shape;7934;p60"/>
            <p:cNvSpPr/>
            <p:nvPr/>
          </p:nvSpPr>
          <p:spPr>
            <a:xfrm>
              <a:off x="5568225" y="3190875"/>
              <a:ext cx="59900" cy="49675"/>
            </a:xfrm>
            <a:custGeom>
              <a:avLst/>
              <a:gdLst/>
              <a:ahLst/>
              <a:cxnLst/>
              <a:rect l="l" t="t" r="r" b="b"/>
              <a:pathLst>
                <a:path w="2396" h="1987" extrusionOk="0">
                  <a:moveTo>
                    <a:pt x="2123" y="1"/>
                  </a:moveTo>
                  <a:cubicBezTo>
                    <a:pt x="2078" y="1"/>
                    <a:pt x="2032" y="20"/>
                    <a:pt x="1992" y="68"/>
                  </a:cubicBezTo>
                  <a:cubicBezTo>
                    <a:pt x="1476" y="681"/>
                    <a:pt x="864" y="1203"/>
                    <a:pt x="177" y="1617"/>
                  </a:cubicBezTo>
                  <a:cubicBezTo>
                    <a:pt x="1" y="1731"/>
                    <a:pt x="109" y="1987"/>
                    <a:pt x="277" y="1987"/>
                  </a:cubicBezTo>
                  <a:cubicBezTo>
                    <a:pt x="308" y="1987"/>
                    <a:pt x="342" y="1978"/>
                    <a:pt x="376" y="1957"/>
                  </a:cubicBezTo>
                  <a:cubicBezTo>
                    <a:pt x="1091" y="1526"/>
                    <a:pt x="1731" y="981"/>
                    <a:pt x="2270" y="340"/>
                  </a:cubicBezTo>
                  <a:cubicBezTo>
                    <a:pt x="2395" y="198"/>
                    <a:pt x="2265" y="1"/>
                    <a:pt x="2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5" name="Google Shape;7935;p60"/>
            <p:cNvSpPr/>
            <p:nvPr/>
          </p:nvSpPr>
          <p:spPr>
            <a:xfrm>
              <a:off x="5618025" y="3191925"/>
              <a:ext cx="36925" cy="57200"/>
            </a:xfrm>
            <a:custGeom>
              <a:avLst/>
              <a:gdLst/>
              <a:ahLst/>
              <a:cxnLst/>
              <a:rect l="l" t="t" r="r" b="b"/>
              <a:pathLst>
                <a:path w="1477" h="2288" extrusionOk="0">
                  <a:moveTo>
                    <a:pt x="271" y="0"/>
                  </a:moveTo>
                  <a:cubicBezTo>
                    <a:pt x="136" y="0"/>
                    <a:pt x="1" y="140"/>
                    <a:pt x="91" y="293"/>
                  </a:cubicBezTo>
                  <a:cubicBezTo>
                    <a:pt x="454" y="888"/>
                    <a:pt x="772" y="1512"/>
                    <a:pt x="1044" y="2159"/>
                  </a:cubicBezTo>
                  <a:cubicBezTo>
                    <a:pt x="1080" y="2249"/>
                    <a:pt x="1161" y="2288"/>
                    <a:pt x="1241" y="2288"/>
                  </a:cubicBezTo>
                  <a:cubicBezTo>
                    <a:pt x="1361" y="2288"/>
                    <a:pt x="1477" y="2197"/>
                    <a:pt x="1418" y="2057"/>
                  </a:cubicBezTo>
                  <a:cubicBezTo>
                    <a:pt x="1140" y="1376"/>
                    <a:pt x="811" y="718"/>
                    <a:pt x="431" y="94"/>
                  </a:cubicBezTo>
                  <a:cubicBezTo>
                    <a:pt x="391" y="28"/>
                    <a:pt x="331" y="0"/>
                    <a:pt x="2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6" name="Google Shape;7936;p60"/>
            <p:cNvSpPr/>
            <p:nvPr/>
          </p:nvSpPr>
          <p:spPr>
            <a:xfrm>
              <a:off x="5496900" y="3147325"/>
              <a:ext cx="23625" cy="38575"/>
            </a:xfrm>
            <a:custGeom>
              <a:avLst/>
              <a:gdLst/>
              <a:ahLst/>
              <a:cxnLst/>
              <a:rect l="l" t="t" r="r" b="b"/>
              <a:pathLst>
                <a:path w="945" h="1543" extrusionOk="0">
                  <a:moveTo>
                    <a:pt x="430" y="1"/>
                  </a:moveTo>
                  <a:cubicBezTo>
                    <a:pt x="377" y="1"/>
                    <a:pt x="325" y="6"/>
                    <a:pt x="274" y="18"/>
                  </a:cubicBezTo>
                  <a:cubicBezTo>
                    <a:pt x="128" y="44"/>
                    <a:pt x="104" y="185"/>
                    <a:pt x="158" y="289"/>
                  </a:cubicBezTo>
                  <a:lnTo>
                    <a:pt x="158" y="289"/>
                  </a:lnTo>
                  <a:cubicBezTo>
                    <a:pt x="27" y="370"/>
                    <a:pt x="0" y="583"/>
                    <a:pt x="162" y="645"/>
                  </a:cubicBezTo>
                  <a:lnTo>
                    <a:pt x="162" y="645"/>
                  </a:lnTo>
                  <a:cubicBezTo>
                    <a:pt x="129" y="703"/>
                    <a:pt x="133" y="780"/>
                    <a:pt x="166" y="842"/>
                  </a:cubicBezTo>
                  <a:lnTo>
                    <a:pt x="166" y="842"/>
                  </a:lnTo>
                  <a:cubicBezTo>
                    <a:pt x="7" y="952"/>
                    <a:pt x="95" y="1177"/>
                    <a:pt x="274" y="1203"/>
                  </a:cubicBezTo>
                  <a:lnTo>
                    <a:pt x="274" y="1203"/>
                  </a:lnTo>
                  <a:cubicBezTo>
                    <a:pt x="272" y="1205"/>
                    <a:pt x="270" y="1207"/>
                    <a:pt x="268" y="1209"/>
                  </a:cubicBezTo>
                  <a:cubicBezTo>
                    <a:pt x="127" y="1345"/>
                    <a:pt x="263" y="1543"/>
                    <a:pt x="413" y="1543"/>
                  </a:cubicBezTo>
                  <a:cubicBezTo>
                    <a:pt x="456" y="1543"/>
                    <a:pt x="501" y="1526"/>
                    <a:pt x="540" y="1487"/>
                  </a:cubicBezTo>
                  <a:cubicBezTo>
                    <a:pt x="591" y="1424"/>
                    <a:pt x="659" y="1379"/>
                    <a:pt x="733" y="1351"/>
                  </a:cubicBezTo>
                  <a:cubicBezTo>
                    <a:pt x="881" y="1290"/>
                    <a:pt x="945" y="1022"/>
                    <a:pt x="753" y="980"/>
                  </a:cubicBezTo>
                  <a:lnTo>
                    <a:pt x="753" y="980"/>
                  </a:lnTo>
                  <a:cubicBezTo>
                    <a:pt x="749" y="969"/>
                    <a:pt x="743" y="958"/>
                    <a:pt x="736" y="947"/>
                  </a:cubicBezTo>
                  <a:lnTo>
                    <a:pt x="736" y="947"/>
                  </a:lnTo>
                  <a:cubicBezTo>
                    <a:pt x="788" y="892"/>
                    <a:pt x="801" y="816"/>
                    <a:pt x="779" y="751"/>
                  </a:cubicBezTo>
                  <a:lnTo>
                    <a:pt x="779" y="751"/>
                  </a:lnTo>
                  <a:cubicBezTo>
                    <a:pt x="849" y="660"/>
                    <a:pt x="816" y="487"/>
                    <a:pt x="707" y="445"/>
                  </a:cubicBezTo>
                  <a:lnTo>
                    <a:pt x="707" y="445"/>
                  </a:lnTo>
                  <a:cubicBezTo>
                    <a:pt x="750" y="382"/>
                    <a:pt x="759" y="299"/>
                    <a:pt x="724" y="236"/>
                  </a:cubicBezTo>
                  <a:lnTo>
                    <a:pt x="724" y="236"/>
                  </a:lnTo>
                  <a:cubicBezTo>
                    <a:pt x="739" y="141"/>
                    <a:pt x="693" y="38"/>
                    <a:pt x="586" y="18"/>
                  </a:cubicBezTo>
                  <a:cubicBezTo>
                    <a:pt x="535" y="6"/>
                    <a:pt x="482" y="1"/>
                    <a:pt x="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7" name="Google Shape;7937;p60"/>
            <p:cNvSpPr/>
            <p:nvPr/>
          </p:nvSpPr>
          <p:spPr>
            <a:xfrm>
              <a:off x="5614300" y="3158400"/>
              <a:ext cx="27700" cy="42050"/>
            </a:xfrm>
            <a:custGeom>
              <a:avLst/>
              <a:gdLst/>
              <a:ahLst/>
              <a:cxnLst/>
              <a:rect l="l" t="t" r="r" b="b"/>
              <a:pathLst>
                <a:path w="1108" h="1682" extrusionOk="0">
                  <a:moveTo>
                    <a:pt x="337" y="0"/>
                  </a:moveTo>
                  <a:cubicBezTo>
                    <a:pt x="172" y="0"/>
                    <a:pt x="114" y="170"/>
                    <a:pt x="166" y="288"/>
                  </a:cubicBezTo>
                  <a:lnTo>
                    <a:pt x="166" y="288"/>
                  </a:lnTo>
                  <a:cubicBezTo>
                    <a:pt x="26" y="339"/>
                    <a:pt x="0" y="509"/>
                    <a:pt x="89" y="604"/>
                  </a:cubicBezTo>
                  <a:lnTo>
                    <a:pt x="89" y="604"/>
                  </a:lnTo>
                  <a:cubicBezTo>
                    <a:pt x="43" y="686"/>
                    <a:pt x="60" y="806"/>
                    <a:pt x="137" y="865"/>
                  </a:cubicBezTo>
                  <a:lnTo>
                    <a:pt x="137" y="865"/>
                  </a:lnTo>
                  <a:cubicBezTo>
                    <a:pt x="45" y="923"/>
                    <a:pt x="15" y="1046"/>
                    <a:pt x="60" y="1134"/>
                  </a:cubicBezTo>
                  <a:lnTo>
                    <a:pt x="60" y="1134"/>
                  </a:lnTo>
                  <a:cubicBezTo>
                    <a:pt x="20" y="1211"/>
                    <a:pt x="33" y="1313"/>
                    <a:pt x="100" y="1375"/>
                  </a:cubicBezTo>
                  <a:lnTo>
                    <a:pt x="100" y="1375"/>
                  </a:lnTo>
                  <a:cubicBezTo>
                    <a:pt x="67" y="1495"/>
                    <a:pt x="116" y="1621"/>
                    <a:pt x="297" y="1673"/>
                  </a:cubicBezTo>
                  <a:cubicBezTo>
                    <a:pt x="317" y="1679"/>
                    <a:pt x="335" y="1682"/>
                    <a:pt x="353" y="1682"/>
                  </a:cubicBezTo>
                  <a:cubicBezTo>
                    <a:pt x="475" y="1682"/>
                    <a:pt x="549" y="1559"/>
                    <a:pt x="535" y="1449"/>
                  </a:cubicBezTo>
                  <a:lnTo>
                    <a:pt x="535" y="1449"/>
                  </a:lnTo>
                  <a:cubicBezTo>
                    <a:pt x="580" y="1422"/>
                    <a:pt x="606" y="1379"/>
                    <a:pt x="613" y="1333"/>
                  </a:cubicBezTo>
                  <a:lnTo>
                    <a:pt x="613" y="1333"/>
                  </a:lnTo>
                  <a:cubicBezTo>
                    <a:pt x="625" y="1331"/>
                    <a:pt x="637" y="1329"/>
                    <a:pt x="649" y="1327"/>
                  </a:cubicBezTo>
                  <a:cubicBezTo>
                    <a:pt x="774" y="1302"/>
                    <a:pt x="811" y="1167"/>
                    <a:pt x="772" y="1064"/>
                  </a:cubicBezTo>
                  <a:lnTo>
                    <a:pt x="772" y="1064"/>
                  </a:lnTo>
                  <a:cubicBezTo>
                    <a:pt x="917" y="1002"/>
                    <a:pt x="937" y="801"/>
                    <a:pt x="802" y="715"/>
                  </a:cubicBezTo>
                  <a:cubicBezTo>
                    <a:pt x="778" y="701"/>
                    <a:pt x="753" y="687"/>
                    <a:pt x="729" y="674"/>
                  </a:cubicBezTo>
                  <a:lnTo>
                    <a:pt x="729" y="674"/>
                  </a:lnTo>
                  <a:cubicBezTo>
                    <a:pt x="756" y="612"/>
                    <a:pt x="750" y="539"/>
                    <a:pt x="713" y="482"/>
                  </a:cubicBezTo>
                  <a:lnTo>
                    <a:pt x="713" y="482"/>
                  </a:lnTo>
                  <a:cubicBezTo>
                    <a:pt x="715" y="480"/>
                    <a:pt x="716" y="479"/>
                    <a:pt x="717" y="477"/>
                  </a:cubicBezTo>
                  <a:lnTo>
                    <a:pt x="717" y="477"/>
                  </a:lnTo>
                  <a:lnTo>
                    <a:pt x="830" y="465"/>
                  </a:lnTo>
                  <a:cubicBezTo>
                    <a:pt x="1046" y="443"/>
                    <a:pt x="1108" y="142"/>
                    <a:pt x="881" y="80"/>
                  </a:cubicBezTo>
                  <a:cubicBezTo>
                    <a:pt x="705" y="29"/>
                    <a:pt x="524" y="0"/>
                    <a:pt x="3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8" name="Google Shape;7938;p60"/>
            <p:cNvSpPr/>
            <p:nvPr/>
          </p:nvSpPr>
          <p:spPr>
            <a:xfrm>
              <a:off x="5564650" y="3232375"/>
              <a:ext cx="14625" cy="25025"/>
            </a:xfrm>
            <a:custGeom>
              <a:avLst/>
              <a:gdLst/>
              <a:ahLst/>
              <a:cxnLst/>
              <a:rect l="l" t="t" r="r" b="b"/>
              <a:pathLst>
                <a:path w="585" h="1001" extrusionOk="0">
                  <a:moveTo>
                    <a:pt x="305" y="0"/>
                  </a:moveTo>
                  <a:cubicBezTo>
                    <a:pt x="177" y="0"/>
                    <a:pt x="65" y="76"/>
                    <a:pt x="42" y="218"/>
                  </a:cubicBezTo>
                  <a:cubicBezTo>
                    <a:pt x="33" y="273"/>
                    <a:pt x="43" y="331"/>
                    <a:pt x="73" y="382"/>
                  </a:cubicBezTo>
                  <a:lnTo>
                    <a:pt x="73" y="382"/>
                  </a:lnTo>
                  <a:cubicBezTo>
                    <a:pt x="67" y="387"/>
                    <a:pt x="60" y="393"/>
                    <a:pt x="54" y="399"/>
                  </a:cubicBezTo>
                  <a:cubicBezTo>
                    <a:pt x="1" y="495"/>
                    <a:pt x="34" y="612"/>
                    <a:pt x="121" y="666"/>
                  </a:cubicBezTo>
                  <a:lnTo>
                    <a:pt x="121" y="666"/>
                  </a:lnTo>
                  <a:cubicBezTo>
                    <a:pt x="119" y="672"/>
                    <a:pt x="118" y="680"/>
                    <a:pt x="116" y="688"/>
                  </a:cubicBezTo>
                  <a:cubicBezTo>
                    <a:pt x="116" y="711"/>
                    <a:pt x="110" y="728"/>
                    <a:pt x="110" y="751"/>
                  </a:cubicBezTo>
                  <a:cubicBezTo>
                    <a:pt x="105" y="807"/>
                    <a:pt x="122" y="859"/>
                    <a:pt x="150" y="904"/>
                  </a:cubicBezTo>
                  <a:cubicBezTo>
                    <a:pt x="189" y="972"/>
                    <a:pt x="248" y="1000"/>
                    <a:pt x="307" y="1000"/>
                  </a:cubicBezTo>
                  <a:cubicBezTo>
                    <a:pt x="428" y="1000"/>
                    <a:pt x="550" y="885"/>
                    <a:pt x="510" y="750"/>
                  </a:cubicBezTo>
                  <a:lnTo>
                    <a:pt x="510" y="750"/>
                  </a:lnTo>
                  <a:cubicBezTo>
                    <a:pt x="534" y="671"/>
                    <a:pt x="566" y="608"/>
                    <a:pt x="527" y="508"/>
                  </a:cubicBezTo>
                  <a:lnTo>
                    <a:pt x="527" y="508"/>
                  </a:lnTo>
                  <a:cubicBezTo>
                    <a:pt x="534" y="498"/>
                    <a:pt x="541" y="486"/>
                    <a:pt x="547" y="473"/>
                  </a:cubicBezTo>
                  <a:cubicBezTo>
                    <a:pt x="584" y="399"/>
                    <a:pt x="577" y="314"/>
                    <a:pt x="529" y="248"/>
                  </a:cubicBezTo>
                  <a:lnTo>
                    <a:pt x="529" y="248"/>
                  </a:lnTo>
                  <a:cubicBezTo>
                    <a:pt x="550" y="155"/>
                    <a:pt x="514" y="49"/>
                    <a:pt x="400" y="13"/>
                  </a:cubicBezTo>
                  <a:cubicBezTo>
                    <a:pt x="368" y="5"/>
                    <a:pt x="336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9" name="Google Shape;7939;p60"/>
            <p:cNvSpPr/>
            <p:nvPr/>
          </p:nvSpPr>
          <p:spPr>
            <a:xfrm>
              <a:off x="5564125" y="3252400"/>
              <a:ext cx="13225" cy="75125"/>
            </a:xfrm>
            <a:custGeom>
              <a:avLst/>
              <a:gdLst/>
              <a:ahLst/>
              <a:cxnLst/>
              <a:rect l="l" t="t" r="r" b="b"/>
              <a:pathLst>
                <a:path w="529" h="3005" extrusionOk="0">
                  <a:moveTo>
                    <a:pt x="325" y="1"/>
                  </a:moveTo>
                  <a:cubicBezTo>
                    <a:pt x="226" y="1"/>
                    <a:pt x="120" y="63"/>
                    <a:pt x="103" y="188"/>
                  </a:cubicBezTo>
                  <a:cubicBezTo>
                    <a:pt x="1" y="1061"/>
                    <a:pt x="7" y="1946"/>
                    <a:pt x="120" y="2820"/>
                  </a:cubicBezTo>
                  <a:cubicBezTo>
                    <a:pt x="134" y="2942"/>
                    <a:pt x="242" y="3005"/>
                    <a:pt x="341" y="3005"/>
                  </a:cubicBezTo>
                  <a:cubicBezTo>
                    <a:pt x="439" y="3005"/>
                    <a:pt x="528" y="2944"/>
                    <a:pt x="511" y="2820"/>
                  </a:cubicBezTo>
                  <a:cubicBezTo>
                    <a:pt x="398" y="1946"/>
                    <a:pt x="392" y="1061"/>
                    <a:pt x="500" y="188"/>
                  </a:cubicBezTo>
                  <a:cubicBezTo>
                    <a:pt x="514" y="63"/>
                    <a:pt x="424" y="1"/>
                    <a:pt x="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0" name="Google Shape;7940;p60"/>
            <p:cNvSpPr/>
            <p:nvPr/>
          </p:nvSpPr>
          <p:spPr>
            <a:xfrm>
              <a:off x="5498050" y="3238125"/>
              <a:ext cx="19450" cy="17375"/>
            </a:xfrm>
            <a:custGeom>
              <a:avLst/>
              <a:gdLst/>
              <a:ahLst/>
              <a:cxnLst/>
              <a:rect l="l" t="t" r="r" b="b"/>
              <a:pathLst>
                <a:path w="778" h="695" extrusionOk="0">
                  <a:moveTo>
                    <a:pt x="248" y="1"/>
                  </a:moveTo>
                  <a:cubicBezTo>
                    <a:pt x="220" y="1"/>
                    <a:pt x="190" y="7"/>
                    <a:pt x="160" y="22"/>
                  </a:cubicBezTo>
                  <a:cubicBezTo>
                    <a:pt x="97" y="56"/>
                    <a:pt x="52" y="112"/>
                    <a:pt x="35" y="180"/>
                  </a:cubicBezTo>
                  <a:cubicBezTo>
                    <a:pt x="1" y="305"/>
                    <a:pt x="97" y="430"/>
                    <a:pt x="222" y="430"/>
                  </a:cubicBezTo>
                  <a:lnTo>
                    <a:pt x="318" y="396"/>
                  </a:lnTo>
                  <a:lnTo>
                    <a:pt x="318" y="396"/>
                  </a:lnTo>
                  <a:cubicBezTo>
                    <a:pt x="244" y="552"/>
                    <a:pt x="379" y="695"/>
                    <a:pt x="508" y="695"/>
                  </a:cubicBezTo>
                  <a:cubicBezTo>
                    <a:pt x="566" y="695"/>
                    <a:pt x="623" y="665"/>
                    <a:pt x="659" y="594"/>
                  </a:cubicBezTo>
                  <a:cubicBezTo>
                    <a:pt x="777" y="334"/>
                    <a:pt x="624" y="140"/>
                    <a:pt x="397" y="68"/>
                  </a:cubicBezTo>
                  <a:lnTo>
                    <a:pt x="397" y="68"/>
                  </a:lnTo>
                  <a:cubicBezTo>
                    <a:pt x="360" y="28"/>
                    <a:pt x="307" y="1"/>
                    <a:pt x="2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1" name="Google Shape;7941;p60"/>
            <p:cNvSpPr/>
            <p:nvPr/>
          </p:nvSpPr>
          <p:spPr>
            <a:xfrm>
              <a:off x="5504275" y="3247275"/>
              <a:ext cx="74375" cy="82100"/>
            </a:xfrm>
            <a:custGeom>
              <a:avLst/>
              <a:gdLst/>
              <a:ahLst/>
              <a:cxnLst/>
              <a:rect l="l" t="t" r="r" b="b"/>
              <a:pathLst>
                <a:path w="2975" h="3284" extrusionOk="0">
                  <a:moveTo>
                    <a:pt x="241" y="1"/>
                  </a:moveTo>
                  <a:cubicBezTo>
                    <a:pt x="120" y="1"/>
                    <a:pt x="1" y="95"/>
                    <a:pt x="52" y="240"/>
                  </a:cubicBezTo>
                  <a:cubicBezTo>
                    <a:pt x="523" y="1516"/>
                    <a:pt x="1272" y="2843"/>
                    <a:pt x="2650" y="3274"/>
                  </a:cubicBezTo>
                  <a:cubicBezTo>
                    <a:pt x="2672" y="3281"/>
                    <a:pt x="2692" y="3284"/>
                    <a:pt x="2711" y="3284"/>
                  </a:cubicBezTo>
                  <a:cubicBezTo>
                    <a:pt x="2909" y="3284"/>
                    <a:pt x="2975" y="2962"/>
                    <a:pt x="2752" y="2894"/>
                  </a:cubicBezTo>
                  <a:cubicBezTo>
                    <a:pt x="1521" y="2509"/>
                    <a:pt x="846" y="1272"/>
                    <a:pt x="432" y="132"/>
                  </a:cubicBezTo>
                  <a:cubicBezTo>
                    <a:pt x="399" y="41"/>
                    <a:pt x="320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2" name="Google Shape;7942;p60"/>
            <p:cNvSpPr/>
            <p:nvPr/>
          </p:nvSpPr>
          <p:spPr>
            <a:xfrm>
              <a:off x="5637775" y="3241000"/>
              <a:ext cx="16125" cy="19400"/>
            </a:xfrm>
            <a:custGeom>
              <a:avLst/>
              <a:gdLst/>
              <a:ahLst/>
              <a:cxnLst/>
              <a:rect l="l" t="t" r="r" b="b"/>
              <a:pathLst>
                <a:path w="645" h="776" extrusionOk="0">
                  <a:moveTo>
                    <a:pt x="345" y="1"/>
                  </a:moveTo>
                  <a:cubicBezTo>
                    <a:pt x="249" y="1"/>
                    <a:pt x="160" y="42"/>
                    <a:pt x="118" y="151"/>
                  </a:cubicBezTo>
                  <a:cubicBezTo>
                    <a:pt x="84" y="242"/>
                    <a:pt x="103" y="314"/>
                    <a:pt x="149" y="369"/>
                  </a:cubicBezTo>
                  <a:lnTo>
                    <a:pt x="149" y="369"/>
                  </a:lnTo>
                  <a:cubicBezTo>
                    <a:pt x="139" y="387"/>
                    <a:pt x="130" y="406"/>
                    <a:pt x="125" y="426"/>
                  </a:cubicBezTo>
                  <a:lnTo>
                    <a:pt x="125" y="426"/>
                  </a:lnTo>
                  <a:cubicBezTo>
                    <a:pt x="0" y="528"/>
                    <a:pt x="31" y="775"/>
                    <a:pt x="217" y="775"/>
                  </a:cubicBezTo>
                  <a:cubicBezTo>
                    <a:pt x="223" y="775"/>
                    <a:pt x="230" y="775"/>
                    <a:pt x="237" y="774"/>
                  </a:cubicBezTo>
                  <a:cubicBezTo>
                    <a:pt x="362" y="769"/>
                    <a:pt x="470" y="706"/>
                    <a:pt x="538" y="604"/>
                  </a:cubicBezTo>
                  <a:cubicBezTo>
                    <a:pt x="567" y="565"/>
                    <a:pt x="572" y="517"/>
                    <a:pt x="561" y="470"/>
                  </a:cubicBezTo>
                  <a:lnTo>
                    <a:pt x="561" y="470"/>
                  </a:lnTo>
                  <a:cubicBezTo>
                    <a:pt x="565" y="459"/>
                    <a:pt x="569" y="448"/>
                    <a:pt x="572" y="440"/>
                  </a:cubicBezTo>
                  <a:cubicBezTo>
                    <a:pt x="596" y="396"/>
                    <a:pt x="604" y="343"/>
                    <a:pt x="594" y="293"/>
                  </a:cubicBezTo>
                  <a:lnTo>
                    <a:pt x="594" y="293"/>
                  </a:lnTo>
                  <a:cubicBezTo>
                    <a:pt x="644" y="208"/>
                    <a:pt x="637" y="97"/>
                    <a:pt x="521" y="43"/>
                  </a:cubicBezTo>
                  <a:cubicBezTo>
                    <a:pt x="466" y="17"/>
                    <a:pt x="404" y="1"/>
                    <a:pt x="3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3" name="Google Shape;7943;p60"/>
            <p:cNvSpPr/>
            <p:nvPr/>
          </p:nvSpPr>
          <p:spPr>
            <a:xfrm>
              <a:off x="5566325" y="3253225"/>
              <a:ext cx="83850" cy="75750"/>
            </a:xfrm>
            <a:custGeom>
              <a:avLst/>
              <a:gdLst/>
              <a:ahLst/>
              <a:cxnLst/>
              <a:rect l="l" t="t" r="r" b="b"/>
              <a:pathLst>
                <a:path w="3354" h="3030" extrusionOk="0">
                  <a:moveTo>
                    <a:pt x="3077" y="0"/>
                  </a:moveTo>
                  <a:cubicBezTo>
                    <a:pt x="3017" y="0"/>
                    <a:pt x="2956" y="26"/>
                    <a:pt x="2914" y="87"/>
                  </a:cubicBezTo>
                  <a:cubicBezTo>
                    <a:pt x="2585" y="569"/>
                    <a:pt x="2256" y="1051"/>
                    <a:pt x="1921" y="1533"/>
                  </a:cubicBezTo>
                  <a:cubicBezTo>
                    <a:pt x="1591" y="2022"/>
                    <a:pt x="1173" y="2642"/>
                    <a:pt x="539" y="2642"/>
                  </a:cubicBezTo>
                  <a:cubicBezTo>
                    <a:pt x="474" y="2642"/>
                    <a:pt x="407" y="2636"/>
                    <a:pt x="338" y="2622"/>
                  </a:cubicBezTo>
                  <a:cubicBezTo>
                    <a:pt x="324" y="2620"/>
                    <a:pt x="311" y="2619"/>
                    <a:pt x="298" y="2619"/>
                  </a:cubicBezTo>
                  <a:cubicBezTo>
                    <a:pt x="83" y="2619"/>
                    <a:pt x="1" y="2954"/>
                    <a:pt x="236" y="3002"/>
                  </a:cubicBezTo>
                  <a:cubicBezTo>
                    <a:pt x="334" y="3021"/>
                    <a:pt x="429" y="3030"/>
                    <a:pt x="522" y="3030"/>
                  </a:cubicBezTo>
                  <a:cubicBezTo>
                    <a:pt x="1021" y="3030"/>
                    <a:pt x="1446" y="2771"/>
                    <a:pt x="1790" y="2378"/>
                  </a:cubicBezTo>
                  <a:cubicBezTo>
                    <a:pt x="2341" y="1737"/>
                    <a:pt x="2783" y="977"/>
                    <a:pt x="3254" y="285"/>
                  </a:cubicBezTo>
                  <a:cubicBezTo>
                    <a:pt x="3353" y="139"/>
                    <a:pt x="3216" y="0"/>
                    <a:pt x="30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4" name="Google Shape;7944;p60"/>
            <p:cNvSpPr/>
            <p:nvPr/>
          </p:nvSpPr>
          <p:spPr>
            <a:xfrm>
              <a:off x="5501925" y="2864425"/>
              <a:ext cx="61550" cy="294325"/>
            </a:xfrm>
            <a:custGeom>
              <a:avLst/>
              <a:gdLst/>
              <a:ahLst/>
              <a:cxnLst/>
              <a:rect l="l" t="t" r="r" b="b"/>
              <a:pathLst>
                <a:path w="2462" h="11773" extrusionOk="0">
                  <a:moveTo>
                    <a:pt x="2222" y="1"/>
                  </a:moveTo>
                  <a:cubicBezTo>
                    <a:pt x="2146" y="1"/>
                    <a:pt x="2076" y="43"/>
                    <a:pt x="2058" y="143"/>
                  </a:cubicBezTo>
                  <a:cubicBezTo>
                    <a:pt x="1383" y="3937"/>
                    <a:pt x="702" y="7732"/>
                    <a:pt x="27" y="11527"/>
                  </a:cubicBezTo>
                  <a:cubicBezTo>
                    <a:pt x="0" y="11676"/>
                    <a:pt x="125" y="11772"/>
                    <a:pt x="240" y="11772"/>
                  </a:cubicBezTo>
                  <a:cubicBezTo>
                    <a:pt x="317" y="11772"/>
                    <a:pt x="389" y="11729"/>
                    <a:pt x="407" y="11629"/>
                  </a:cubicBezTo>
                  <a:lnTo>
                    <a:pt x="2438" y="245"/>
                  </a:lnTo>
                  <a:cubicBezTo>
                    <a:pt x="2462" y="98"/>
                    <a:pt x="2336" y="1"/>
                    <a:pt x="2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5" name="Google Shape;7945;p60"/>
            <p:cNvSpPr/>
            <p:nvPr/>
          </p:nvSpPr>
          <p:spPr>
            <a:xfrm>
              <a:off x="5552500" y="2864425"/>
              <a:ext cx="80725" cy="304000"/>
            </a:xfrm>
            <a:custGeom>
              <a:avLst/>
              <a:gdLst/>
              <a:ahLst/>
              <a:cxnLst/>
              <a:rect l="l" t="t" r="r" b="b"/>
              <a:pathLst>
                <a:path w="3229" h="12160" extrusionOk="0">
                  <a:moveTo>
                    <a:pt x="239" y="1"/>
                  </a:moveTo>
                  <a:cubicBezTo>
                    <a:pt x="123" y="1"/>
                    <a:pt x="1" y="98"/>
                    <a:pt x="35" y="245"/>
                  </a:cubicBezTo>
                  <a:lnTo>
                    <a:pt x="2814" y="12020"/>
                  </a:lnTo>
                  <a:cubicBezTo>
                    <a:pt x="2837" y="12118"/>
                    <a:pt x="2911" y="12160"/>
                    <a:pt x="2989" y="12160"/>
                  </a:cubicBezTo>
                  <a:cubicBezTo>
                    <a:pt x="3105" y="12160"/>
                    <a:pt x="3228" y="12064"/>
                    <a:pt x="3194" y="11918"/>
                  </a:cubicBezTo>
                  <a:cubicBezTo>
                    <a:pt x="2264" y="7993"/>
                    <a:pt x="1339" y="4068"/>
                    <a:pt x="415" y="143"/>
                  </a:cubicBezTo>
                  <a:cubicBezTo>
                    <a:pt x="390" y="43"/>
                    <a:pt x="316" y="1"/>
                    <a:pt x="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6" name="Google Shape;7946;p60"/>
            <p:cNvSpPr/>
            <p:nvPr/>
          </p:nvSpPr>
          <p:spPr>
            <a:xfrm>
              <a:off x="5667650" y="3066200"/>
              <a:ext cx="22525" cy="19075"/>
            </a:xfrm>
            <a:custGeom>
              <a:avLst/>
              <a:gdLst/>
              <a:ahLst/>
              <a:cxnLst/>
              <a:rect l="l" t="t" r="r" b="b"/>
              <a:pathLst>
                <a:path w="901" h="763" extrusionOk="0">
                  <a:moveTo>
                    <a:pt x="402" y="1"/>
                  </a:moveTo>
                  <a:cubicBezTo>
                    <a:pt x="219" y="1"/>
                    <a:pt x="41" y="134"/>
                    <a:pt x="23" y="347"/>
                  </a:cubicBezTo>
                  <a:cubicBezTo>
                    <a:pt x="1" y="557"/>
                    <a:pt x="159" y="739"/>
                    <a:pt x="369" y="761"/>
                  </a:cubicBezTo>
                  <a:cubicBezTo>
                    <a:pt x="381" y="762"/>
                    <a:pt x="392" y="763"/>
                    <a:pt x="403" y="763"/>
                  </a:cubicBezTo>
                  <a:cubicBezTo>
                    <a:pt x="717" y="763"/>
                    <a:pt x="901" y="384"/>
                    <a:pt x="687" y="137"/>
                  </a:cubicBezTo>
                  <a:cubicBezTo>
                    <a:pt x="609" y="43"/>
                    <a:pt x="505" y="1"/>
                    <a:pt x="402" y="1"/>
                  </a:cubicBezTo>
                  <a:close/>
                </a:path>
              </a:pathLst>
            </a:custGeom>
            <a:solidFill>
              <a:srgbClr val="5A5E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7" name="Google Shape;7947;p60"/>
            <p:cNvSpPr/>
            <p:nvPr/>
          </p:nvSpPr>
          <p:spPr>
            <a:xfrm>
              <a:off x="5575050" y="3042550"/>
              <a:ext cx="9450" cy="7975"/>
            </a:xfrm>
            <a:custGeom>
              <a:avLst/>
              <a:gdLst/>
              <a:ahLst/>
              <a:cxnLst/>
              <a:rect l="l" t="t" r="r" b="b"/>
              <a:pathLst>
                <a:path w="378" h="319" extrusionOk="0">
                  <a:moveTo>
                    <a:pt x="169" y="1"/>
                  </a:moveTo>
                  <a:cubicBezTo>
                    <a:pt x="91" y="1"/>
                    <a:pt x="14" y="57"/>
                    <a:pt x="6" y="148"/>
                  </a:cubicBezTo>
                  <a:cubicBezTo>
                    <a:pt x="1" y="233"/>
                    <a:pt x="63" y="306"/>
                    <a:pt x="148" y="318"/>
                  </a:cubicBezTo>
                  <a:cubicBezTo>
                    <a:pt x="153" y="318"/>
                    <a:pt x="158" y="318"/>
                    <a:pt x="163" y="318"/>
                  </a:cubicBezTo>
                  <a:cubicBezTo>
                    <a:pt x="296" y="318"/>
                    <a:pt x="378" y="166"/>
                    <a:pt x="290" y="57"/>
                  </a:cubicBezTo>
                  <a:cubicBezTo>
                    <a:pt x="257" y="18"/>
                    <a:pt x="213" y="1"/>
                    <a:pt x="1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8" name="Google Shape;7948;p60"/>
            <p:cNvSpPr/>
            <p:nvPr/>
          </p:nvSpPr>
          <p:spPr>
            <a:xfrm>
              <a:off x="5547700" y="3034575"/>
              <a:ext cx="14225" cy="11975"/>
            </a:xfrm>
            <a:custGeom>
              <a:avLst/>
              <a:gdLst/>
              <a:ahLst/>
              <a:cxnLst/>
              <a:rect l="l" t="t" r="r" b="b"/>
              <a:pathLst>
                <a:path w="569" h="479" extrusionOk="0">
                  <a:moveTo>
                    <a:pt x="250" y="0"/>
                  </a:moveTo>
                  <a:cubicBezTo>
                    <a:pt x="135" y="0"/>
                    <a:pt x="22" y="83"/>
                    <a:pt x="11" y="217"/>
                  </a:cubicBezTo>
                  <a:cubicBezTo>
                    <a:pt x="0" y="353"/>
                    <a:pt x="96" y="467"/>
                    <a:pt x="233" y="478"/>
                  </a:cubicBezTo>
                  <a:cubicBezTo>
                    <a:pt x="239" y="478"/>
                    <a:pt x="246" y="479"/>
                    <a:pt x="253" y="479"/>
                  </a:cubicBezTo>
                  <a:cubicBezTo>
                    <a:pt x="451" y="479"/>
                    <a:pt x="568" y="240"/>
                    <a:pt x="431" y="87"/>
                  </a:cubicBezTo>
                  <a:cubicBezTo>
                    <a:pt x="382" y="27"/>
                    <a:pt x="315" y="0"/>
                    <a:pt x="2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9" name="Google Shape;7949;p60"/>
            <p:cNvSpPr/>
            <p:nvPr/>
          </p:nvSpPr>
          <p:spPr>
            <a:xfrm>
              <a:off x="5462900" y="3031750"/>
              <a:ext cx="231000" cy="233525"/>
            </a:xfrm>
            <a:custGeom>
              <a:avLst/>
              <a:gdLst/>
              <a:ahLst/>
              <a:cxnLst/>
              <a:rect l="l" t="t" r="r" b="b"/>
              <a:pathLst>
                <a:path w="9240" h="9341" extrusionOk="0">
                  <a:moveTo>
                    <a:pt x="8366" y="2616"/>
                  </a:moveTo>
                  <a:lnTo>
                    <a:pt x="8366" y="2616"/>
                  </a:lnTo>
                  <a:cubicBezTo>
                    <a:pt x="8356" y="2637"/>
                    <a:pt x="8350" y="2664"/>
                    <a:pt x="8345" y="2686"/>
                  </a:cubicBezTo>
                  <a:lnTo>
                    <a:pt x="8345" y="2686"/>
                  </a:lnTo>
                  <a:cubicBezTo>
                    <a:pt x="8339" y="2681"/>
                    <a:pt x="8331" y="2677"/>
                    <a:pt x="8327" y="2673"/>
                  </a:cubicBezTo>
                  <a:cubicBezTo>
                    <a:pt x="8338" y="2656"/>
                    <a:pt x="8355" y="2639"/>
                    <a:pt x="8366" y="2616"/>
                  </a:cubicBezTo>
                  <a:close/>
                  <a:moveTo>
                    <a:pt x="5284" y="0"/>
                  </a:moveTo>
                  <a:cubicBezTo>
                    <a:pt x="5276" y="0"/>
                    <a:pt x="5267" y="0"/>
                    <a:pt x="5258" y="1"/>
                  </a:cubicBezTo>
                  <a:cubicBezTo>
                    <a:pt x="4884" y="18"/>
                    <a:pt x="4748" y="506"/>
                    <a:pt x="5054" y="721"/>
                  </a:cubicBezTo>
                  <a:cubicBezTo>
                    <a:pt x="4946" y="778"/>
                    <a:pt x="4861" y="869"/>
                    <a:pt x="4810" y="982"/>
                  </a:cubicBezTo>
                  <a:cubicBezTo>
                    <a:pt x="4731" y="869"/>
                    <a:pt x="4606" y="801"/>
                    <a:pt x="4475" y="789"/>
                  </a:cubicBezTo>
                  <a:cubicBezTo>
                    <a:pt x="4462" y="788"/>
                    <a:pt x="4449" y="788"/>
                    <a:pt x="4436" y="788"/>
                  </a:cubicBezTo>
                  <a:cubicBezTo>
                    <a:pt x="4372" y="788"/>
                    <a:pt x="4311" y="800"/>
                    <a:pt x="4254" y="823"/>
                  </a:cubicBezTo>
                  <a:cubicBezTo>
                    <a:pt x="4197" y="750"/>
                    <a:pt x="4112" y="699"/>
                    <a:pt x="4016" y="693"/>
                  </a:cubicBezTo>
                  <a:cubicBezTo>
                    <a:pt x="4005" y="692"/>
                    <a:pt x="3995" y="692"/>
                    <a:pt x="3984" y="692"/>
                  </a:cubicBezTo>
                  <a:cubicBezTo>
                    <a:pt x="3811" y="692"/>
                    <a:pt x="3664" y="823"/>
                    <a:pt x="3653" y="999"/>
                  </a:cubicBezTo>
                  <a:cubicBezTo>
                    <a:pt x="3653" y="1028"/>
                    <a:pt x="3653" y="1056"/>
                    <a:pt x="3659" y="1084"/>
                  </a:cubicBezTo>
                  <a:cubicBezTo>
                    <a:pt x="3619" y="1050"/>
                    <a:pt x="3568" y="1033"/>
                    <a:pt x="3517" y="1022"/>
                  </a:cubicBezTo>
                  <a:cubicBezTo>
                    <a:pt x="3442" y="879"/>
                    <a:pt x="3309" y="814"/>
                    <a:pt x="3176" y="814"/>
                  </a:cubicBezTo>
                  <a:cubicBezTo>
                    <a:pt x="2988" y="814"/>
                    <a:pt x="2802" y="946"/>
                    <a:pt x="2785" y="1175"/>
                  </a:cubicBezTo>
                  <a:cubicBezTo>
                    <a:pt x="2779" y="1186"/>
                    <a:pt x="2772" y="1189"/>
                    <a:pt x="2765" y="1189"/>
                  </a:cubicBezTo>
                  <a:cubicBezTo>
                    <a:pt x="2757" y="1189"/>
                    <a:pt x="2748" y="1186"/>
                    <a:pt x="2740" y="1186"/>
                  </a:cubicBezTo>
                  <a:cubicBezTo>
                    <a:pt x="2735" y="1186"/>
                    <a:pt x="2731" y="1186"/>
                    <a:pt x="2726" y="1186"/>
                  </a:cubicBezTo>
                  <a:cubicBezTo>
                    <a:pt x="2623" y="1186"/>
                    <a:pt x="2528" y="1248"/>
                    <a:pt x="2490" y="1351"/>
                  </a:cubicBezTo>
                  <a:cubicBezTo>
                    <a:pt x="2394" y="1379"/>
                    <a:pt x="2314" y="1442"/>
                    <a:pt x="2263" y="1527"/>
                  </a:cubicBezTo>
                  <a:cubicBezTo>
                    <a:pt x="2212" y="1476"/>
                    <a:pt x="2144" y="1442"/>
                    <a:pt x="2076" y="1436"/>
                  </a:cubicBezTo>
                  <a:cubicBezTo>
                    <a:pt x="2019" y="1436"/>
                    <a:pt x="1968" y="1447"/>
                    <a:pt x="1917" y="1470"/>
                  </a:cubicBezTo>
                  <a:cubicBezTo>
                    <a:pt x="1858" y="1380"/>
                    <a:pt x="1779" y="1343"/>
                    <a:pt x="1702" y="1343"/>
                  </a:cubicBezTo>
                  <a:cubicBezTo>
                    <a:pt x="1499" y="1343"/>
                    <a:pt x="1304" y="1599"/>
                    <a:pt x="1498" y="1805"/>
                  </a:cubicBezTo>
                  <a:cubicBezTo>
                    <a:pt x="1452" y="1827"/>
                    <a:pt x="1412" y="1861"/>
                    <a:pt x="1378" y="1901"/>
                  </a:cubicBezTo>
                  <a:cubicBezTo>
                    <a:pt x="1309" y="1799"/>
                    <a:pt x="1205" y="1753"/>
                    <a:pt x="1102" y="1753"/>
                  </a:cubicBezTo>
                  <a:cubicBezTo>
                    <a:pt x="936" y="1753"/>
                    <a:pt x="772" y="1872"/>
                    <a:pt x="754" y="2071"/>
                  </a:cubicBezTo>
                  <a:cubicBezTo>
                    <a:pt x="753" y="2073"/>
                    <a:pt x="750" y="2074"/>
                    <a:pt x="747" y="2074"/>
                  </a:cubicBezTo>
                  <a:cubicBezTo>
                    <a:pt x="741" y="2074"/>
                    <a:pt x="734" y="2071"/>
                    <a:pt x="726" y="2071"/>
                  </a:cubicBezTo>
                  <a:cubicBezTo>
                    <a:pt x="716" y="2070"/>
                    <a:pt x="705" y="2070"/>
                    <a:pt x="695" y="2070"/>
                  </a:cubicBezTo>
                  <a:cubicBezTo>
                    <a:pt x="521" y="2070"/>
                    <a:pt x="379" y="2201"/>
                    <a:pt x="363" y="2378"/>
                  </a:cubicBezTo>
                  <a:cubicBezTo>
                    <a:pt x="176" y="2446"/>
                    <a:pt x="34" y="2570"/>
                    <a:pt x="23" y="2729"/>
                  </a:cubicBezTo>
                  <a:cubicBezTo>
                    <a:pt x="0" y="2968"/>
                    <a:pt x="255" y="3189"/>
                    <a:pt x="590" y="3217"/>
                  </a:cubicBezTo>
                  <a:cubicBezTo>
                    <a:pt x="606" y="3218"/>
                    <a:pt x="621" y="3219"/>
                    <a:pt x="636" y="3219"/>
                  </a:cubicBezTo>
                  <a:cubicBezTo>
                    <a:pt x="710" y="3219"/>
                    <a:pt x="781" y="3208"/>
                    <a:pt x="857" y="3189"/>
                  </a:cubicBezTo>
                  <a:cubicBezTo>
                    <a:pt x="908" y="3245"/>
                    <a:pt x="976" y="3285"/>
                    <a:pt x="1049" y="3297"/>
                  </a:cubicBezTo>
                  <a:cubicBezTo>
                    <a:pt x="1056" y="3297"/>
                    <a:pt x="1063" y="3297"/>
                    <a:pt x="1069" y="3297"/>
                  </a:cubicBezTo>
                  <a:cubicBezTo>
                    <a:pt x="1226" y="3297"/>
                    <a:pt x="1370" y="3169"/>
                    <a:pt x="1441" y="2979"/>
                  </a:cubicBezTo>
                  <a:cubicBezTo>
                    <a:pt x="1486" y="3019"/>
                    <a:pt x="1543" y="3047"/>
                    <a:pt x="1605" y="3053"/>
                  </a:cubicBezTo>
                  <a:cubicBezTo>
                    <a:pt x="1696" y="3053"/>
                    <a:pt x="1787" y="3019"/>
                    <a:pt x="1849" y="2951"/>
                  </a:cubicBezTo>
                  <a:cubicBezTo>
                    <a:pt x="1991" y="3115"/>
                    <a:pt x="2190" y="3217"/>
                    <a:pt x="2405" y="3234"/>
                  </a:cubicBezTo>
                  <a:cubicBezTo>
                    <a:pt x="2426" y="3236"/>
                    <a:pt x="2447" y="3237"/>
                    <a:pt x="2468" y="3237"/>
                  </a:cubicBezTo>
                  <a:cubicBezTo>
                    <a:pt x="2667" y="3237"/>
                    <a:pt x="2858" y="3163"/>
                    <a:pt x="3012" y="3030"/>
                  </a:cubicBezTo>
                  <a:cubicBezTo>
                    <a:pt x="3103" y="3289"/>
                    <a:pt x="3335" y="3423"/>
                    <a:pt x="3568" y="3423"/>
                  </a:cubicBezTo>
                  <a:cubicBezTo>
                    <a:pt x="3769" y="3423"/>
                    <a:pt x="3971" y="3323"/>
                    <a:pt x="4084" y="3115"/>
                  </a:cubicBezTo>
                  <a:cubicBezTo>
                    <a:pt x="4124" y="3166"/>
                    <a:pt x="4175" y="3211"/>
                    <a:pt x="4237" y="3240"/>
                  </a:cubicBezTo>
                  <a:cubicBezTo>
                    <a:pt x="4234" y="3503"/>
                    <a:pt x="4438" y="3646"/>
                    <a:pt x="4641" y="3646"/>
                  </a:cubicBezTo>
                  <a:cubicBezTo>
                    <a:pt x="4807" y="3646"/>
                    <a:pt x="4972" y="3551"/>
                    <a:pt x="5026" y="3348"/>
                  </a:cubicBezTo>
                  <a:cubicBezTo>
                    <a:pt x="5088" y="3342"/>
                    <a:pt x="5150" y="3336"/>
                    <a:pt x="5207" y="3314"/>
                  </a:cubicBezTo>
                  <a:cubicBezTo>
                    <a:pt x="5298" y="3433"/>
                    <a:pt x="5440" y="3512"/>
                    <a:pt x="5593" y="3523"/>
                  </a:cubicBezTo>
                  <a:cubicBezTo>
                    <a:pt x="5602" y="3524"/>
                    <a:pt x="5611" y="3524"/>
                    <a:pt x="5620" y="3524"/>
                  </a:cubicBezTo>
                  <a:cubicBezTo>
                    <a:pt x="5719" y="3524"/>
                    <a:pt x="5822" y="3496"/>
                    <a:pt x="5910" y="3444"/>
                  </a:cubicBezTo>
                  <a:cubicBezTo>
                    <a:pt x="5950" y="3495"/>
                    <a:pt x="6001" y="3535"/>
                    <a:pt x="6058" y="3569"/>
                  </a:cubicBezTo>
                  <a:cubicBezTo>
                    <a:pt x="6052" y="3705"/>
                    <a:pt x="6092" y="3841"/>
                    <a:pt x="6166" y="3960"/>
                  </a:cubicBezTo>
                  <a:cubicBezTo>
                    <a:pt x="6086" y="4023"/>
                    <a:pt x="6024" y="4102"/>
                    <a:pt x="5984" y="4198"/>
                  </a:cubicBezTo>
                  <a:cubicBezTo>
                    <a:pt x="5915" y="4115"/>
                    <a:pt x="5822" y="4078"/>
                    <a:pt x="5730" y="4078"/>
                  </a:cubicBezTo>
                  <a:cubicBezTo>
                    <a:pt x="5563" y="4078"/>
                    <a:pt x="5400" y="4200"/>
                    <a:pt x="5389" y="4397"/>
                  </a:cubicBezTo>
                  <a:cubicBezTo>
                    <a:pt x="5377" y="4607"/>
                    <a:pt x="5550" y="4753"/>
                    <a:pt x="5731" y="4753"/>
                  </a:cubicBezTo>
                  <a:cubicBezTo>
                    <a:pt x="5809" y="4753"/>
                    <a:pt x="5889" y="4725"/>
                    <a:pt x="5956" y="4663"/>
                  </a:cubicBezTo>
                  <a:cubicBezTo>
                    <a:pt x="6041" y="4902"/>
                    <a:pt x="6256" y="5078"/>
                    <a:pt x="6512" y="5100"/>
                  </a:cubicBezTo>
                  <a:cubicBezTo>
                    <a:pt x="6524" y="5101"/>
                    <a:pt x="6537" y="5101"/>
                    <a:pt x="6550" y="5101"/>
                  </a:cubicBezTo>
                  <a:cubicBezTo>
                    <a:pt x="6640" y="5101"/>
                    <a:pt x="6733" y="5083"/>
                    <a:pt x="6812" y="5044"/>
                  </a:cubicBezTo>
                  <a:cubicBezTo>
                    <a:pt x="6824" y="5140"/>
                    <a:pt x="6858" y="5231"/>
                    <a:pt x="6903" y="5310"/>
                  </a:cubicBezTo>
                  <a:cubicBezTo>
                    <a:pt x="6869" y="5367"/>
                    <a:pt x="6841" y="5435"/>
                    <a:pt x="6835" y="5509"/>
                  </a:cubicBezTo>
                  <a:cubicBezTo>
                    <a:pt x="6818" y="5707"/>
                    <a:pt x="6943" y="5889"/>
                    <a:pt x="7130" y="5957"/>
                  </a:cubicBezTo>
                  <a:cubicBezTo>
                    <a:pt x="7102" y="6008"/>
                    <a:pt x="7085" y="6064"/>
                    <a:pt x="7079" y="6121"/>
                  </a:cubicBezTo>
                  <a:cubicBezTo>
                    <a:pt x="7436" y="6229"/>
                    <a:pt x="7499" y="6705"/>
                    <a:pt x="7187" y="6898"/>
                  </a:cubicBezTo>
                  <a:cubicBezTo>
                    <a:pt x="7170" y="7085"/>
                    <a:pt x="7272" y="7261"/>
                    <a:pt x="7442" y="7335"/>
                  </a:cubicBezTo>
                  <a:cubicBezTo>
                    <a:pt x="7249" y="7380"/>
                    <a:pt x="7113" y="7539"/>
                    <a:pt x="7090" y="7732"/>
                  </a:cubicBezTo>
                  <a:cubicBezTo>
                    <a:pt x="7334" y="7817"/>
                    <a:pt x="7453" y="8095"/>
                    <a:pt x="7340" y="8322"/>
                  </a:cubicBezTo>
                  <a:cubicBezTo>
                    <a:pt x="7328" y="8469"/>
                    <a:pt x="7397" y="8617"/>
                    <a:pt x="7516" y="8708"/>
                  </a:cubicBezTo>
                  <a:cubicBezTo>
                    <a:pt x="7504" y="8730"/>
                    <a:pt x="7493" y="8759"/>
                    <a:pt x="7493" y="8781"/>
                  </a:cubicBezTo>
                  <a:cubicBezTo>
                    <a:pt x="7487" y="8867"/>
                    <a:pt x="7516" y="8952"/>
                    <a:pt x="7572" y="9008"/>
                  </a:cubicBezTo>
                  <a:cubicBezTo>
                    <a:pt x="7538" y="9042"/>
                    <a:pt x="7516" y="9082"/>
                    <a:pt x="7510" y="9127"/>
                  </a:cubicBezTo>
                  <a:cubicBezTo>
                    <a:pt x="7507" y="9266"/>
                    <a:pt x="7615" y="9341"/>
                    <a:pt x="7722" y="9341"/>
                  </a:cubicBezTo>
                  <a:cubicBezTo>
                    <a:pt x="7815" y="9341"/>
                    <a:pt x="7908" y="9283"/>
                    <a:pt x="7924" y="9161"/>
                  </a:cubicBezTo>
                  <a:cubicBezTo>
                    <a:pt x="7924" y="9133"/>
                    <a:pt x="7913" y="9105"/>
                    <a:pt x="7896" y="9082"/>
                  </a:cubicBezTo>
                  <a:cubicBezTo>
                    <a:pt x="7998" y="9037"/>
                    <a:pt x="8071" y="8946"/>
                    <a:pt x="8083" y="8832"/>
                  </a:cubicBezTo>
                  <a:cubicBezTo>
                    <a:pt x="8083" y="8793"/>
                    <a:pt x="8077" y="8747"/>
                    <a:pt x="8060" y="8708"/>
                  </a:cubicBezTo>
                  <a:cubicBezTo>
                    <a:pt x="8157" y="8634"/>
                    <a:pt x="8219" y="8521"/>
                    <a:pt x="8230" y="8401"/>
                  </a:cubicBezTo>
                  <a:cubicBezTo>
                    <a:pt x="8230" y="8345"/>
                    <a:pt x="8225" y="8282"/>
                    <a:pt x="8208" y="8231"/>
                  </a:cubicBezTo>
                  <a:cubicBezTo>
                    <a:pt x="8100" y="7931"/>
                    <a:pt x="8140" y="7602"/>
                    <a:pt x="8321" y="7341"/>
                  </a:cubicBezTo>
                  <a:cubicBezTo>
                    <a:pt x="8321" y="7256"/>
                    <a:pt x="8304" y="7171"/>
                    <a:pt x="8259" y="7097"/>
                  </a:cubicBezTo>
                  <a:cubicBezTo>
                    <a:pt x="8463" y="7068"/>
                    <a:pt x="8622" y="6904"/>
                    <a:pt x="8639" y="6700"/>
                  </a:cubicBezTo>
                  <a:cubicBezTo>
                    <a:pt x="8644" y="6603"/>
                    <a:pt x="8622" y="6513"/>
                    <a:pt x="8571" y="6433"/>
                  </a:cubicBezTo>
                  <a:cubicBezTo>
                    <a:pt x="8866" y="6223"/>
                    <a:pt x="8866" y="5781"/>
                    <a:pt x="8571" y="5571"/>
                  </a:cubicBezTo>
                  <a:cubicBezTo>
                    <a:pt x="8599" y="5543"/>
                    <a:pt x="8627" y="5514"/>
                    <a:pt x="8644" y="5475"/>
                  </a:cubicBezTo>
                  <a:cubicBezTo>
                    <a:pt x="8894" y="5469"/>
                    <a:pt x="9098" y="5276"/>
                    <a:pt x="9109" y="5026"/>
                  </a:cubicBezTo>
                  <a:cubicBezTo>
                    <a:pt x="9126" y="4777"/>
                    <a:pt x="8945" y="4561"/>
                    <a:pt x="8701" y="4527"/>
                  </a:cubicBezTo>
                  <a:cubicBezTo>
                    <a:pt x="8996" y="4414"/>
                    <a:pt x="9200" y="4142"/>
                    <a:pt x="9229" y="3830"/>
                  </a:cubicBezTo>
                  <a:cubicBezTo>
                    <a:pt x="9240" y="3648"/>
                    <a:pt x="9189" y="3467"/>
                    <a:pt x="9087" y="3314"/>
                  </a:cubicBezTo>
                  <a:cubicBezTo>
                    <a:pt x="9109" y="3132"/>
                    <a:pt x="9002" y="2962"/>
                    <a:pt x="8832" y="2899"/>
                  </a:cubicBezTo>
                  <a:cubicBezTo>
                    <a:pt x="9005" y="2685"/>
                    <a:pt x="8814" y="2448"/>
                    <a:pt x="8613" y="2448"/>
                  </a:cubicBezTo>
                  <a:cubicBezTo>
                    <a:pt x="8532" y="2448"/>
                    <a:pt x="8450" y="2487"/>
                    <a:pt x="8389" y="2582"/>
                  </a:cubicBezTo>
                  <a:cubicBezTo>
                    <a:pt x="8417" y="2531"/>
                    <a:pt x="8434" y="2474"/>
                    <a:pt x="8434" y="2423"/>
                  </a:cubicBezTo>
                  <a:cubicBezTo>
                    <a:pt x="8457" y="2173"/>
                    <a:pt x="8276" y="1958"/>
                    <a:pt x="8032" y="1941"/>
                  </a:cubicBezTo>
                  <a:lnTo>
                    <a:pt x="8032" y="1941"/>
                  </a:lnTo>
                  <a:cubicBezTo>
                    <a:pt x="8035" y="2096"/>
                    <a:pt x="7912" y="2184"/>
                    <a:pt x="7790" y="2184"/>
                  </a:cubicBezTo>
                  <a:cubicBezTo>
                    <a:pt x="7693" y="2184"/>
                    <a:pt x="7596" y="2129"/>
                    <a:pt x="7561" y="2009"/>
                  </a:cubicBezTo>
                  <a:cubicBezTo>
                    <a:pt x="7924" y="1913"/>
                    <a:pt x="8106" y="1515"/>
                    <a:pt x="7941" y="1181"/>
                  </a:cubicBezTo>
                  <a:cubicBezTo>
                    <a:pt x="7836" y="968"/>
                    <a:pt x="7626" y="849"/>
                    <a:pt x="7412" y="849"/>
                  </a:cubicBezTo>
                  <a:cubicBezTo>
                    <a:pt x="7288" y="849"/>
                    <a:pt x="7164" y="888"/>
                    <a:pt x="7056" y="971"/>
                  </a:cubicBezTo>
                  <a:cubicBezTo>
                    <a:pt x="6977" y="863"/>
                    <a:pt x="6863" y="795"/>
                    <a:pt x="6739" y="772"/>
                  </a:cubicBezTo>
                  <a:cubicBezTo>
                    <a:pt x="6644" y="572"/>
                    <a:pt x="6459" y="476"/>
                    <a:pt x="6276" y="476"/>
                  </a:cubicBezTo>
                  <a:cubicBezTo>
                    <a:pt x="6054" y="476"/>
                    <a:pt x="5833" y="616"/>
                    <a:pt x="5774" y="880"/>
                  </a:cubicBezTo>
                  <a:cubicBezTo>
                    <a:pt x="5718" y="795"/>
                    <a:pt x="5638" y="727"/>
                    <a:pt x="5542" y="693"/>
                  </a:cubicBezTo>
                  <a:cubicBezTo>
                    <a:pt x="5819" y="449"/>
                    <a:pt x="5641" y="0"/>
                    <a:pt x="52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0" name="Google Shape;7950;p60"/>
            <p:cNvSpPr/>
            <p:nvPr/>
          </p:nvSpPr>
          <p:spPr>
            <a:xfrm>
              <a:off x="5607675" y="3163050"/>
              <a:ext cx="15475" cy="13125"/>
            </a:xfrm>
            <a:custGeom>
              <a:avLst/>
              <a:gdLst/>
              <a:ahLst/>
              <a:cxnLst/>
              <a:rect l="l" t="t" r="r" b="b"/>
              <a:pathLst>
                <a:path w="619" h="525" extrusionOk="0">
                  <a:moveTo>
                    <a:pt x="342" y="0"/>
                  </a:moveTo>
                  <a:cubicBezTo>
                    <a:pt x="126" y="0"/>
                    <a:pt x="1" y="258"/>
                    <a:pt x="148" y="432"/>
                  </a:cubicBezTo>
                  <a:cubicBezTo>
                    <a:pt x="201" y="496"/>
                    <a:pt x="273" y="525"/>
                    <a:pt x="345" y="525"/>
                  </a:cubicBezTo>
                  <a:cubicBezTo>
                    <a:pt x="472" y="525"/>
                    <a:pt x="596" y="434"/>
                    <a:pt x="607" y="285"/>
                  </a:cubicBezTo>
                  <a:cubicBezTo>
                    <a:pt x="619" y="138"/>
                    <a:pt x="511" y="13"/>
                    <a:pt x="369" y="1"/>
                  </a:cubicBezTo>
                  <a:cubicBezTo>
                    <a:pt x="360" y="0"/>
                    <a:pt x="351" y="0"/>
                    <a:pt x="342" y="0"/>
                  </a:cubicBezTo>
                  <a:close/>
                </a:path>
              </a:pathLst>
            </a:custGeom>
            <a:solidFill>
              <a:srgbClr val="5A5E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1" name="Google Shape;7951;p60"/>
            <p:cNvSpPr/>
            <p:nvPr/>
          </p:nvSpPr>
          <p:spPr>
            <a:xfrm>
              <a:off x="5504300" y="3078100"/>
              <a:ext cx="15475" cy="13125"/>
            </a:xfrm>
            <a:custGeom>
              <a:avLst/>
              <a:gdLst/>
              <a:ahLst/>
              <a:cxnLst/>
              <a:rect l="l" t="t" r="r" b="b"/>
              <a:pathLst>
                <a:path w="619" h="525" extrusionOk="0">
                  <a:moveTo>
                    <a:pt x="342" y="0"/>
                  </a:moveTo>
                  <a:cubicBezTo>
                    <a:pt x="126" y="0"/>
                    <a:pt x="1" y="259"/>
                    <a:pt x="148" y="433"/>
                  </a:cubicBezTo>
                  <a:cubicBezTo>
                    <a:pt x="201" y="496"/>
                    <a:pt x="273" y="525"/>
                    <a:pt x="345" y="525"/>
                  </a:cubicBezTo>
                  <a:cubicBezTo>
                    <a:pt x="472" y="525"/>
                    <a:pt x="596" y="434"/>
                    <a:pt x="607" y="285"/>
                  </a:cubicBezTo>
                  <a:cubicBezTo>
                    <a:pt x="619" y="144"/>
                    <a:pt x="517" y="13"/>
                    <a:pt x="369" y="2"/>
                  </a:cubicBezTo>
                  <a:cubicBezTo>
                    <a:pt x="360" y="1"/>
                    <a:pt x="351" y="0"/>
                    <a:pt x="3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2" name="Google Shape;7952;p60"/>
            <p:cNvSpPr/>
            <p:nvPr/>
          </p:nvSpPr>
          <p:spPr>
            <a:xfrm>
              <a:off x="5532025" y="3071025"/>
              <a:ext cx="10875" cy="9200"/>
            </a:xfrm>
            <a:custGeom>
              <a:avLst/>
              <a:gdLst/>
              <a:ahLst/>
              <a:cxnLst/>
              <a:rect l="l" t="t" r="r" b="b"/>
              <a:pathLst>
                <a:path w="435" h="368" extrusionOk="0">
                  <a:moveTo>
                    <a:pt x="244" y="1"/>
                  </a:moveTo>
                  <a:cubicBezTo>
                    <a:pt x="88" y="1"/>
                    <a:pt x="0" y="181"/>
                    <a:pt x="100" y="302"/>
                  </a:cubicBezTo>
                  <a:cubicBezTo>
                    <a:pt x="139" y="347"/>
                    <a:pt x="191" y="368"/>
                    <a:pt x="241" y="368"/>
                  </a:cubicBezTo>
                  <a:cubicBezTo>
                    <a:pt x="330" y="368"/>
                    <a:pt x="416" y="304"/>
                    <a:pt x="423" y="200"/>
                  </a:cubicBezTo>
                  <a:cubicBezTo>
                    <a:pt x="434" y="98"/>
                    <a:pt x="360" y="13"/>
                    <a:pt x="258" y="1"/>
                  </a:cubicBezTo>
                  <a:cubicBezTo>
                    <a:pt x="254" y="1"/>
                    <a:pt x="249" y="1"/>
                    <a:pt x="2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3" name="Google Shape;7953;p60"/>
            <p:cNvSpPr/>
            <p:nvPr/>
          </p:nvSpPr>
          <p:spPr>
            <a:xfrm>
              <a:off x="5523375" y="3072575"/>
              <a:ext cx="8025" cy="6850"/>
            </a:xfrm>
            <a:custGeom>
              <a:avLst/>
              <a:gdLst/>
              <a:ahLst/>
              <a:cxnLst/>
              <a:rect l="l" t="t" r="r" b="b"/>
              <a:pathLst>
                <a:path w="321" h="274" extrusionOk="0">
                  <a:moveTo>
                    <a:pt x="177" y="1"/>
                  </a:moveTo>
                  <a:cubicBezTo>
                    <a:pt x="66" y="1"/>
                    <a:pt x="0" y="135"/>
                    <a:pt x="77" y="223"/>
                  </a:cubicBezTo>
                  <a:cubicBezTo>
                    <a:pt x="104" y="258"/>
                    <a:pt x="141" y="273"/>
                    <a:pt x="178" y="273"/>
                  </a:cubicBezTo>
                  <a:cubicBezTo>
                    <a:pt x="243" y="273"/>
                    <a:pt x="308" y="225"/>
                    <a:pt x="315" y="149"/>
                  </a:cubicBezTo>
                  <a:cubicBezTo>
                    <a:pt x="321" y="70"/>
                    <a:pt x="264" y="7"/>
                    <a:pt x="190" y="2"/>
                  </a:cubicBezTo>
                  <a:cubicBezTo>
                    <a:pt x="186" y="1"/>
                    <a:pt x="181" y="1"/>
                    <a:pt x="1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4" name="Google Shape;7954;p60"/>
            <p:cNvSpPr/>
            <p:nvPr/>
          </p:nvSpPr>
          <p:spPr>
            <a:xfrm>
              <a:off x="5518700" y="3061525"/>
              <a:ext cx="9150" cy="7825"/>
            </a:xfrm>
            <a:custGeom>
              <a:avLst/>
              <a:gdLst/>
              <a:ahLst/>
              <a:cxnLst/>
              <a:rect l="l" t="t" r="r" b="b"/>
              <a:pathLst>
                <a:path w="366" h="313" extrusionOk="0">
                  <a:moveTo>
                    <a:pt x="205" y="1"/>
                  </a:moveTo>
                  <a:cubicBezTo>
                    <a:pt x="77" y="1"/>
                    <a:pt x="0" y="158"/>
                    <a:pt x="88" y="256"/>
                  </a:cubicBezTo>
                  <a:cubicBezTo>
                    <a:pt x="121" y="295"/>
                    <a:pt x="164" y="313"/>
                    <a:pt x="206" y="313"/>
                  </a:cubicBezTo>
                  <a:cubicBezTo>
                    <a:pt x="281" y="313"/>
                    <a:pt x="353" y="258"/>
                    <a:pt x="360" y="171"/>
                  </a:cubicBezTo>
                  <a:cubicBezTo>
                    <a:pt x="366" y="86"/>
                    <a:pt x="304" y="7"/>
                    <a:pt x="218" y="1"/>
                  </a:cubicBezTo>
                  <a:cubicBezTo>
                    <a:pt x="214" y="1"/>
                    <a:pt x="210" y="1"/>
                    <a:pt x="2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5" name="Google Shape;7955;p60"/>
            <p:cNvSpPr/>
            <p:nvPr/>
          </p:nvSpPr>
          <p:spPr>
            <a:xfrm>
              <a:off x="5538100" y="3054600"/>
              <a:ext cx="8500" cy="8125"/>
            </a:xfrm>
            <a:custGeom>
              <a:avLst/>
              <a:gdLst/>
              <a:ahLst/>
              <a:cxnLst/>
              <a:rect l="l" t="t" r="r" b="b"/>
              <a:pathLst>
                <a:path w="340" h="325" extrusionOk="0">
                  <a:moveTo>
                    <a:pt x="165" y="0"/>
                  </a:moveTo>
                  <a:cubicBezTo>
                    <a:pt x="88" y="0"/>
                    <a:pt x="12" y="49"/>
                    <a:pt x="10" y="153"/>
                  </a:cubicBezTo>
                  <a:cubicBezTo>
                    <a:pt x="1" y="249"/>
                    <a:pt x="78" y="324"/>
                    <a:pt x="166" y="324"/>
                  </a:cubicBezTo>
                  <a:cubicBezTo>
                    <a:pt x="193" y="324"/>
                    <a:pt x="221" y="317"/>
                    <a:pt x="248" y="301"/>
                  </a:cubicBezTo>
                  <a:lnTo>
                    <a:pt x="168" y="165"/>
                  </a:lnTo>
                  <a:lnTo>
                    <a:pt x="168" y="165"/>
                  </a:lnTo>
                  <a:lnTo>
                    <a:pt x="327" y="176"/>
                  </a:lnTo>
                  <a:cubicBezTo>
                    <a:pt x="339" y="62"/>
                    <a:pt x="251" y="0"/>
                    <a:pt x="165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6" name="Google Shape;7956;p60"/>
            <p:cNvSpPr/>
            <p:nvPr/>
          </p:nvSpPr>
          <p:spPr>
            <a:xfrm>
              <a:off x="5505975" y="3061800"/>
              <a:ext cx="13950" cy="11800"/>
            </a:xfrm>
            <a:custGeom>
              <a:avLst/>
              <a:gdLst/>
              <a:ahLst/>
              <a:cxnLst/>
              <a:rect l="l" t="t" r="r" b="b"/>
              <a:pathLst>
                <a:path w="558" h="472" extrusionOk="0">
                  <a:moveTo>
                    <a:pt x="310" y="1"/>
                  </a:moveTo>
                  <a:cubicBezTo>
                    <a:pt x="118" y="1"/>
                    <a:pt x="0" y="234"/>
                    <a:pt x="132" y="387"/>
                  </a:cubicBezTo>
                  <a:cubicBezTo>
                    <a:pt x="181" y="445"/>
                    <a:pt x="247" y="471"/>
                    <a:pt x="312" y="471"/>
                  </a:cubicBezTo>
                  <a:cubicBezTo>
                    <a:pt x="425" y="471"/>
                    <a:pt x="535" y="390"/>
                    <a:pt x="546" y="257"/>
                  </a:cubicBezTo>
                  <a:cubicBezTo>
                    <a:pt x="557" y="126"/>
                    <a:pt x="461" y="13"/>
                    <a:pt x="330" y="1"/>
                  </a:cubicBezTo>
                  <a:cubicBezTo>
                    <a:pt x="324" y="1"/>
                    <a:pt x="317" y="1"/>
                    <a:pt x="3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7" name="Google Shape;7957;p60"/>
            <p:cNvSpPr/>
            <p:nvPr/>
          </p:nvSpPr>
          <p:spPr>
            <a:xfrm>
              <a:off x="5494350" y="3072575"/>
              <a:ext cx="14375" cy="12125"/>
            </a:xfrm>
            <a:custGeom>
              <a:avLst/>
              <a:gdLst/>
              <a:ahLst/>
              <a:cxnLst/>
              <a:rect l="l" t="t" r="r" b="b"/>
              <a:pathLst>
                <a:path w="575" h="485" extrusionOk="0">
                  <a:moveTo>
                    <a:pt x="321" y="1"/>
                  </a:moveTo>
                  <a:cubicBezTo>
                    <a:pt x="118" y="1"/>
                    <a:pt x="0" y="239"/>
                    <a:pt x="137" y="399"/>
                  </a:cubicBezTo>
                  <a:cubicBezTo>
                    <a:pt x="187" y="458"/>
                    <a:pt x="253" y="485"/>
                    <a:pt x="319" y="485"/>
                  </a:cubicBezTo>
                  <a:cubicBezTo>
                    <a:pt x="437" y="485"/>
                    <a:pt x="552" y="400"/>
                    <a:pt x="563" y="262"/>
                  </a:cubicBezTo>
                  <a:cubicBezTo>
                    <a:pt x="574" y="132"/>
                    <a:pt x="478" y="13"/>
                    <a:pt x="342" y="2"/>
                  </a:cubicBezTo>
                  <a:cubicBezTo>
                    <a:pt x="335" y="1"/>
                    <a:pt x="328" y="1"/>
                    <a:pt x="3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8" name="Google Shape;7958;p60"/>
            <p:cNvSpPr/>
            <p:nvPr/>
          </p:nvSpPr>
          <p:spPr>
            <a:xfrm>
              <a:off x="5488100" y="3083075"/>
              <a:ext cx="11250" cy="9550"/>
            </a:xfrm>
            <a:custGeom>
              <a:avLst/>
              <a:gdLst/>
              <a:ahLst/>
              <a:cxnLst/>
              <a:rect l="l" t="t" r="r" b="b"/>
              <a:pathLst>
                <a:path w="450" h="382" extrusionOk="0">
                  <a:moveTo>
                    <a:pt x="248" y="0"/>
                  </a:moveTo>
                  <a:cubicBezTo>
                    <a:pt x="90" y="0"/>
                    <a:pt x="1" y="188"/>
                    <a:pt x="110" y="313"/>
                  </a:cubicBezTo>
                  <a:cubicBezTo>
                    <a:pt x="148" y="360"/>
                    <a:pt x="200" y="381"/>
                    <a:pt x="252" y="381"/>
                  </a:cubicBezTo>
                  <a:cubicBezTo>
                    <a:pt x="343" y="381"/>
                    <a:pt x="433" y="314"/>
                    <a:pt x="444" y="206"/>
                  </a:cubicBezTo>
                  <a:cubicBezTo>
                    <a:pt x="450" y="98"/>
                    <a:pt x="376" y="7"/>
                    <a:pt x="268" y="1"/>
                  </a:cubicBezTo>
                  <a:cubicBezTo>
                    <a:pt x="261" y="1"/>
                    <a:pt x="255" y="0"/>
                    <a:pt x="2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9" name="Google Shape;7959;p60"/>
            <p:cNvSpPr/>
            <p:nvPr/>
          </p:nvSpPr>
          <p:spPr>
            <a:xfrm>
              <a:off x="5540325" y="3051150"/>
              <a:ext cx="14900" cy="12625"/>
            </a:xfrm>
            <a:custGeom>
              <a:avLst/>
              <a:gdLst/>
              <a:ahLst/>
              <a:cxnLst/>
              <a:rect l="l" t="t" r="r" b="b"/>
              <a:pathLst>
                <a:path w="596" h="505" extrusionOk="0">
                  <a:moveTo>
                    <a:pt x="330" y="1"/>
                  </a:moveTo>
                  <a:cubicBezTo>
                    <a:pt x="120" y="1"/>
                    <a:pt x="0" y="248"/>
                    <a:pt x="142" y="416"/>
                  </a:cubicBezTo>
                  <a:cubicBezTo>
                    <a:pt x="194" y="477"/>
                    <a:pt x="264" y="504"/>
                    <a:pt x="332" y="504"/>
                  </a:cubicBezTo>
                  <a:cubicBezTo>
                    <a:pt x="454" y="504"/>
                    <a:pt x="573" y="415"/>
                    <a:pt x="584" y="269"/>
                  </a:cubicBezTo>
                  <a:cubicBezTo>
                    <a:pt x="596" y="133"/>
                    <a:pt x="494" y="8"/>
                    <a:pt x="357" y="2"/>
                  </a:cubicBezTo>
                  <a:cubicBezTo>
                    <a:pt x="348" y="1"/>
                    <a:pt x="339" y="1"/>
                    <a:pt x="3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0" name="Google Shape;7960;p60"/>
            <p:cNvSpPr/>
            <p:nvPr/>
          </p:nvSpPr>
          <p:spPr>
            <a:xfrm>
              <a:off x="5534075" y="3053175"/>
              <a:ext cx="16075" cy="12100"/>
            </a:xfrm>
            <a:custGeom>
              <a:avLst/>
              <a:gdLst/>
              <a:ahLst/>
              <a:cxnLst/>
              <a:rect l="l" t="t" r="r" b="b"/>
              <a:pathLst>
                <a:path w="643" h="484" extrusionOk="0">
                  <a:moveTo>
                    <a:pt x="322" y="0"/>
                  </a:moveTo>
                  <a:cubicBezTo>
                    <a:pt x="266" y="0"/>
                    <a:pt x="211" y="19"/>
                    <a:pt x="165" y="57"/>
                  </a:cubicBezTo>
                  <a:cubicBezTo>
                    <a:pt x="0" y="199"/>
                    <a:pt x="86" y="466"/>
                    <a:pt x="301" y="483"/>
                  </a:cubicBezTo>
                  <a:cubicBezTo>
                    <a:pt x="308" y="483"/>
                    <a:pt x="315" y="483"/>
                    <a:pt x="322" y="483"/>
                  </a:cubicBezTo>
                  <a:cubicBezTo>
                    <a:pt x="525" y="483"/>
                    <a:pt x="642" y="245"/>
                    <a:pt x="505" y="86"/>
                  </a:cubicBezTo>
                  <a:cubicBezTo>
                    <a:pt x="458" y="29"/>
                    <a:pt x="390" y="0"/>
                    <a:pt x="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1" name="Google Shape;7961;p60"/>
            <p:cNvSpPr/>
            <p:nvPr/>
          </p:nvSpPr>
          <p:spPr>
            <a:xfrm>
              <a:off x="5543275" y="3076825"/>
              <a:ext cx="16075" cy="13575"/>
            </a:xfrm>
            <a:custGeom>
              <a:avLst/>
              <a:gdLst/>
              <a:ahLst/>
              <a:cxnLst/>
              <a:rect l="l" t="t" r="r" b="b"/>
              <a:pathLst>
                <a:path w="643" h="543" extrusionOk="0">
                  <a:moveTo>
                    <a:pt x="360" y="1"/>
                  </a:moveTo>
                  <a:cubicBezTo>
                    <a:pt x="129" y="1"/>
                    <a:pt x="0" y="268"/>
                    <a:pt x="149" y="444"/>
                  </a:cubicBezTo>
                  <a:cubicBezTo>
                    <a:pt x="206" y="512"/>
                    <a:pt x="283" y="543"/>
                    <a:pt x="357" y="543"/>
                  </a:cubicBezTo>
                  <a:cubicBezTo>
                    <a:pt x="488" y="543"/>
                    <a:pt x="614" y="448"/>
                    <a:pt x="625" y="297"/>
                  </a:cubicBezTo>
                  <a:cubicBezTo>
                    <a:pt x="642" y="149"/>
                    <a:pt x="529" y="13"/>
                    <a:pt x="381" y="2"/>
                  </a:cubicBezTo>
                  <a:cubicBezTo>
                    <a:pt x="374" y="1"/>
                    <a:pt x="367" y="1"/>
                    <a:pt x="3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2" name="Google Shape;7962;p60"/>
            <p:cNvSpPr/>
            <p:nvPr/>
          </p:nvSpPr>
          <p:spPr>
            <a:xfrm>
              <a:off x="5530075" y="3089175"/>
              <a:ext cx="12950" cy="10925"/>
            </a:xfrm>
            <a:custGeom>
              <a:avLst/>
              <a:gdLst/>
              <a:ahLst/>
              <a:cxnLst/>
              <a:rect l="l" t="t" r="r" b="b"/>
              <a:pathLst>
                <a:path w="518" h="437" extrusionOk="0">
                  <a:moveTo>
                    <a:pt x="288" y="0"/>
                  </a:moveTo>
                  <a:cubicBezTo>
                    <a:pt x="107" y="0"/>
                    <a:pt x="0" y="216"/>
                    <a:pt x="121" y="359"/>
                  </a:cubicBezTo>
                  <a:cubicBezTo>
                    <a:pt x="166" y="412"/>
                    <a:pt x="227" y="437"/>
                    <a:pt x="288" y="437"/>
                  </a:cubicBezTo>
                  <a:cubicBezTo>
                    <a:pt x="393" y="437"/>
                    <a:pt x="496" y="362"/>
                    <a:pt x="506" y="239"/>
                  </a:cubicBezTo>
                  <a:cubicBezTo>
                    <a:pt x="518" y="115"/>
                    <a:pt x="427" y="13"/>
                    <a:pt x="308" y="1"/>
                  </a:cubicBezTo>
                  <a:cubicBezTo>
                    <a:pt x="301" y="1"/>
                    <a:pt x="294" y="0"/>
                    <a:pt x="2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3" name="Google Shape;7963;p60"/>
            <p:cNvSpPr/>
            <p:nvPr/>
          </p:nvSpPr>
          <p:spPr>
            <a:xfrm>
              <a:off x="5519725" y="3093700"/>
              <a:ext cx="10400" cy="8850"/>
            </a:xfrm>
            <a:custGeom>
              <a:avLst/>
              <a:gdLst/>
              <a:ahLst/>
              <a:cxnLst/>
              <a:rect l="l" t="t" r="r" b="b"/>
              <a:pathLst>
                <a:path w="416" h="354" extrusionOk="0">
                  <a:moveTo>
                    <a:pt x="226" y="1"/>
                  </a:moveTo>
                  <a:cubicBezTo>
                    <a:pt x="84" y="1"/>
                    <a:pt x="0" y="172"/>
                    <a:pt x="98" y="291"/>
                  </a:cubicBezTo>
                  <a:cubicBezTo>
                    <a:pt x="135" y="334"/>
                    <a:pt x="183" y="353"/>
                    <a:pt x="230" y="353"/>
                  </a:cubicBezTo>
                  <a:cubicBezTo>
                    <a:pt x="316" y="353"/>
                    <a:pt x="399" y="291"/>
                    <a:pt x="410" y="189"/>
                  </a:cubicBezTo>
                  <a:cubicBezTo>
                    <a:pt x="416" y="92"/>
                    <a:pt x="342" y="7"/>
                    <a:pt x="246" y="2"/>
                  </a:cubicBezTo>
                  <a:cubicBezTo>
                    <a:pt x="239" y="1"/>
                    <a:pt x="232" y="1"/>
                    <a:pt x="2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4" name="Google Shape;7964;p60"/>
            <p:cNvSpPr/>
            <p:nvPr/>
          </p:nvSpPr>
          <p:spPr>
            <a:xfrm>
              <a:off x="5520825" y="3083075"/>
              <a:ext cx="8725" cy="7400"/>
            </a:xfrm>
            <a:custGeom>
              <a:avLst/>
              <a:gdLst/>
              <a:ahLst/>
              <a:cxnLst/>
              <a:rect l="l" t="t" r="r" b="b"/>
              <a:pathLst>
                <a:path w="349" h="296" extrusionOk="0">
                  <a:moveTo>
                    <a:pt x="194" y="1"/>
                  </a:moveTo>
                  <a:cubicBezTo>
                    <a:pt x="71" y="1"/>
                    <a:pt x="0" y="147"/>
                    <a:pt x="82" y="245"/>
                  </a:cubicBezTo>
                  <a:cubicBezTo>
                    <a:pt x="113" y="280"/>
                    <a:pt x="153" y="295"/>
                    <a:pt x="193" y="295"/>
                  </a:cubicBezTo>
                  <a:cubicBezTo>
                    <a:pt x="265" y="295"/>
                    <a:pt x="336" y="244"/>
                    <a:pt x="343" y="160"/>
                  </a:cubicBezTo>
                  <a:cubicBezTo>
                    <a:pt x="349" y="81"/>
                    <a:pt x="287" y="7"/>
                    <a:pt x="207" y="1"/>
                  </a:cubicBezTo>
                  <a:cubicBezTo>
                    <a:pt x="203" y="1"/>
                    <a:pt x="198" y="1"/>
                    <a:pt x="1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5" name="Google Shape;7965;p60"/>
            <p:cNvSpPr/>
            <p:nvPr/>
          </p:nvSpPr>
          <p:spPr>
            <a:xfrm>
              <a:off x="5479425" y="3086900"/>
              <a:ext cx="8450" cy="7125"/>
            </a:xfrm>
            <a:custGeom>
              <a:avLst/>
              <a:gdLst/>
              <a:ahLst/>
              <a:cxnLst/>
              <a:rect l="l" t="t" r="r" b="b"/>
              <a:pathLst>
                <a:path w="338" h="285" extrusionOk="0">
                  <a:moveTo>
                    <a:pt x="188" y="1"/>
                  </a:moveTo>
                  <a:cubicBezTo>
                    <a:pt x="71" y="1"/>
                    <a:pt x="0" y="141"/>
                    <a:pt x="82" y="234"/>
                  </a:cubicBezTo>
                  <a:cubicBezTo>
                    <a:pt x="111" y="269"/>
                    <a:pt x="149" y="284"/>
                    <a:pt x="188" y="284"/>
                  </a:cubicBezTo>
                  <a:cubicBezTo>
                    <a:pt x="257" y="284"/>
                    <a:pt x="324" y="235"/>
                    <a:pt x="332" y="155"/>
                  </a:cubicBezTo>
                  <a:cubicBezTo>
                    <a:pt x="337" y="75"/>
                    <a:pt x="281" y="7"/>
                    <a:pt x="201" y="1"/>
                  </a:cubicBezTo>
                  <a:cubicBezTo>
                    <a:pt x="197" y="1"/>
                    <a:pt x="192" y="1"/>
                    <a:pt x="1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6" name="Google Shape;7966;p60"/>
            <p:cNvSpPr/>
            <p:nvPr/>
          </p:nvSpPr>
          <p:spPr>
            <a:xfrm>
              <a:off x="5459750" y="3087325"/>
              <a:ext cx="11950" cy="10175"/>
            </a:xfrm>
            <a:custGeom>
              <a:avLst/>
              <a:gdLst/>
              <a:ahLst/>
              <a:cxnLst/>
              <a:rect l="l" t="t" r="r" b="b"/>
              <a:pathLst>
                <a:path w="478" h="407" extrusionOk="0">
                  <a:moveTo>
                    <a:pt x="264" y="1"/>
                  </a:moveTo>
                  <a:cubicBezTo>
                    <a:pt x="95" y="1"/>
                    <a:pt x="0" y="200"/>
                    <a:pt x="109" y="336"/>
                  </a:cubicBezTo>
                  <a:cubicBezTo>
                    <a:pt x="152" y="385"/>
                    <a:pt x="208" y="407"/>
                    <a:pt x="263" y="407"/>
                  </a:cubicBezTo>
                  <a:cubicBezTo>
                    <a:pt x="363" y="407"/>
                    <a:pt x="461" y="336"/>
                    <a:pt x="472" y="223"/>
                  </a:cubicBezTo>
                  <a:cubicBezTo>
                    <a:pt x="478" y="109"/>
                    <a:pt x="393" y="7"/>
                    <a:pt x="285" y="1"/>
                  </a:cubicBezTo>
                  <a:cubicBezTo>
                    <a:pt x="278" y="1"/>
                    <a:pt x="271" y="1"/>
                    <a:pt x="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7" name="Google Shape;7967;p60"/>
            <p:cNvSpPr/>
            <p:nvPr/>
          </p:nvSpPr>
          <p:spPr>
            <a:xfrm>
              <a:off x="5554575" y="3065650"/>
              <a:ext cx="8875" cy="7475"/>
            </a:xfrm>
            <a:custGeom>
              <a:avLst/>
              <a:gdLst/>
              <a:ahLst/>
              <a:cxnLst/>
              <a:rect l="l" t="t" r="r" b="b"/>
              <a:pathLst>
                <a:path w="355" h="299" extrusionOk="0">
                  <a:moveTo>
                    <a:pt x="200" y="0"/>
                  </a:moveTo>
                  <a:cubicBezTo>
                    <a:pt x="77" y="0"/>
                    <a:pt x="0" y="151"/>
                    <a:pt x="88" y="245"/>
                  </a:cubicBezTo>
                  <a:cubicBezTo>
                    <a:pt x="119" y="282"/>
                    <a:pt x="161" y="299"/>
                    <a:pt x="202" y="299"/>
                  </a:cubicBezTo>
                  <a:cubicBezTo>
                    <a:pt x="273" y="299"/>
                    <a:pt x="342" y="248"/>
                    <a:pt x="349" y="165"/>
                  </a:cubicBezTo>
                  <a:cubicBezTo>
                    <a:pt x="355" y="80"/>
                    <a:pt x="292" y="12"/>
                    <a:pt x="213" y="1"/>
                  </a:cubicBezTo>
                  <a:cubicBezTo>
                    <a:pt x="208" y="0"/>
                    <a:pt x="204" y="0"/>
                    <a:pt x="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8" name="Google Shape;7968;p60"/>
            <p:cNvSpPr/>
            <p:nvPr/>
          </p:nvSpPr>
          <p:spPr>
            <a:xfrm>
              <a:off x="5559425" y="3047625"/>
              <a:ext cx="11250" cy="9425"/>
            </a:xfrm>
            <a:custGeom>
              <a:avLst/>
              <a:gdLst/>
              <a:ahLst/>
              <a:cxnLst/>
              <a:rect l="l" t="t" r="r" b="b"/>
              <a:pathLst>
                <a:path w="450" h="377" extrusionOk="0">
                  <a:moveTo>
                    <a:pt x="248" y="0"/>
                  </a:moveTo>
                  <a:cubicBezTo>
                    <a:pt x="90" y="0"/>
                    <a:pt x="0" y="188"/>
                    <a:pt x="104" y="308"/>
                  </a:cubicBezTo>
                  <a:cubicBezTo>
                    <a:pt x="145" y="355"/>
                    <a:pt x="199" y="376"/>
                    <a:pt x="251" y="376"/>
                  </a:cubicBezTo>
                  <a:cubicBezTo>
                    <a:pt x="344" y="376"/>
                    <a:pt x="433" y="310"/>
                    <a:pt x="444" y="205"/>
                  </a:cubicBezTo>
                  <a:cubicBezTo>
                    <a:pt x="450" y="98"/>
                    <a:pt x="370" y="7"/>
                    <a:pt x="268" y="1"/>
                  </a:cubicBezTo>
                  <a:cubicBezTo>
                    <a:pt x="261" y="1"/>
                    <a:pt x="255" y="0"/>
                    <a:pt x="2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9" name="Google Shape;7969;p60"/>
            <p:cNvSpPr/>
            <p:nvPr/>
          </p:nvSpPr>
          <p:spPr>
            <a:xfrm>
              <a:off x="5574825" y="3053125"/>
              <a:ext cx="20950" cy="17775"/>
            </a:xfrm>
            <a:custGeom>
              <a:avLst/>
              <a:gdLst/>
              <a:ahLst/>
              <a:cxnLst/>
              <a:rect l="l" t="t" r="r" b="b"/>
              <a:pathLst>
                <a:path w="838" h="711" extrusionOk="0">
                  <a:moveTo>
                    <a:pt x="469" y="1"/>
                  </a:moveTo>
                  <a:cubicBezTo>
                    <a:pt x="172" y="1"/>
                    <a:pt x="0" y="352"/>
                    <a:pt x="197" y="587"/>
                  </a:cubicBezTo>
                  <a:cubicBezTo>
                    <a:pt x="270" y="672"/>
                    <a:pt x="368" y="711"/>
                    <a:pt x="464" y="711"/>
                  </a:cubicBezTo>
                  <a:cubicBezTo>
                    <a:pt x="638" y="711"/>
                    <a:pt x="806" y="586"/>
                    <a:pt x="821" y="383"/>
                  </a:cubicBezTo>
                  <a:cubicBezTo>
                    <a:pt x="838" y="190"/>
                    <a:pt x="696" y="20"/>
                    <a:pt x="503" y="2"/>
                  </a:cubicBezTo>
                  <a:cubicBezTo>
                    <a:pt x="492" y="1"/>
                    <a:pt x="480" y="1"/>
                    <a:pt x="469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0" name="Google Shape;7970;p60"/>
            <p:cNvSpPr/>
            <p:nvPr/>
          </p:nvSpPr>
          <p:spPr>
            <a:xfrm>
              <a:off x="5563150" y="3074000"/>
              <a:ext cx="17450" cy="14700"/>
            </a:xfrm>
            <a:custGeom>
              <a:avLst/>
              <a:gdLst/>
              <a:ahLst/>
              <a:cxnLst/>
              <a:rect l="l" t="t" r="r" b="b"/>
              <a:pathLst>
                <a:path w="698" h="588" extrusionOk="0">
                  <a:moveTo>
                    <a:pt x="387" y="0"/>
                  </a:moveTo>
                  <a:cubicBezTo>
                    <a:pt x="143" y="0"/>
                    <a:pt x="1" y="292"/>
                    <a:pt x="165" y="483"/>
                  </a:cubicBezTo>
                  <a:cubicBezTo>
                    <a:pt x="226" y="555"/>
                    <a:pt x="308" y="588"/>
                    <a:pt x="388" y="588"/>
                  </a:cubicBezTo>
                  <a:cubicBezTo>
                    <a:pt x="529" y="588"/>
                    <a:pt x="666" y="486"/>
                    <a:pt x="681" y="319"/>
                  </a:cubicBezTo>
                  <a:cubicBezTo>
                    <a:pt x="698" y="160"/>
                    <a:pt x="579" y="13"/>
                    <a:pt x="414" y="1"/>
                  </a:cubicBezTo>
                  <a:cubicBezTo>
                    <a:pt x="405" y="0"/>
                    <a:pt x="396" y="0"/>
                    <a:pt x="3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1" name="Google Shape;7971;p60"/>
            <p:cNvSpPr/>
            <p:nvPr/>
          </p:nvSpPr>
          <p:spPr>
            <a:xfrm>
              <a:off x="5553875" y="3093300"/>
              <a:ext cx="9000" cy="7625"/>
            </a:xfrm>
            <a:custGeom>
              <a:avLst/>
              <a:gdLst/>
              <a:ahLst/>
              <a:cxnLst/>
              <a:rect l="l" t="t" r="r" b="b"/>
              <a:pathLst>
                <a:path w="360" h="305" extrusionOk="0">
                  <a:moveTo>
                    <a:pt x="199" y="0"/>
                  </a:moveTo>
                  <a:cubicBezTo>
                    <a:pt x="71" y="0"/>
                    <a:pt x="0" y="152"/>
                    <a:pt x="88" y="250"/>
                  </a:cubicBezTo>
                  <a:cubicBezTo>
                    <a:pt x="119" y="287"/>
                    <a:pt x="161" y="304"/>
                    <a:pt x="202" y="304"/>
                  </a:cubicBezTo>
                  <a:cubicBezTo>
                    <a:pt x="275" y="304"/>
                    <a:pt x="347" y="252"/>
                    <a:pt x="354" y="165"/>
                  </a:cubicBezTo>
                  <a:cubicBezTo>
                    <a:pt x="360" y="80"/>
                    <a:pt x="298" y="6"/>
                    <a:pt x="212" y="1"/>
                  </a:cubicBezTo>
                  <a:cubicBezTo>
                    <a:pt x="208" y="0"/>
                    <a:pt x="203" y="0"/>
                    <a:pt x="1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2" name="Google Shape;7972;p60"/>
            <p:cNvSpPr/>
            <p:nvPr/>
          </p:nvSpPr>
          <p:spPr>
            <a:xfrm>
              <a:off x="5541475" y="3075000"/>
              <a:ext cx="5950" cy="5050"/>
            </a:xfrm>
            <a:custGeom>
              <a:avLst/>
              <a:gdLst/>
              <a:ahLst/>
              <a:cxnLst/>
              <a:rect l="l" t="t" r="r" b="b"/>
              <a:pathLst>
                <a:path w="238" h="202" extrusionOk="0">
                  <a:moveTo>
                    <a:pt x="134" y="1"/>
                  </a:moveTo>
                  <a:cubicBezTo>
                    <a:pt x="48" y="1"/>
                    <a:pt x="1" y="99"/>
                    <a:pt x="56" y="165"/>
                  </a:cubicBezTo>
                  <a:cubicBezTo>
                    <a:pt x="77" y="190"/>
                    <a:pt x="104" y="201"/>
                    <a:pt x="131" y="201"/>
                  </a:cubicBezTo>
                  <a:cubicBezTo>
                    <a:pt x="178" y="201"/>
                    <a:pt x="225" y="167"/>
                    <a:pt x="232" y="109"/>
                  </a:cubicBezTo>
                  <a:cubicBezTo>
                    <a:pt x="238" y="52"/>
                    <a:pt x="192" y="7"/>
                    <a:pt x="141" y="1"/>
                  </a:cubicBezTo>
                  <a:cubicBezTo>
                    <a:pt x="139" y="1"/>
                    <a:pt x="136" y="1"/>
                    <a:pt x="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3" name="Google Shape;7973;p60"/>
            <p:cNvSpPr/>
            <p:nvPr/>
          </p:nvSpPr>
          <p:spPr>
            <a:xfrm>
              <a:off x="5645075" y="3118525"/>
              <a:ext cx="13375" cy="11275"/>
            </a:xfrm>
            <a:custGeom>
              <a:avLst/>
              <a:gdLst/>
              <a:ahLst/>
              <a:cxnLst/>
              <a:rect l="l" t="t" r="r" b="b"/>
              <a:pathLst>
                <a:path w="535" h="451" extrusionOk="0">
                  <a:moveTo>
                    <a:pt x="298" y="0"/>
                  </a:moveTo>
                  <a:cubicBezTo>
                    <a:pt x="107" y="0"/>
                    <a:pt x="1" y="222"/>
                    <a:pt x="127" y="370"/>
                  </a:cubicBezTo>
                  <a:cubicBezTo>
                    <a:pt x="174" y="425"/>
                    <a:pt x="236" y="450"/>
                    <a:pt x="298" y="450"/>
                  </a:cubicBezTo>
                  <a:cubicBezTo>
                    <a:pt x="407" y="450"/>
                    <a:pt x="513" y="372"/>
                    <a:pt x="524" y="245"/>
                  </a:cubicBezTo>
                  <a:cubicBezTo>
                    <a:pt x="535" y="120"/>
                    <a:pt x="444" y="13"/>
                    <a:pt x="319" y="1"/>
                  </a:cubicBezTo>
                  <a:cubicBezTo>
                    <a:pt x="312" y="1"/>
                    <a:pt x="305" y="0"/>
                    <a:pt x="298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4" name="Google Shape;7974;p60"/>
            <p:cNvSpPr/>
            <p:nvPr/>
          </p:nvSpPr>
          <p:spPr>
            <a:xfrm>
              <a:off x="5637100" y="3137100"/>
              <a:ext cx="10725" cy="9075"/>
            </a:xfrm>
            <a:custGeom>
              <a:avLst/>
              <a:gdLst/>
              <a:ahLst/>
              <a:cxnLst/>
              <a:rect l="l" t="t" r="r" b="b"/>
              <a:pathLst>
                <a:path w="429" h="363" extrusionOk="0">
                  <a:moveTo>
                    <a:pt x="244" y="1"/>
                  </a:moveTo>
                  <a:cubicBezTo>
                    <a:pt x="88" y="1"/>
                    <a:pt x="1" y="181"/>
                    <a:pt x="105" y="296"/>
                  </a:cubicBezTo>
                  <a:cubicBezTo>
                    <a:pt x="143" y="342"/>
                    <a:pt x="193" y="363"/>
                    <a:pt x="242" y="363"/>
                  </a:cubicBezTo>
                  <a:cubicBezTo>
                    <a:pt x="328" y="363"/>
                    <a:pt x="412" y="301"/>
                    <a:pt x="423" y="200"/>
                  </a:cubicBezTo>
                  <a:cubicBezTo>
                    <a:pt x="429" y="98"/>
                    <a:pt x="355" y="13"/>
                    <a:pt x="258" y="1"/>
                  </a:cubicBezTo>
                  <a:cubicBezTo>
                    <a:pt x="254" y="1"/>
                    <a:pt x="249" y="1"/>
                    <a:pt x="244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5" name="Google Shape;7975;p60"/>
            <p:cNvSpPr/>
            <p:nvPr/>
          </p:nvSpPr>
          <p:spPr>
            <a:xfrm>
              <a:off x="5624725" y="3134575"/>
              <a:ext cx="6925" cy="5850"/>
            </a:xfrm>
            <a:custGeom>
              <a:avLst/>
              <a:gdLst/>
              <a:ahLst/>
              <a:cxnLst/>
              <a:rect l="l" t="t" r="r" b="b"/>
              <a:pathLst>
                <a:path w="277" h="234" extrusionOk="0">
                  <a:moveTo>
                    <a:pt x="156" y="0"/>
                  </a:moveTo>
                  <a:cubicBezTo>
                    <a:pt x="59" y="0"/>
                    <a:pt x="1" y="116"/>
                    <a:pt x="67" y="193"/>
                  </a:cubicBezTo>
                  <a:cubicBezTo>
                    <a:pt x="89" y="221"/>
                    <a:pt x="119" y="234"/>
                    <a:pt x="150" y="234"/>
                  </a:cubicBezTo>
                  <a:cubicBezTo>
                    <a:pt x="206" y="234"/>
                    <a:pt x="264" y="191"/>
                    <a:pt x="271" y="125"/>
                  </a:cubicBezTo>
                  <a:cubicBezTo>
                    <a:pt x="277" y="63"/>
                    <a:pt x="226" y="6"/>
                    <a:pt x="163" y="0"/>
                  </a:cubicBezTo>
                  <a:cubicBezTo>
                    <a:pt x="161" y="0"/>
                    <a:pt x="159" y="0"/>
                    <a:pt x="156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6" name="Google Shape;7976;p60"/>
            <p:cNvSpPr/>
            <p:nvPr/>
          </p:nvSpPr>
          <p:spPr>
            <a:xfrm>
              <a:off x="5626175" y="3123775"/>
              <a:ext cx="10175" cy="9400"/>
            </a:xfrm>
            <a:custGeom>
              <a:avLst/>
              <a:gdLst/>
              <a:ahLst/>
              <a:cxnLst/>
              <a:rect l="l" t="t" r="r" b="b"/>
              <a:pathLst>
                <a:path w="407" h="376" extrusionOk="0">
                  <a:moveTo>
                    <a:pt x="200" y="1"/>
                  </a:moveTo>
                  <a:cubicBezTo>
                    <a:pt x="109" y="1"/>
                    <a:pt x="20" y="66"/>
                    <a:pt x="9" y="171"/>
                  </a:cubicBezTo>
                  <a:cubicBezTo>
                    <a:pt x="1" y="292"/>
                    <a:pt x="96" y="376"/>
                    <a:pt x="198" y="376"/>
                  </a:cubicBezTo>
                  <a:cubicBezTo>
                    <a:pt x="240" y="376"/>
                    <a:pt x="283" y="362"/>
                    <a:pt x="321" y="330"/>
                  </a:cubicBezTo>
                  <a:cubicBezTo>
                    <a:pt x="395" y="268"/>
                    <a:pt x="406" y="149"/>
                    <a:pt x="344" y="69"/>
                  </a:cubicBezTo>
                  <a:cubicBezTo>
                    <a:pt x="305" y="22"/>
                    <a:pt x="252" y="1"/>
                    <a:pt x="200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7" name="Google Shape;7977;p60"/>
            <p:cNvSpPr/>
            <p:nvPr/>
          </p:nvSpPr>
          <p:spPr>
            <a:xfrm>
              <a:off x="5617450" y="3109425"/>
              <a:ext cx="14775" cy="12500"/>
            </a:xfrm>
            <a:custGeom>
              <a:avLst/>
              <a:gdLst/>
              <a:ahLst/>
              <a:cxnLst/>
              <a:rect l="l" t="t" r="r" b="b"/>
              <a:pathLst>
                <a:path w="591" h="500" extrusionOk="0">
                  <a:moveTo>
                    <a:pt x="326" y="1"/>
                  </a:moveTo>
                  <a:cubicBezTo>
                    <a:pt x="120" y="1"/>
                    <a:pt x="1" y="248"/>
                    <a:pt x="137" y="411"/>
                  </a:cubicBezTo>
                  <a:cubicBezTo>
                    <a:pt x="188" y="472"/>
                    <a:pt x="256" y="499"/>
                    <a:pt x="324" y="499"/>
                  </a:cubicBezTo>
                  <a:cubicBezTo>
                    <a:pt x="445" y="499"/>
                    <a:pt x="565" y="411"/>
                    <a:pt x="579" y="269"/>
                  </a:cubicBezTo>
                  <a:cubicBezTo>
                    <a:pt x="591" y="133"/>
                    <a:pt x="488" y="14"/>
                    <a:pt x="352" y="2"/>
                  </a:cubicBezTo>
                  <a:cubicBezTo>
                    <a:pt x="343" y="1"/>
                    <a:pt x="334" y="1"/>
                    <a:pt x="326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8" name="Google Shape;7978;p60"/>
            <p:cNvSpPr/>
            <p:nvPr/>
          </p:nvSpPr>
          <p:spPr>
            <a:xfrm>
              <a:off x="5608300" y="3120650"/>
              <a:ext cx="7050" cy="5975"/>
            </a:xfrm>
            <a:custGeom>
              <a:avLst/>
              <a:gdLst/>
              <a:ahLst/>
              <a:cxnLst/>
              <a:rect l="l" t="t" r="r" b="b"/>
              <a:pathLst>
                <a:path w="282" h="239" extrusionOk="0">
                  <a:moveTo>
                    <a:pt x="155" y="1"/>
                  </a:moveTo>
                  <a:cubicBezTo>
                    <a:pt x="55" y="1"/>
                    <a:pt x="1" y="118"/>
                    <a:pt x="66" y="194"/>
                  </a:cubicBezTo>
                  <a:cubicBezTo>
                    <a:pt x="91" y="225"/>
                    <a:pt x="124" y="239"/>
                    <a:pt x="156" y="239"/>
                  </a:cubicBezTo>
                  <a:cubicBezTo>
                    <a:pt x="213" y="239"/>
                    <a:pt x="269" y="197"/>
                    <a:pt x="276" y="132"/>
                  </a:cubicBezTo>
                  <a:cubicBezTo>
                    <a:pt x="282" y="64"/>
                    <a:pt x="231" y="7"/>
                    <a:pt x="168" y="1"/>
                  </a:cubicBezTo>
                  <a:cubicBezTo>
                    <a:pt x="164" y="1"/>
                    <a:pt x="159" y="1"/>
                    <a:pt x="155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9" name="Google Shape;7979;p60"/>
            <p:cNvSpPr/>
            <p:nvPr/>
          </p:nvSpPr>
          <p:spPr>
            <a:xfrm>
              <a:off x="5604975" y="3095675"/>
              <a:ext cx="14925" cy="12675"/>
            </a:xfrm>
            <a:custGeom>
              <a:avLst/>
              <a:gdLst/>
              <a:ahLst/>
              <a:cxnLst/>
              <a:rect l="l" t="t" r="r" b="b"/>
              <a:pathLst>
                <a:path w="597" h="507" extrusionOk="0">
                  <a:moveTo>
                    <a:pt x="330" y="1"/>
                  </a:moveTo>
                  <a:cubicBezTo>
                    <a:pt x="120" y="1"/>
                    <a:pt x="1" y="248"/>
                    <a:pt x="142" y="416"/>
                  </a:cubicBezTo>
                  <a:cubicBezTo>
                    <a:pt x="194" y="478"/>
                    <a:pt x="264" y="506"/>
                    <a:pt x="333" y="506"/>
                  </a:cubicBezTo>
                  <a:cubicBezTo>
                    <a:pt x="455" y="506"/>
                    <a:pt x="574" y="419"/>
                    <a:pt x="585" y="274"/>
                  </a:cubicBezTo>
                  <a:cubicBezTo>
                    <a:pt x="596" y="133"/>
                    <a:pt x="494" y="13"/>
                    <a:pt x="358" y="2"/>
                  </a:cubicBezTo>
                  <a:cubicBezTo>
                    <a:pt x="349" y="1"/>
                    <a:pt x="339" y="1"/>
                    <a:pt x="330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0" name="Google Shape;7980;p60"/>
            <p:cNvSpPr/>
            <p:nvPr/>
          </p:nvSpPr>
          <p:spPr>
            <a:xfrm>
              <a:off x="5606075" y="3130150"/>
              <a:ext cx="15375" cy="13100"/>
            </a:xfrm>
            <a:custGeom>
              <a:avLst/>
              <a:gdLst/>
              <a:ahLst/>
              <a:cxnLst/>
              <a:rect l="l" t="t" r="r" b="b"/>
              <a:pathLst>
                <a:path w="615" h="524" extrusionOk="0">
                  <a:moveTo>
                    <a:pt x="344" y="1"/>
                  </a:moveTo>
                  <a:cubicBezTo>
                    <a:pt x="124" y="1"/>
                    <a:pt x="1" y="256"/>
                    <a:pt x="144" y="427"/>
                  </a:cubicBezTo>
                  <a:cubicBezTo>
                    <a:pt x="198" y="493"/>
                    <a:pt x="270" y="523"/>
                    <a:pt x="342" y="523"/>
                  </a:cubicBezTo>
                  <a:cubicBezTo>
                    <a:pt x="467" y="523"/>
                    <a:pt x="589" y="433"/>
                    <a:pt x="603" y="285"/>
                  </a:cubicBezTo>
                  <a:cubicBezTo>
                    <a:pt x="614" y="143"/>
                    <a:pt x="507" y="13"/>
                    <a:pt x="365" y="1"/>
                  </a:cubicBezTo>
                  <a:cubicBezTo>
                    <a:pt x="358" y="1"/>
                    <a:pt x="351" y="1"/>
                    <a:pt x="344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1" name="Google Shape;7981;p60"/>
            <p:cNvSpPr/>
            <p:nvPr/>
          </p:nvSpPr>
          <p:spPr>
            <a:xfrm>
              <a:off x="5613200" y="3112975"/>
              <a:ext cx="17175" cy="14575"/>
            </a:xfrm>
            <a:custGeom>
              <a:avLst/>
              <a:gdLst/>
              <a:ahLst/>
              <a:cxnLst/>
              <a:rect l="l" t="t" r="r" b="b"/>
              <a:pathLst>
                <a:path w="687" h="583" extrusionOk="0">
                  <a:moveTo>
                    <a:pt x="381" y="1"/>
                  </a:moveTo>
                  <a:cubicBezTo>
                    <a:pt x="137" y="1"/>
                    <a:pt x="1" y="287"/>
                    <a:pt x="159" y="479"/>
                  </a:cubicBezTo>
                  <a:cubicBezTo>
                    <a:pt x="221" y="550"/>
                    <a:pt x="302" y="583"/>
                    <a:pt x="382" y="583"/>
                  </a:cubicBezTo>
                  <a:cubicBezTo>
                    <a:pt x="524" y="583"/>
                    <a:pt x="661" y="481"/>
                    <a:pt x="675" y="314"/>
                  </a:cubicBezTo>
                  <a:cubicBezTo>
                    <a:pt x="687" y="155"/>
                    <a:pt x="568" y="13"/>
                    <a:pt x="409" y="2"/>
                  </a:cubicBezTo>
                  <a:cubicBezTo>
                    <a:pt x="400" y="1"/>
                    <a:pt x="390" y="1"/>
                    <a:pt x="381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2" name="Google Shape;7982;p60"/>
            <p:cNvSpPr/>
            <p:nvPr/>
          </p:nvSpPr>
          <p:spPr>
            <a:xfrm>
              <a:off x="5602725" y="3113550"/>
              <a:ext cx="19425" cy="16625"/>
            </a:xfrm>
            <a:custGeom>
              <a:avLst/>
              <a:gdLst/>
              <a:ahLst/>
              <a:cxnLst/>
              <a:rect l="l" t="t" r="r" b="b"/>
              <a:pathLst>
                <a:path w="777" h="665" extrusionOk="0">
                  <a:moveTo>
                    <a:pt x="437" y="1"/>
                  </a:moveTo>
                  <a:cubicBezTo>
                    <a:pt x="159" y="1"/>
                    <a:pt x="0" y="327"/>
                    <a:pt x="181" y="546"/>
                  </a:cubicBezTo>
                  <a:cubicBezTo>
                    <a:pt x="251" y="628"/>
                    <a:pt x="343" y="665"/>
                    <a:pt x="433" y="665"/>
                  </a:cubicBezTo>
                  <a:cubicBezTo>
                    <a:pt x="595" y="665"/>
                    <a:pt x="751" y="548"/>
                    <a:pt x="766" y="359"/>
                  </a:cubicBezTo>
                  <a:cubicBezTo>
                    <a:pt x="777" y="178"/>
                    <a:pt x="646" y="19"/>
                    <a:pt x="465" y="2"/>
                  </a:cubicBezTo>
                  <a:cubicBezTo>
                    <a:pt x="455" y="1"/>
                    <a:pt x="446" y="1"/>
                    <a:pt x="437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3" name="Google Shape;7983;p60"/>
            <p:cNvSpPr/>
            <p:nvPr/>
          </p:nvSpPr>
          <p:spPr>
            <a:xfrm>
              <a:off x="5631900" y="3148450"/>
              <a:ext cx="11525" cy="9675"/>
            </a:xfrm>
            <a:custGeom>
              <a:avLst/>
              <a:gdLst/>
              <a:ahLst/>
              <a:cxnLst/>
              <a:rect l="l" t="t" r="r" b="b"/>
              <a:pathLst>
                <a:path w="461" h="387" extrusionOk="0">
                  <a:moveTo>
                    <a:pt x="253" y="0"/>
                  </a:moveTo>
                  <a:cubicBezTo>
                    <a:pt x="95" y="0"/>
                    <a:pt x="0" y="188"/>
                    <a:pt x="109" y="319"/>
                  </a:cubicBezTo>
                  <a:cubicBezTo>
                    <a:pt x="150" y="365"/>
                    <a:pt x="203" y="387"/>
                    <a:pt x="255" y="387"/>
                  </a:cubicBezTo>
                  <a:cubicBezTo>
                    <a:pt x="348" y="387"/>
                    <a:pt x="438" y="318"/>
                    <a:pt x="449" y="205"/>
                  </a:cubicBezTo>
                  <a:cubicBezTo>
                    <a:pt x="461" y="103"/>
                    <a:pt x="381" y="7"/>
                    <a:pt x="273" y="1"/>
                  </a:cubicBezTo>
                  <a:cubicBezTo>
                    <a:pt x="267" y="0"/>
                    <a:pt x="260" y="0"/>
                    <a:pt x="253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4" name="Google Shape;7984;p60"/>
            <p:cNvSpPr/>
            <p:nvPr/>
          </p:nvSpPr>
          <p:spPr>
            <a:xfrm>
              <a:off x="5614875" y="3143900"/>
              <a:ext cx="12825" cy="10900"/>
            </a:xfrm>
            <a:custGeom>
              <a:avLst/>
              <a:gdLst/>
              <a:ahLst/>
              <a:cxnLst/>
              <a:rect l="l" t="t" r="r" b="b"/>
              <a:pathLst>
                <a:path w="513" h="436" extrusionOk="0">
                  <a:moveTo>
                    <a:pt x="282" y="1"/>
                  </a:moveTo>
                  <a:cubicBezTo>
                    <a:pt x="102" y="1"/>
                    <a:pt x="0" y="217"/>
                    <a:pt x="121" y="359"/>
                  </a:cubicBezTo>
                  <a:cubicBezTo>
                    <a:pt x="165" y="412"/>
                    <a:pt x="224" y="435"/>
                    <a:pt x="282" y="435"/>
                  </a:cubicBezTo>
                  <a:cubicBezTo>
                    <a:pt x="387" y="435"/>
                    <a:pt x="490" y="358"/>
                    <a:pt x="501" y="234"/>
                  </a:cubicBezTo>
                  <a:cubicBezTo>
                    <a:pt x="512" y="115"/>
                    <a:pt x="421" y="13"/>
                    <a:pt x="302" y="2"/>
                  </a:cubicBezTo>
                  <a:cubicBezTo>
                    <a:pt x="295" y="1"/>
                    <a:pt x="289" y="1"/>
                    <a:pt x="282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5" name="Google Shape;7985;p60"/>
            <p:cNvSpPr/>
            <p:nvPr/>
          </p:nvSpPr>
          <p:spPr>
            <a:xfrm>
              <a:off x="5600525" y="3141075"/>
              <a:ext cx="9450" cy="8100"/>
            </a:xfrm>
            <a:custGeom>
              <a:avLst/>
              <a:gdLst/>
              <a:ahLst/>
              <a:cxnLst/>
              <a:rect l="l" t="t" r="r" b="b"/>
              <a:pathLst>
                <a:path w="378" h="324" extrusionOk="0">
                  <a:moveTo>
                    <a:pt x="210" y="1"/>
                  </a:moveTo>
                  <a:cubicBezTo>
                    <a:pt x="77" y="1"/>
                    <a:pt x="0" y="158"/>
                    <a:pt x="88" y="268"/>
                  </a:cubicBezTo>
                  <a:cubicBezTo>
                    <a:pt x="120" y="306"/>
                    <a:pt x="165" y="324"/>
                    <a:pt x="208" y="324"/>
                  </a:cubicBezTo>
                  <a:cubicBezTo>
                    <a:pt x="287" y="324"/>
                    <a:pt x="364" y="268"/>
                    <a:pt x="371" y="177"/>
                  </a:cubicBezTo>
                  <a:cubicBezTo>
                    <a:pt x="377" y="86"/>
                    <a:pt x="315" y="7"/>
                    <a:pt x="224" y="1"/>
                  </a:cubicBezTo>
                  <a:cubicBezTo>
                    <a:pt x="219" y="1"/>
                    <a:pt x="215" y="1"/>
                    <a:pt x="210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6" name="Google Shape;7986;p60"/>
            <p:cNvSpPr/>
            <p:nvPr/>
          </p:nvSpPr>
          <p:spPr>
            <a:xfrm>
              <a:off x="5590900" y="3128875"/>
              <a:ext cx="15950" cy="13475"/>
            </a:xfrm>
            <a:custGeom>
              <a:avLst/>
              <a:gdLst/>
              <a:ahLst/>
              <a:cxnLst/>
              <a:rect l="l" t="t" r="r" b="b"/>
              <a:pathLst>
                <a:path w="638" h="539" extrusionOk="0">
                  <a:moveTo>
                    <a:pt x="361" y="1"/>
                  </a:moveTo>
                  <a:cubicBezTo>
                    <a:pt x="135" y="1"/>
                    <a:pt x="1" y="268"/>
                    <a:pt x="155" y="444"/>
                  </a:cubicBezTo>
                  <a:cubicBezTo>
                    <a:pt x="210" y="509"/>
                    <a:pt x="284" y="538"/>
                    <a:pt x="356" y="538"/>
                  </a:cubicBezTo>
                  <a:cubicBezTo>
                    <a:pt x="485" y="538"/>
                    <a:pt x="611" y="445"/>
                    <a:pt x="626" y="296"/>
                  </a:cubicBezTo>
                  <a:cubicBezTo>
                    <a:pt x="637" y="143"/>
                    <a:pt x="530" y="13"/>
                    <a:pt x="382" y="1"/>
                  </a:cubicBezTo>
                  <a:cubicBezTo>
                    <a:pt x="375" y="1"/>
                    <a:pt x="368" y="1"/>
                    <a:pt x="3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7" name="Google Shape;7987;p60"/>
            <p:cNvSpPr/>
            <p:nvPr/>
          </p:nvSpPr>
          <p:spPr>
            <a:xfrm>
              <a:off x="5610475" y="3127025"/>
              <a:ext cx="17075" cy="14475"/>
            </a:xfrm>
            <a:custGeom>
              <a:avLst/>
              <a:gdLst/>
              <a:ahLst/>
              <a:cxnLst/>
              <a:rect l="l" t="t" r="r" b="b"/>
              <a:pathLst>
                <a:path w="683" h="579" extrusionOk="0">
                  <a:moveTo>
                    <a:pt x="383" y="1"/>
                  </a:moveTo>
                  <a:cubicBezTo>
                    <a:pt x="141" y="1"/>
                    <a:pt x="1" y="285"/>
                    <a:pt x="161" y="478"/>
                  </a:cubicBezTo>
                  <a:cubicBezTo>
                    <a:pt x="219" y="547"/>
                    <a:pt x="299" y="578"/>
                    <a:pt x="377" y="578"/>
                  </a:cubicBezTo>
                  <a:cubicBezTo>
                    <a:pt x="518" y="578"/>
                    <a:pt x="656" y="478"/>
                    <a:pt x="671" y="314"/>
                  </a:cubicBezTo>
                  <a:cubicBezTo>
                    <a:pt x="682" y="155"/>
                    <a:pt x="563" y="19"/>
                    <a:pt x="404" y="2"/>
                  </a:cubicBezTo>
                  <a:cubicBezTo>
                    <a:pt x="397" y="1"/>
                    <a:pt x="390" y="1"/>
                    <a:pt x="383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8" name="Google Shape;7988;p60"/>
            <p:cNvSpPr/>
            <p:nvPr/>
          </p:nvSpPr>
          <p:spPr>
            <a:xfrm>
              <a:off x="5656425" y="3175800"/>
              <a:ext cx="12525" cy="10675"/>
            </a:xfrm>
            <a:custGeom>
              <a:avLst/>
              <a:gdLst/>
              <a:ahLst/>
              <a:cxnLst/>
              <a:rect l="l" t="t" r="r" b="b"/>
              <a:pathLst>
                <a:path w="501" h="427" extrusionOk="0">
                  <a:moveTo>
                    <a:pt x="276" y="1"/>
                  </a:moveTo>
                  <a:cubicBezTo>
                    <a:pt x="101" y="1"/>
                    <a:pt x="0" y="211"/>
                    <a:pt x="115" y="348"/>
                  </a:cubicBezTo>
                  <a:cubicBezTo>
                    <a:pt x="161" y="402"/>
                    <a:pt x="221" y="426"/>
                    <a:pt x="279" y="426"/>
                  </a:cubicBezTo>
                  <a:cubicBezTo>
                    <a:pt x="381" y="426"/>
                    <a:pt x="479" y="353"/>
                    <a:pt x="489" y="234"/>
                  </a:cubicBezTo>
                  <a:cubicBezTo>
                    <a:pt x="501" y="115"/>
                    <a:pt x="416" y="8"/>
                    <a:pt x="296" y="2"/>
                  </a:cubicBezTo>
                  <a:cubicBezTo>
                    <a:pt x="290" y="1"/>
                    <a:pt x="283" y="1"/>
                    <a:pt x="276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9" name="Google Shape;7989;p60"/>
            <p:cNvSpPr/>
            <p:nvPr/>
          </p:nvSpPr>
          <p:spPr>
            <a:xfrm>
              <a:off x="5663650" y="3169575"/>
              <a:ext cx="13100" cy="11175"/>
            </a:xfrm>
            <a:custGeom>
              <a:avLst/>
              <a:gdLst/>
              <a:ahLst/>
              <a:cxnLst/>
              <a:rect l="l" t="t" r="r" b="b"/>
              <a:pathLst>
                <a:path w="524" h="447" extrusionOk="0">
                  <a:moveTo>
                    <a:pt x="293" y="0"/>
                  </a:moveTo>
                  <a:cubicBezTo>
                    <a:pt x="107" y="0"/>
                    <a:pt x="0" y="222"/>
                    <a:pt x="121" y="370"/>
                  </a:cubicBezTo>
                  <a:cubicBezTo>
                    <a:pt x="167" y="423"/>
                    <a:pt x="229" y="446"/>
                    <a:pt x="290" y="446"/>
                  </a:cubicBezTo>
                  <a:cubicBezTo>
                    <a:pt x="400" y="446"/>
                    <a:pt x="507" y="369"/>
                    <a:pt x="518" y="245"/>
                  </a:cubicBezTo>
                  <a:cubicBezTo>
                    <a:pt x="524" y="120"/>
                    <a:pt x="433" y="13"/>
                    <a:pt x="314" y="1"/>
                  </a:cubicBezTo>
                  <a:cubicBezTo>
                    <a:pt x="307" y="1"/>
                    <a:pt x="300" y="0"/>
                    <a:pt x="293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0" name="Google Shape;7990;p60"/>
            <p:cNvSpPr/>
            <p:nvPr/>
          </p:nvSpPr>
          <p:spPr>
            <a:xfrm>
              <a:off x="5670550" y="3156150"/>
              <a:ext cx="4375" cy="4125"/>
            </a:xfrm>
            <a:custGeom>
              <a:avLst/>
              <a:gdLst/>
              <a:ahLst/>
              <a:cxnLst/>
              <a:rect l="l" t="t" r="r" b="b"/>
              <a:pathLst>
                <a:path w="175" h="165" extrusionOk="0">
                  <a:moveTo>
                    <a:pt x="85" y="0"/>
                  </a:moveTo>
                  <a:cubicBezTo>
                    <a:pt x="47" y="0"/>
                    <a:pt x="9" y="24"/>
                    <a:pt x="4" y="73"/>
                  </a:cubicBezTo>
                  <a:cubicBezTo>
                    <a:pt x="1" y="134"/>
                    <a:pt x="46" y="165"/>
                    <a:pt x="90" y="165"/>
                  </a:cubicBezTo>
                  <a:cubicBezTo>
                    <a:pt x="128" y="165"/>
                    <a:pt x="166" y="141"/>
                    <a:pt x="168" y="90"/>
                  </a:cubicBezTo>
                  <a:cubicBezTo>
                    <a:pt x="174" y="32"/>
                    <a:pt x="129" y="0"/>
                    <a:pt x="85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1" name="Google Shape;7991;p60"/>
            <p:cNvSpPr/>
            <p:nvPr/>
          </p:nvSpPr>
          <p:spPr>
            <a:xfrm>
              <a:off x="5661850" y="3160375"/>
              <a:ext cx="4225" cy="3600"/>
            </a:xfrm>
            <a:custGeom>
              <a:avLst/>
              <a:gdLst/>
              <a:ahLst/>
              <a:cxnLst/>
              <a:rect l="l" t="t" r="r" b="b"/>
              <a:pathLst>
                <a:path w="169" h="144" extrusionOk="0">
                  <a:moveTo>
                    <a:pt x="96" y="1"/>
                  </a:moveTo>
                  <a:cubicBezTo>
                    <a:pt x="80" y="1"/>
                    <a:pt x="65" y="6"/>
                    <a:pt x="51" y="18"/>
                  </a:cubicBezTo>
                  <a:cubicBezTo>
                    <a:pt x="0" y="57"/>
                    <a:pt x="28" y="137"/>
                    <a:pt x="85" y="142"/>
                  </a:cubicBezTo>
                  <a:cubicBezTo>
                    <a:pt x="88" y="143"/>
                    <a:pt x="92" y="143"/>
                    <a:pt x="95" y="143"/>
                  </a:cubicBezTo>
                  <a:cubicBezTo>
                    <a:pt x="135" y="143"/>
                    <a:pt x="165" y="111"/>
                    <a:pt x="165" y="74"/>
                  </a:cubicBezTo>
                  <a:cubicBezTo>
                    <a:pt x="169" y="30"/>
                    <a:pt x="133" y="1"/>
                    <a:pt x="96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2" name="Google Shape;7992;p60"/>
            <p:cNvSpPr/>
            <p:nvPr/>
          </p:nvSpPr>
          <p:spPr>
            <a:xfrm>
              <a:off x="5666450" y="3144050"/>
              <a:ext cx="9300" cy="7975"/>
            </a:xfrm>
            <a:custGeom>
              <a:avLst/>
              <a:gdLst/>
              <a:ahLst/>
              <a:cxnLst/>
              <a:rect l="l" t="t" r="r" b="b"/>
              <a:pathLst>
                <a:path w="372" h="319" extrusionOk="0">
                  <a:moveTo>
                    <a:pt x="210" y="1"/>
                  </a:moveTo>
                  <a:cubicBezTo>
                    <a:pt x="77" y="1"/>
                    <a:pt x="1" y="153"/>
                    <a:pt x="88" y="262"/>
                  </a:cubicBezTo>
                  <a:cubicBezTo>
                    <a:pt x="121" y="301"/>
                    <a:pt x="164" y="318"/>
                    <a:pt x="207" y="318"/>
                  </a:cubicBezTo>
                  <a:cubicBezTo>
                    <a:pt x="284" y="318"/>
                    <a:pt x="359" y="262"/>
                    <a:pt x="366" y="171"/>
                  </a:cubicBezTo>
                  <a:cubicBezTo>
                    <a:pt x="372" y="86"/>
                    <a:pt x="310" y="13"/>
                    <a:pt x="224" y="1"/>
                  </a:cubicBezTo>
                  <a:cubicBezTo>
                    <a:pt x="220" y="1"/>
                    <a:pt x="215" y="1"/>
                    <a:pt x="210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3" name="Google Shape;7993;p60"/>
            <p:cNvSpPr/>
            <p:nvPr/>
          </p:nvSpPr>
          <p:spPr>
            <a:xfrm>
              <a:off x="5655675" y="3142075"/>
              <a:ext cx="6325" cy="5375"/>
            </a:xfrm>
            <a:custGeom>
              <a:avLst/>
              <a:gdLst/>
              <a:ahLst/>
              <a:cxnLst/>
              <a:rect l="l" t="t" r="r" b="b"/>
              <a:pathLst>
                <a:path w="253" h="215" extrusionOk="0">
                  <a:moveTo>
                    <a:pt x="137" y="0"/>
                  </a:moveTo>
                  <a:cubicBezTo>
                    <a:pt x="49" y="0"/>
                    <a:pt x="0" y="106"/>
                    <a:pt x="60" y="177"/>
                  </a:cubicBezTo>
                  <a:cubicBezTo>
                    <a:pt x="80" y="203"/>
                    <a:pt x="108" y="215"/>
                    <a:pt x="137" y="215"/>
                  </a:cubicBezTo>
                  <a:cubicBezTo>
                    <a:pt x="188" y="215"/>
                    <a:pt x="240" y="176"/>
                    <a:pt x="247" y="114"/>
                  </a:cubicBezTo>
                  <a:cubicBezTo>
                    <a:pt x="253" y="58"/>
                    <a:pt x="207" y="7"/>
                    <a:pt x="151" y="1"/>
                  </a:cubicBezTo>
                  <a:cubicBezTo>
                    <a:pt x="146" y="0"/>
                    <a:pt x="142" y="0"/>
                    <a:pt x="137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4" name="Google Shape;7994;p60"/>
            <p:cNvSpPr/>
            <p:nvPr/>
          </p:nvSpPr>
          <p:spPr>
            <a:xfrm>
              <a:off x="5671900" y="3140200"/>
              <a:ext cx="13925" cy="11875"/>
            </a:xfrm>
            <a:custGeom>
              <a:avLst/>
              <a:gdLst/>
              <a:ahLst/>
              <a:cxnLst/>
              <a:rect l="l" t="t" r="r" b="b"/>
              <a:pathLst>
                <a:path w="557" h="475" extrusionOk="0">
                  <a:moveTo>
                    <a:pt x="309" y="1"/>
                  </a:moveTo>
                  <a:cubicBezTo>
                    <a:pt x="115" y="1"/>
                    <a:pt x="1" y="236"/>
                    <a:pt x="131" y="388"/>
                  </a:cubicBezTo>
                  <a:cubicBezTo>
                    <a:pt x="178" y="447"/>
                    <a:pt x="244" y="474"/>
                    <a:pt x="308" y="474"/>
                  </a:cubicBezTo>
                  <a:cubicBezTo>
                    <a:pt x="422" y="474"/>
                    <a:pt x="534" y="391"/>
                    <a:pt x="545" y="257"/>
                  </a:cubicBezTo>
                  <a:cubicBezTo>
                    <a:pt x="557" y="127"/>
                    <a:pt x="460" y="14"/>
                    <a:pt x="335" y="2"/>
                  </a:cubicBezTo>
                  <a:cubicBezTo>
                    <a:pt x="326" y="1"/>
                    <a:pt x="318" y="1"/>
                    <a:pt x="309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5" name="Google Shape;7995;p60"/>
            <p:cNvSpPr/>
            <p:nvPr/>
          </p:nvSpPr>
          <p:spPr>
            <a:xfrm>
              <a:off x="5634650" y="3177950"/>
              <a:ext cx="5375" cy="4525"/>
            </a:xfrm>
            <a:custGeom>
              <a:avLst/>
              <a:gdLst/>
              <a:ahLst/>
              <a:cxnLst/>
              <a:rect l="l" t="t" r="r" b="b"/>
              <a:pathLst>
                <a:path w="215" h="181" extrusionOk="0">
                  <a:moveTo>
                    <a:pt x="117" y="1"/>
                  </a:moveTo>
                  <a:cubicBezTo>
                    <a:pt x="42" y="1"/>
                    <a:pt x="0" y="93"/>
                    <a:pt x="50" y="148"/>
                  </a:cubicBezTo>
                  <a:cubicBezTo>
                    <a:pt x="68" y="171"/>
                    <a:pt x="93" y="181"/>
                    <a:pt x="118" y="181"/>
                  </a:cubicBezTo>
                  <a:cubicBezTo>
                    <a:pt x="162" y="181"/>
                    <a:pt x="205" y="148"/>
                    <a:pt x="209" y="97"/>
                  </a:cubicBezTo>
                  <a:cubicBezTo>
                    <a:pt x="215" y="46"/>
                    <a:pt x="175" y="7"/>
                    <a:pt x="124" y="1"/>
                  </a:cubicBezTo>
                  <a:cubicBezTo>
                    <a:pt x="122" y="1"/>
                    <a:pt x="119" y="1"/>
                    <a:pt x="117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6" name="Google Shape;7996;p60"/>
            <p:cNvSpPr/>
            <p:nvPr/>
          </p:nvSpPr>
          <p:spPr>
            <a:xfrm>
              <a:off x="5629225" y="3171550"/>
              <a:ext cx="15625" cy="13200"/>
            </a:xfrm>
            <a:custGeom>
              <a:avLst/>
              <a:gdLst/>
              <a:ahLst/>
              <a:cxnLst/>
              <a:rect l="l" t="t" r="r" b="b"/>
              <a:pathLst>
                <a:path w="625" h="528" extrusionOk="0">
                  <a:moveTo>
                    <a:pt x="343" y="0"/>
                  </a:moveTo>
                  <a:cubicBezTo>
                    <a:pt x="126" y="0"/>
                    <a:pt x="1" y="264"/>
                    <a:pt x="148" y="433"/>
                  </a:cubicBezTo>
                  <a:cubicBezTo>
                    <a:pt x="203" y="498"/>
                    <a:pt x="276" y="527"/>
                    <a:pt x="349" y="527"/>
                  </a:cubicBezTo>
                  <a:cubicBezTo>
                    <a:pt x="477" y="527"/>
                    <a:pt x="602" y="434"/>
                    <a:pt x="613" y="285"/>
                  </a:cubicBezTo>
                  <a:cubicBezTo>
                    <a:pt x="624" y="138"/>
                    <a:pt x="517" y="13"/>
                    <a:pt x="369" y="2"/>
                  </a:cubicBezTo>
                  <a:cubicBezTo>
                    <a:pt x="360" y="1"/>
                    <a:pt x="351" y="0"/>
                    <a:pt x="343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7" name="Google Shape;7997;p60"/>
            <p:cNvSpPr/>
            <p:nvPr/>
          </p:nvSpPr>
          <p:spPr>
            <a:xfrm>
              <a:off x="5639400" y="3195225"/>
              <a:ext cx="8275" cy="7125"/>
            </a:xfrm>
            <a:custGeom>
              <a:avLst/>
              <a:gdLst/>
              <a:ahLst/>
              <a:cxnLst/>
              <a:rect l="l" t="t" r="r" b="b"/>
              <a:pathLst>
                <a:path w="331" h="285" extrusionOk="0">
                  <a:moveTo>
                    <a:pt x="180" y="1"/>
                  </a:moveTo>
                  <a:cubicBezTo>
                    <a:pt x="62" y="1"/>
                    <a:pt x="0" y="138"/>
                    <a:pt x="76" y="234"/>
                  </a:cubicBezTo>
                  <a:cubicBezTo>
                    <a:pt x="106" y="269"/>
                    <a:pt x="146" y="284"/>
                    <a:pt x="184" y="284"/>
                  </a:cubicBezTo>
                  <a:cubicBezTo>
                    <a:pt x="254" y="284"/>
                    <a:pt x="322" y="233"/>
                    <a:pt x="325" y="149"/>
                  </a:cubicBezTo>
                  <a:cubicBezTo>
                    <a:pt x="331" y="76"/>
                    <a:pt x="274" y="8"/>
                    <a:pt x="200" y="2"/>
                  </a:cubicBezTo>
                  <a:cubicBezTo>
                    <a:pt x="193" y="1"/>
                    <a:pt x="187" y="1"/>
                    <a:pt x="180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8" name="Google Shape;7998;p60"/>
            <p:cNvSpPr/>
            <p:nvPr/>
          </p:nvSpPr>
          <p:spPr>
            <a:xfrm>
              <a:off x="5644550" y="3185725"/>
              <a:ext cx="16175" cy="13750"/>
            </a:xfrm>
            <a:custGeom>
              <a:avLst/>
              <a:gdLst/>
              <a:ahLst/>
              <a:cxnLst/>
              <a:rect l="l" t="t" r="r" b="b"/>
              <a:pathLst>
                <a:path w="647" h="550" extrusionOk="0">
                  <a:moveTo>
                    <a:pt x="359" y="1"/>
                  </a:moveTo>
                  <a:cubicBezTo>
                    <a:pt x="131" y="1"/>
                    <a:pt x="0" y="275"/>
                    <a:pt x="153" y="456"/>
                  </a:cubicBezTo>
                  <a:cubicBezTo>
                    <a:pt x="210" y="520"/>
                    <a:pt x="285" y="550"/>
                    <a:pt x="359" y="550"/>
                  </a:cubicBezTo>
                  <a:cubicBezTo>
                    <a:pt x="494" y="550"/>
                    <a:pt x="624" y="454"/>
                    <a:pt x="635" y="297"/>
                  </a:cubicBezTo>
                  <a:cubicBezTo>
                    <a:pt x="647" y="149"/>
                    <a:pt x="539" y="13"/>
                    <a:pt x="386" y="2"/>
                  </a:cubicBezTo>
                  <a:cubicBezTo>
                    <a:pt x="377" y="1"/>
                    <a:pt x="368" y="1"/>
                    <a:pt x="359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9" name="Google Shape;7999;p60"/>
            <p:cNvSpPr/>
            <p:nvPr/>
          </p:nvSpPr>
          <p:spPr>
            <a:xfrm>
              <a:off x="5635300" y="3184875"/>
              <a:ext cx="11825" cy="10050"/>
            </a:xfrm>
            <a:custGeom>
              <a:avLst/>
              <a:gdLst/>
              <a:ahLst/>
              <a:cxnLst/>
              <a:rect l="l" t="t" r="r" b="b"/>
              <a:pathLst>
                <a:path w="473" h="402" extrusionOk="0">
                  <a:moveTo>
                    <a:pt x="264" y="1"/>
                  </a:moveTo>
                  <a:cubicBezTo>
                    <a:pt x="95" y="1"/>
                    <a:pt x="0" y="200"/>
                    <a:pt x="115" y="331"/>
                  </a:cubicBezTo>
                  <a:cubicBezTo>
                    <a:pt x="155" y="379"/>
                    <a:pt x="210" y="401"/>
                    <a:pt x="264" y="401"/>
                  </a:cubicBezTo>
                  <a:cubicBezTo>
                    <a:pt x="362" y="401"/>
                    <a:pt x="459" y="329"/>
                    <a:pt x="466" y="212"/>
                  </a:cubicBezTo>
                  <a:cubicBezTo>
                    <a:pt x="472" y="104"/>
                    <a:pt x="393" y="8"/>
                    <a:pt x="285" y="2"/>
                  </a:cubicBezTo>
                  <a:cubicBezTo>
                    <a:pt x="278" y="1"/>
                    <a:pt x="271" y="1"/>
                    <a:pt x="264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0" name="Google Shape;8000;p60"/>
            <p:cNvSpPr/>
            <p:nvPr/>
          </p:nvSpPr>
          <p:spPr>
            <a:xfrm>
              <a:off x="5640975" y="3192250"/>
              <a:ext cx="13950" cy="11725"/>
            </a:xfrm>
            <a:custGeom>
              <a:avLst/>
              <a:gdLst/>
              <a:ahLst/>
              <a:cxnLst/>
              <a:rect l="l" t="t" r="r" b="b"/>
              <a:pathLst>
                <a:path w="558" h="469" extrusionOk="0">
                  <a:moveTo>
                    <a:pt x="310" y="1"/>
                  </a:moveTo>
                  <a:cubicBezTo>
                    <a:pt x="117" y="1"/>
                    <a:pt x="0" y="228"/>
                    <a:pt x="132" y="382"/>
                  </a:cubicBezTo>
                  <a:cubicBezTo>
                    <a:pt x="181" y="441"/>
                    <a:pt x="247" y="468"/>
                    <a:pt x="311" y="468"/>
                  </a:cubicBezTo>
                  <a:cubicBezTo>
                    <a:pt x="425" y="468"/>
                    <a:pt x="535" y="385"/>
                    <a:pt x="546" y="251"/>
                  </a:cubicBezTo>
                  <a:cubicBezTo>
                    <a:pt x="557" y="127"/>
                    <a:pt x="461" y="13"/>
                    <a:pt x="330" y="2"/>
                  </a:cubicBezTo>
                  <a:cubicBezTo>
                    <a:pt x="323" y="1"/>
                    <a:pt x="316" y="1"/>
                    <a:pt x="310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1" name="Google Shape;8001;p60"/>
            <p:cNvSpPr/>
            <p:nvPr/>
          </p:nvSpPr>
          <p:spPr>
            <a:xfrm>
              <a:off x="5650075" y="3219600"/>
              <a:ext cx="17175" cy="14575"/>
            </a:xfrm>
            <a:custGeom>
              <a:avLst/>
              <a:gdLst/>
              <a:ahLst/>
              <a:cxnLst/>
              <a:rect l="l" t="t" r="r" b="b"/>
              <a:pathLst>
                <a:path w="687" h="583" extrusionOk="0">
                  <a:moveTo>
                    <a:pt x="305" y="1"/>
                  </a:moveTo>
                  <a:cubicBezTo>
                    <a:pt x="164" y="1"/>
                    <a:pt x="28" y="102"/>
                    <a:pt x="17" y="269"/>
                  </a:cubicBezTo>
                  <a:cubicBezTo>
                    <a:pt x="0" y="428"/>
                    <a:pt x="119" y="570"/>
                    <a:pt x="278" y="581"/>
                  </a:cubicBezTo>
                  <a:cubicBezTo>
                    <a:pt x="288" y="582"/>
                    <a:pt x="297" y="582"/>
                    <a:pt x="306" y="582"/>
                  </a:cubicBezTo>
                  <a:cubicBezTo>
                    <a:pt x="550" y="582"/>
                    <a:pt x="686" y="296"/>
                    <a:pt x="528" y="105"/>
                  </a:cubicBezTo>
                  <a:cubicBezTo>
                    <a:pt x="466" y="33"/>
                    <a:pt x="385" y="1"/>
                    <a:pt x="305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2" name="Google Shape;8002;p60"/>
            <p:cNvSpPr/>
            <p:nvPr/>
          </p:nvSpPr>
          <p:spPr>
            <a:xfrm>
              <a:off x="5637125" y="3217225"/>
              <a:ext cx="10850" cy="9200"/>
            </a:xfrm>
            <a:custGeom>
              <a:avLst/>
              <a:gdLst/>
              <a:ahLst/>
              <a:cxnLst/>
              <a:rect l="l" t="t" r="r" b="b"/>
              <a:pathLst>
                <a:path w="434" h="368" extrusionOk="0">
                  <a:moveTo>
                    <a:pt x="238" y="0"/>
                  </a:moveTo>
                  <a:cubicBezTo>
                    <a:pt x="90" y="0"/>
                    <a:pt x="1" y="182"/>
                    <a:pt x="104" y="302"/>
                  </a:cubicBezTo>
                  <a:cubicBezTo>
                    <a:pt x="141" y="347"/>
                    <a:pt x="192" y="368"/>
                    <a:pt x="242" y="368"/>
                  </a:cubicBezTo>
                  <a:cubicBezTo>
                    <a:pt x="330" y="368"/>
                    <a:pt x="417" y="304"/>
                    <a:pt x="428" y="200"/>
                  </a:cubicBezTo>
                  <a:cubicBezTo>
                    <a:pt x="433" y="98"/>
                    <a:pt x="359" y="7"/>
                    <a:pt x="257" y="1"/>
                  </a:cubicBezTo>
                  <a:cubicBezTo>
                    <a:pt x="251" y="0"/>
                    <a:pt x="244" y="0"/>
                    <a:pt x="238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3" name="Google Shape;8003;p60"/>
            <p:cNvSpPr/>
            <p:nvPr/>
          </p:nvSpPr>
          <p:spPr>
            <a:xfrm>
              <a:off x="5662700" y="3208075"/>
              <a:ext cx="5250" cy="4950"/>
            </a:xfrm>
            <a:custGeom>
              <a:avLst/>
              <a:gdLst/>
              <a:ahLst/>
              <a:cxnLst/>
              <a:rect l="l" t="t" r="r" b="b"/>
              <a:pathLst>
                <a:path w="210" h="198" extrusionOk="0">
                  <a:moveTo>
                    <a:pt x="106" y="1"/>
                  </a:moveTo>
                  <a:cubicBezTo>
                    <a:pt x="61" y="1"/>
                    <a:pt x="16" y="28"/>
                    <a:pt x="6" y="84"/>
                  </a:cubicBezTo>
                  <a:cubicBezTo>
                    <a:pt x="0" y="140"/>
                    <a:pt x="45" y="191"/>
                    <a:pt x="102" y="197"/>
                  </a:cubicBezTo>
                  <a:cubicBezTo>
                    <a:pt x="105" y="197"/>
                    <a:pt x="108" y="197"/>
                    <a:pt x="111" y="197"/>
                  </a:cubicBezTo>
                  <a:cubicBezTo>
                    <a:pt x="159" y="197"/>
                    <a:pt x="205" y="154"/>
                    <a:pt x="210" y="106"/>
                  </a:cubicBezTo>
                  <a:cubicBezTo>
                    <a:pt x="210" y="37"/>
                    <a:pt x="158" y="1"/>
                    <a:pt x="106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4" name="Google Shape;8004;p60"/>
            <p:cNvSpPr/>
            <p:nvPr/>
          </p:nvSpPr>
          <p:spPr>
            <a:xfrm>
              <a:off x="5627750" y="3201350"/>
              <a:ext cx="9450" cy="7950"/>
            </a:xfrm>
            <a:custGeom>
              <a:avLst/>
              <a:gdLst/>
              <a:ahLst/>
              <a:cxnLst/>
              <a:rect l="l" t="t" r="r" b="b"/>
              <a:pathLst>
                <a:path w="378" h="318" extrusionOk="0">
                  <a:moveTo>
                    <a:pt x="210" y="0"/>
                  </a:moveTo>
                  <a:cubicBezTo>
                    <a:pt x="77" y="0"/>
                    <a:pt x="0" y="158"/>
                    <a:pt x="88" y="262"/>
                  </a:cubicBezTo>
                  <a:cubicBezTo>
                    <a:pt x="120" y="300"/>
                    <a:pt x="165" y="318"/>
                    <a:pt x="208" y="318"/>
                  </a:cubicBezTo>
                  <a:cubicBezTo>
                    <a:pt x="287" y="318"/>
                    <a:pt x="364" y="262"/>
                    <a:pt x="371" y="171"/>
                  </a:cubicBezTo>
                  <a:cubicBezTo>
                    <a:pt x="377" y="86"/>
                    <a:pt x="315" y="7"/>
                    <a:pt x="224" y="1"/>
                  </a:cubicBezTo>
                  <a:cubicBezTo>
                    <a:pt x="219" y="0"/>
                    <a:pt x="215" y="0"/>
                    <a:pt x="210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5" name="Google Shape;8005;p60"/>
            <p:cNvSpPr/>
            <p:nvPr/>
          </p:nvSpPr>
          <p:spPr>
            <a:xfrm>
              <a:off x="5610925" y="3201900"/>
              <a:ext cx="6650" cy="6325"/>
            </a:xfrm>
            <a:custGeom>
              <a:avLst/>
              <a:gdLst/>
              <a:ahLst/>
              <a:cxnLst/>
              <a:rect l="l" t="t" r="r" b="b"/>
              <a:pathLst>
                <a:path w="266" h="253" extrusionOk="0">
                  <a:moveTo>
                    <a:pt x="127" y="0"/>
                  </a:moveTo>
                  <a:cubicBezTo>
                    <a:pt x="66" y="0"/>
                    <a:pt x="3" y="41"/>
                    <a:pt x="1" y="126"/>
                  </a:cubicBezTo>
                  <a:cubicBezTo>
                    <a:pt x="1" y="208"/>
                    <a:pt x="65" y="252"/>
                    <a:pt x="128" y="252"/>
                  </a:cubicBezTo>
                  <a:cubicBezTo>
                    <a:pt x="184" y="252"/>
                    <a:pt x="240" y="218"/>
                    <a:pt x="250" y="143"/>
                  </a:cubicBezTo>
                  <a:cubicBezTo>
                    <a:pt x="265" y="51"/>
                    <a:pt x="197" y="0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6" name="Google Shape;8006;p60"/>
            <p:cNvSpPr/>
            <p:nvPr/>
          </p:nvSpPr>
          <p:spPr>
            <a:xfrm>
              <a:off x="5619875" y="3193675"/>
              <a:ext cx="13900" cy="11750"/>
            </a:xfrm>
            <a:custGeom>
              <a:avLst/>
              <a:gdLst/>
              <a:ahLst/>
              <a:cxnLst/>
              <a:rect l="l" t="t" r="r" b="b"/>
              <a:pathLst>
                <a:path w="556" h="470" extrusionOk="0">
                  <a:moveTo>
                    <a:pt x="302" y="0"/>
                  </a:moveTo>
                  <a:cubicBezTo>
                    <a:pt x="109" y="0"/>
                    <a:pt x="0" y="230"/>
                    <a:pt x="131" y="387"/>
                  </a:cubicBezTo>
                  <a:cubicBezTo>
                    <a:pt x="179" y="444"/>
                    <a:pt x="244" y="470"/>
                    <a:pt x="308" y="470"/>
                  </a:cubicBezTo>
                  <a:cubicBezTo>
                    <a:pt x="422" y="470"/>
                    <a:pt x="534" y="388"/>
                    <a:pt x="545" y="257"/>
                  </a:cubicBezTo>
                  <a:cubicBezTo>
                    <a:pt x="556" y="126"/>
                    <a:pt x="460" y="13"/>
                    <a:pt x="329" y="2"/>
                  </a:cubicBezTo>
                  <a:cubicBezTo>
                    <a:pt x="320" y="1"/>
                    <a:pt x="311" y="0"/>
                    <a:pt x="302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7" name="Google Shape;8007;p60"/>
            <p:cNvSpPr/>
            <p:nvPr/>
          </p:nvSpPr>
          <p:spPr>
            <a:xfrm>
              <a:off x="5629200" y="3182325"/>
              <a:ext cx="10250" cy="8700"/>
            </a:xfrm>
            <a:custGeom>
              <a:avLst/>
              <a:gdLst/>
              <a:ahLst/>
              <a:cxnLst/>
              <a:rect l="l" t="t" r="r" b="b"/>
              <a:pathLst>
                <a:path w="410" h="348" extrusionOk="0">
                  <a:moveTo>
                    <a:pt x="225" y="1"/>
                  </a:moveTo>
                  <a:cubicBezTo>
                    <a:pt x="84" y="1"/>
                    <a:pt x="0" y="172"/>
                    <a:pt x="98" y="285"/>
                  </a:cubicBezTo>
                  <a:cubicBezTo>
                    <a:pt x="135" y="328"/>
                    <a:pt x="183" y="348"/>
                    <a:pt x="231" y="348"/>
                  </a:cubicBezTo>
                  <a:cubicBezTo>
                    <a:pt x="315" y="348"/>
                    <a:pt x="397" y="287"/>
                    <a:pt x="404" y="189"/>
                  </a:cubicBezTo>
                  <a:cubicBezTo>
                    <a:pt x="410" y="93"/>
                    <a:pt x="342" y="7"/>
                    <a:pt x="245" y="2"/>
                  </a:cubicBezTo>
                  <a:cubicBezTo>
                    <a:pt x="239" y="1"/>
                    <a:pt x="232" y="1"/>
                    <a:pt x="225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8" name="Google Shape;8008;p60"/>
            <p:cNvSpPr/>
            <p:nvPr/>
          </p:nvSpPr>
          <p:spPr>
            <a:xfrm>
              <a:off x="5624100" y="3065325"/>
              <a:ext cx="34500" cy="29350"/>
            </a:xfrm>
            <a:custGeom>
              <a:avLst/>
              <a:gdLst/>
              <a:ahLst/>
              <a:cxnLst/>
              <a:rect l="l" t="t" r="r" b="b"/>
              <a:pathLst>
                <a:path w="1380" h="1174" extrusionOk="0">
                  <a:moveTo>
                    <a:pt x="770" y="0"/>
                  </a:moveTo>
                  <a:cubicBezTo>
                    <a:pt x="283" y="0"/>
                    <a:pt x="1" y="577"/>
                    <a:pt x="325" y="967"/>
                  </a:cubicBezTo>
                  <a:cubicBezTo>
                    <a:pt x="445" y="1109"/>
                    <a:pt x="606" y="1173"/>
                    <a:pt x="765" y="1173"/>
                  </a:cubicBezTo>
                  <a:cubicBezTo>
                    <a:pt x="1049" y="1173"/>
                    <a:pt x="1328" y="968"/>
                    <a:pt x="1357" y="638"/>
                  </a:cubicBezTo>
                  <a:cubicBezTo>
                    <a:pt x="1380" y="314"/>
                    <a:pt x="1141" y="31"/>
                    <a:pt x="818" y="2"/>
                  </a:cubicBezTo>
                  <a:cubicBezTo>
                    <a:pt x="802" y="1"/>
                    <a:pt x="786" y="0"/>
                    <a:pt x="770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9" name="Google Shape;8009;p60"/>
            <p:cNvSpPr/>
            <p:nvPr/>
          </p:nvSpPr>
          <p:spPr>
            <a:xfrm>
              <a:off x="5615725" y="3053150"/>
              <a:ext cx="10400" cy="8700"/>
            </a:xfrm>
            <a:custGeom>
              <a:avLst/>
              <a:gdLst/>
              <a:ahLst/>
              <a:cxnLst/>
              <a:rect l="l" t="t" r="r" b="b"/>
              <a:pathLst>
                <a:path w="416" h="348" extrusionOk="0">
                  <a:moveTo>
                    <a:pt x="226" y="0"/>
                  </a:moveTo>
                  <a:cubicBezTo>
                    <a:pt x="84" y="0"/>
                    <a:pt x="0" y="171"/>
                    <a:pt x="98" y="285"/>
                  </a:cubicBezTo>
                  <a:cubicBezTo>
                    <a:pt x="133" y="328"/>
                    <a:pt x="181" y="347"/>
                    <a:pt x="229" y="347"/>
                  </a:cubicBezTo>
                  <a:cubicBezTo>
                    <a:pt x="313" y="347"/>
                    <a:pt x="397" y="287"/>
                    <a:pt x="404" y="189"/>
                  </a:cubicBezTo>
                  <a:cubicBezTo>
                    <a:pt x="416" y="92"/>
                    <a:pt x="342" y="7"/>
                    <a:pt x="246" y="1"/>
                  </a:cubicBezTo>
                  <a:cubicBezTo>
                    <a:pt x="239" y="1"/>
                    <a:pt x="232" y="0"/>
                    <a:pt x="226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0" name="Google Shape;8010;p60"/>
            <p:cNvSpPr/>
            <p:nvPr/>
          </p:nvSpPr>
          <p:spPr>
            <a:xfrm>
              <a:off x="5622950" y="3048750"/>
              <a:ext cx="12975" cy="11000"/>
            </a:xfrm>
            <a:custGeom>
              <a:avLst/>
              <a:gdLst/>
              <a:ahLst/>
              <a:cxnLst/>
              <a:rect l="l" t="t" r="r" b="b"/>
              <a:pathLst>
                <a:path w="519" h="440" extrusionOk="0">
                  <a:moveTo>
                    <a:pt x="287" y="1"/>
                  </a:moveTo>
                  <a:cubicBezTo>
                    <a:pt x="102" y="1"/>
                    <a:pt x="1" y="217"/>
                    <a:pt x="121" y="359"/>
                  </a:cubicBezTo>
                  <a:cubicBezTo>
                    <a:pt x="166" y="415"/>
                    <a:pt x="227" y="440"/>
                    <a:pt x="287" y="440"/>
                  </a:cubicBezTo>
                  <a:cubicBezTo>
                    <a:pt x="393" y="440"/>
                    <a:pt x="496" y="363"/>
                    <a:pt x="507" y="240"/>
                  </a:cubicBezTo>
                  <a:cubicBezTo>
                    <a:pt x="518" y="115"/>
                    <a:pt x="427" y="7"/>
                    <a:pt x="308" y="2"/>
                  </a:cubicBezTo>
                  <a:cubicBezTo>
                    <a:pt x="301" y="1"/>
                    <a:pt x="294" y="1"/>
                    <a:pt x="287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1" name="Google Shape;8011;p60"/>
            <p:cNvSpPr/>
            <p:nvPr/>
          </p:nvSpPr>
          <p:spPr>
            <a:xfrm>
              <a:off x="5592850" y="3042350"/>
              <a:ext cx="25050" cy="21325"/>
            </a:xfrm>
            <a:custGeom>
              <a:avLst/>
              <a:gdLst/>
              <a:ahLst/>
              <a:cxnLst/>
              <a:rect l="l" t="t" r="r" b="b"/>
              <a:pathLst>
                <a:path w="1002" h="853" extrusionOk="0">
                  <a:moveTo>
                    <a:pt x="558" y="1"/>
                  </a:moveTo>
                  <a:cubicBezTo>
                    <a:pt x="203" y="1"/>
                    <a:pt x="1" y="421"/>
                    <a:pt x="236" y="700"/>
                  </a:cubicBezTo>
                  <a:cubicBezTo>
                    <a:pt x="324" y="805"/>
                    <a:pt x="442" y="852"/>
                    <a:pt x="558" y="852"/>
                  </a:cubicBezTo>
                  <a:cubicBezTo>
                    <a:pt x="763" y="852"/>
                    <a:pt x="963" y="704"/>
                    <a:pt x="985" y="462"/>
                  </a:cubicBezTo>
                  <a:cubicBezTo>
                    <a:pt x="1002" y="229"/>
                    <a:pt x="832" y="25"/>
                    <a:pt x="599" y="2"/>
                  </a:cubicBezTo>
                  <a:cubicBezTo>
                    <a:pt x="585" y="1"/>
                    <a:pt x="571" y="1"/>
                    <a:pt x="558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2" name="Google Shape;8012;p60"/>
            <p:cNvSpPr/>
            <p:nvPr/>
          </p:nvSpPr>
          <p:spPr>
            <a:xfrm>
              <a:off x="5641075" y="3055575"/>
              <a:ext cx="9875" cy="8350"/>
            </a:xfrm>
            <a:custGeom>
              <a:avLst/>
              <a:gdLst/>
              <a:ahLst/>
              <a:cxnLst/>
              <a:rect l="l" t="t" r="r" b="b"/>
              <a:pathLst>
                <a:path w="395" h="334" extrusionOk="0">
                  <a:moveTo>
                    <a:pt x="222" y="0"/>
                  </a:moveTo>
                  <a:cubicBezTo>
                    <a:pt x="82" y="0"/>
                    <a:pt x="0" y="163"/>
                    <a:pt x="94" y="273"/>
                  </a:cubicBezTo>
                  <a:cubicBezTo>
                    <a:pt x="129" y="315"/>
                    <a:pt x="175" y="333"/>
                    <a:pt x="221" y="333"/>
                  </a:cubicBezTo>
                  <a:cubicBezTo>
                    <a:pt x="300" y="333"/>
                    <a:pt x="376" y="276"/>
                    <a:pt x="383" y="182"/>
                  </a:cubicBezTo>
                  <a:cubicBezTo>
                    <a:pt x="394" y="92"/>
                    <a:pt x="326" y="12"/>
                    <a:pt x="235" y="1"/>
                  </a:cubicBezTo>
                  <a:cubicBezTo>
                    <a:pt x="231" y="1"/>
                    <a:pt x="226" y="0"/>
                    <a:pt x="222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3" name="Google Shape;8013;p60"/>
            <p:cNvSpPr/>
            <p:nvPr/>
          </p:nvSpPr>
          <p:spPr>
            <a:xfrm>
              <a:off x="5625500" y="3062375"/>
              <a:ext cx="12975" cy="11125"/>
            </a:xfrm>
            <a:custGeom>
              <a:avLst/>
              <a:gdLst/>
              <a:ahLst/>
              <a:cxnLst/>
              <a:rect l="l" t="t" r="r" b="b"/>
              <a:pathLst>
                <a:path w="519" h="445" extrusionOk="0">
                  <a:moveTo>
                    <a:pt x="288" y="0"/>
                  </a:moveTo>
                  <a:cubicBezTo>
                    <a:pt x="102" y="0"/>
                    <a:pt x="1" y="222"/>
                    <a:pt x="121" y="364"/>
                  </a:cubicBezTo>
                  <a:cubicBezTo>
                    <a:pt x="166" y="419"/>
                    <a:pt x="227" y="444"/>
                    <a:pt x="288" y="444"/>
                  </a:cubicBezTo>
                  <a:cubicBezTo>
                    <a:pt x="396" y="444"/>
                    <a:pt x="502" y="366"/>
                    <a:pt x="512" y="239"/>
                  </a:cubicBezTo>
                  <a:cubicBezTo>
                    <a:pt x="518" y="120"/>
                    <a:pt x="427" y="13"/>
                    <a:pt x="308" y="1"/>
                  </a:cubicBezTo>
                  <a:cubicBezTo>
                    <a:pt x="301" y="1"/>
                    <a:pt x="295" y="0"/>
                    <a:pt x="288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4" name="Google Shape;8014;p60"/>
            <p:cNvSpPr/>
            <p:nvPr/>
          </p:nvSpPr>
          <p:spPr>
            <a:xfrm>
              <a:off x="5610050" y="3063375"/>
              <a:ext cx="17225" cy="14550"/>
            </a:xfrm>
            <a:custGeom>
              <a:avLst/>
              <a:gdLst/>
              <a:ahLst/>
              <a:cxnLst/>
              <a:rect l="l" t="t" r="r" b="b"/>
              <a:pathLst>
                <a:path w="689" h="582" extrusionOk="0">
                  <a:moveTo>
                    <a:pt x="383" y="0"/>
                  </a:moveTo>
                  <a:cubicBezTo>
                    <a:pt x="141" y="0"/>
                    <a:pt x="1" y="284"/>
                    <a:pt x="161" y="477"/>
                  </a:cubicBezTo>
                  <a:cubicBezTo>
                    <a:pt x="222" y="549"/>
                    <a:pt x="303" y="582"/>
                    <a:pt x="383" y="582"/>
                  </a:cubicBezTo>
                  <a:cubicBezTo>
                    <a:pt x="522" y="582"/>
                    <a:pt x="657" y="481"/>
                    <a:pt x="671" y="319"/>
                  </a:cubicBezTo>
                  <a:cubicBezTo>
                    <a:pt x="688" y="154"/>
                    <a:pt x="569" y="18"/>
                    <a:pt x="404" y="1"/>
                  </a:cubicBezTo>
                  <a:cubicBezTo>
                    <a:pt x="397" y="0"/>
                    <a:pt x="390" y="0"/>
                    <a:pt x="383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5" name="Google Shape;8015;p60"/>
            <p:cNvSpPr/>
            <p:nvPr/>
          </p:nvSpPr>
          <p:spPr>
            <a:xfrm>
              <a:off x="5603000" y="3062800"/>
              <a:ext cx="17750" cy="15050"/>
            </a:xfrm>
            <a:custGeom>
              <a:avLst/>
              <a:gdLst/>
              <a:ahLst/>
              <a:cxnLst/>
              <a:rect l="l" t="t" r="r" b="b"/>
              <a:pathLst>
                <a:path w="710" h="602" extrusionOk="0">
                  <a:moveTo>
                    <a:pt x="393" y="0"/>
                  </a:moveTo>
                  <a:cubicBezTo>
                    <a:pt x="143" y="0"/>
                    <a:pt x="1" y="298"/>
                    <a:pt x="170" y="495"/>
                  </a:cubicBezTo>
                  <a:cubicBezTo>
                    <a:pt x="231" y="568"/>
                    <a:pt x="313" y="601"/>
                    <a:pt x="393" y="601"/>
                  </a:cubicBezTo>
                  <a:cubicBezTo>
                    <a:pt x="537" y="601"/>
                    <a:pt x="678" y="495"/>
                    <a:pt x="692" y="325"/>
                  </a:cubicBezTo>
                  <a:cubicBezTo>
                    <a:pt x="709" y="160"/>
                    <a:pt x="584" y="18"/>
                    <a:pt x="420" y="1"/>
                  </a:cubicBezTo>
                  <a:cubicBezTo>
                    <a:pt x="411" y="0"/>
                    <a:pt x="401" y="0"/>
                    <a:pt x="393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6" name="Google Shape;8016;p60"/>
            <p:cNvSpPr/>
            <p:nvPr/>
          </p:nvSpPr>
          <p:spPr>
            <a:xfrm>
              <a:off x="5688300" y="3104775"/>
              <a:ext cx="10300" cy="8625"/>
            </a:xfrm>
            <a:custGeom>
              <a:avLst/>
              <a:gdLst/>
              <a:ahLst/>
              <a:cxnLst/>
              <a:rect l="l" t="t" r="r" b="b"/>
              <a:pathLst>
                <a:path w="412" h="345" extrusionOk="0">
                  <a:moveTo>
                    <a:pt x="233" y="1"/>
                  </a:moveTo>
                  <a:cubicBezTo>
                    <a:pt x="88" y="1"/>
                    <a:pt x="0" y="169"/>
                    <a:pt x="99" y="285"/>
                  </a:cubicBezTo>
                  <a:cubicBezTo>
                    <a:pt x="134" y="326"/>
                    <a:pt x="182" y="345"/>
                    <a:pt x="228" y="345"/>
                  </a:cubicBezTo>
                  <a:cubicBezTo>
                    <a:pt x="311" y="345"/>
                    <a:pt x="393" y="286"/>
                    <a:pt x="400" y="188"/>
                  </a:cubicBezTo>
                  <a:cubicBezTo>
                    <a:pt x="411" y="92"/>
                    <a:pt x="337" y="7"/>
                    <a:pt x="247" y="1"/>
                  </a:cubicBezTo>
                  <a:cubicBezTo>
                    <a:pt x="242" y="1"/>
                    <a:pt x="237" y="1"/>
                    <a:pt x="233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7" name="Google Shape;8017;p60"/>
            <p:cNvSpPr/>
            <p:nvPr/>
          </p:nvSpPr>
          <p:spPr>
            <a:xfrm>
              <a:off x="5673900" y="3098750"/>
              <a:ext cx="10575" cy="8900"/>
            </a:xfrm>
            <a:custGeom>
              <a:avLst/>
              <a:gdLst/>
              <a:ahLst/>
              <a:cxnLst/>
              <a:rect l="l" t="t" r="r" b="b"/>
              <a:pathLst>
                <a:path w="423" h="356" extrusionOk="0">
                  <a:moveTo>
                    <a:pt x="237" y="0"/>
                  </a:moveTo>
                  <a:cubicBezTo>
                    <a:pt x="197" y="0"/>
                    <a:pt x="156" y="14"/>
                    <a:pt x="119" y="44"/>
                  </a:cubicBezTo>
                  <a:cubicBezTo>
                    <a:pt x="0" y="146"/>
                    <a:pt x="63" y="339"/>
                    <a:pt x="221" y="356"/>
                  </a:cubicBezTo>
                  <a:cubicBezTo>
                    <a:pt x="225" y="356"/>
                    <a:pt x="228" y="356"/>
                    <a:pt x="232" y="356"/>
                  </a:cubicBezTo>
                  <a:cubicBezTo>
                    <a:pt x="324" y="356"/>
                    <a:pt x="403" y="284"/>
                    <a:pt x="414" y="191"/>
                  </a:cubicBezTo>
                  <a:cubicBezTo>
                    <a:pt x="422" y="79"/>
                    <a:pt x="334" y="0"/>
                    <a:pt x="237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8" name="Google Shape;8018;p60"/>
            <p:cNvSpPr/>
            <p:nvPr/>
          </p:nvSpPr>
          <p:spPr>
            <a:xfrm>
              <a:off x="5660425" y="3090725"/>
              <a:ext cx="19300" cy="16325"/>
            </a:xfrm>
            <a:custGeom>
              <a:avLst/>
              <a:gdLst/>
              <a:ahLst/>
              <a:cxnLst/>
              <a:rect l="l" t="t" r="r" b="b"/>
              <a:pathLst>
                <a:path w="772" h="653" extrusionOk="0">
                  <a:moveTo>
                    <a:pt x="432" y="1"/>
                  </a:moveTo>
                  <a:cubicBezTo>
                    <a:pt x="159" y="1"/>
                    <a:pt x="1" y="321"/>
                    <a:pt x="182" y="535"/>
                  </a:cubicBezTo>
                  <a:cubicBezTo>
                    <a:pt x="250" y="616"/>
                    <a:pt x="342" y="653"/>
                    <a:pt x="431" y="653"/>
                  </a:cubicBezTo>
                  <a:cubicBezTo>
                    <a:pt x="587" y="653"/>
                    <a:pt x="737" y="542"/>
                    <a:pt x="755" y="359"/>
                  </a:cubicBezTo>
                  <a:cubicBezTo>
                    <a:pt x="772" y="177"/>
                    <a:pt x="641" y="19"/>
                    <a:pt x="460" y="2"/>
                  </a:cubicBezTo>
                  <a:cubicBezTo>
                    <a:pt x="450" y="1"/>
                    <a:pt x="441" y="1"/>
                    <a:pt x="432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9" name="Google Shape;8019;p60"/>
            <p:cNvSpPr/>
            <p:nvPr/>
          </p:nvSpPr>
          <p:spPr>
            <a:xfrm>
              <a:off x="5676525" y="3089175"/>
              <a:ext cx="12700" cy="10675"/>
            </a:xfrm>
            <a:custGeom>
              <a:avLst/>
              <a:gdLst/>
              <a:ahLst/>
              <a:cxnLst/>
              <a:rect l="l" t="t" r="r" b="b"/>
              <a:pathLst>
                <a:path w="508" h="427" extrusionOk="0">
                  <a:moveTo>
                    <a:pt x="284" y="1"/>
                  </a:moveTo>
                  <a:cubicBezTo>
                    <a:pt x="105" y="1"/>
                    <a:pt x="0" y="209"/>
                    <a:pt x="122" y="353"/>
                  </a:cubicBezTo>
                  <a:cubicBezTo>
                    <a:pt x="165" y="404"/>
                    <a:pt x="223" y="427"/>
                    <a:pt x="281" y="427"/>
                  </a:cubicBezTo>
                  <a:cubicBezTo>
                    <a:pt x="384" y="427"/>
                    <a:pt x="486" y="354"/>
                    <a:pt x="496" y="234"/>
                  </a:cubicBezTo>
                  <a:cubicBezTo>
                    <a:pt x="508" y="115"/>
                    <a:pt x="417" y="13"/>
                    <a:pt x="298" y="1"/>
                  </a:cubicBezTo>
                  <a:cubicBezTo>
                    <a:pt x="293" y="1"/>
                    <a:pt x="288" y="1"/>
                    <a:pt x="284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0" name="Google Shape;8020;p60"/>
            <p:cNvSpPr/>
            <p:nvPr/>
          </p:nvSpPr>
          <p:spPr>
            <a:xfrm>
              <a:off x="5586975" y="3356075"/>
              <a:ext cx="349700" cy="602975"/>
            </a:xfrm>
            <a:custGeom>
              <a:avLst/>
              <a:gdLst/>
              <a:ahLst/>
              <a:cxnLst/>
              <a:rect l="l" t="t" r="r" b="b"/>
              <a:pathLst>
                <a:path w="13988" h="24119" extrusionOk="0">
                  <a:moveTo>
                    <a:pt x="5007" y="0"/>
                  </a:moveTo>
                  <a:cubicBezTo>
                    <a:pt x="4535" y="0"/>
                    <a:pt x="4065" y="32"/>
                    <a:pt x="3596" y="97"/>
                  </a:cubicBezTo>
                  <a:cubicBezTo>
                    <a:pt x="3579" y="108"/>
                    <a:pt x="3568" y="119"/>
                    <a:pt x="3551" y="131"/>
                  </a:cubicBezTo>
                  <a:cubicBezTo>
                    <a:pt x="2683" y="857"/>
                    <a:pt x="1503" y="618"/>
                    <a:pt x="618" y="1237"/>
                  </a:cubicBezTo>
                  <a:cubicBezTo>
                    <a:pt x="187" y="1872"/>
                    <a:pt x="159" y="2700"/>
                    <a:pt x="261" y="3426"/>
                  </a:cubicBezTo>
                  <a:cubicBezTo>
                    <a:pt x="289" y="3636"/>
                    <a:pt x="329" y="3829"/>
                    <a:pt x="375" y="4022"/>
                  </a:cubicBezTo>
                  <a:cubicBezTo>
                    <a:pt x="885" y="5871"/>
                    <a:pt x="1038" y="9127"/>
                    <a:pt x="1447" y="11770"/>
                  </a:cubicBezTo>
                  <a:cubicBezTo>
                    <a:pt x="1673" y="13199"/>
                    <a:pt x="1951" y="14345"/>
                    <a:pt x="1889" y="15428"/>
                  </a:cubicBezTo>
                  <a:cubicBezTo>
                    <a:pt x="1872" y="15922"/>
                    <a:pt x="1764" y="16409"/>
                    <a:pt x="1583" y="16863"/>
                  </a:cubicBezTo>
                  <a:cubicBezTo>
                    <a:pt x="1526" y="17005"/>
                    <a:pt x="1492" y="17050"/>
                    <a:pt x="1378" y="17334"/>
                  </a:cubicBezTo>
                  <a:cubicBezTo>
                    <a:pt x="902" y="18491"/>
                    <a:pt x="545" y="19699"/>
                    <a:pt x="312" y="20930"/>
                  </a:cubicBezTo>
                  <a:cubicBezTo>
                    <a:pt x="136" y="21838"/>
                    <a:pt x="34" y="22762"/>
                    <a:pt x="0" y="23687"/>
                  </a:cubicBezTo>
                  <a:cubicBezTo>
                    <a:pt x="1537" y="23970"/>
                    <a:pt x="3091" y="24118"/>
                    <a:pt x="4646" y="24118"/>
                  </a:cubicBezTo>
                  <a:cubicBezTo>
                    <a:pt x="4677" y="24118"/>
                    <a:pt x="4708" y="24118"/>
                    <a:pt x="4740" y="24118"/>
                  </a:cubicBezTo>
                  <a:cubicBezTo>
                    <a:pt x="7901" y="24118"/>
                    <a:pt x="11028" y="23551"/>
                    <a:pt x="13988" y="22450"/>
                  </a:cubicBezTo>
                  <a:cubicBezTo>
                    <a:pt x="13715" y="21197"/>
                    <a:pt x="13262" y="19983"/>
                    <a:pt x="12638" y="18860"/>
                  </a:cubicBezTo>
                  <a:cubicBezTo>
                    <a:pt x="11855" y="17470"/>
                    <a:pt x="10828" y="16239"/>
                    <a:pt x="9603" y="15224"/>
                  </a:cubicBezTo>
                  <a:cubicBezTo>
                    <a:pt x="9444" y="15088"/>
                    <a:pt x="9297" y="14974"/>
                    <a:pt x="9161" y="14867"/>
                  </a:cubicBezTo>
                  <a:cubicBezTo>
                    <a:pt x="10113" y="12530"/>
                    <a:pt x="11038" y="10028"/>
                    <a:pt x="11912" y="7380"/>
                  </a:cubicBezTo>
                  <a:cubicBezTo>
                    <a:pt x="12439" y="5797"/>
                    <a:pt x="12916" y="4254"/>
                    <a:pt x="13347" y="2740"/>
                  </a:cubicBezTo>
                  <a:cubicBezTo>
                    <a:pt x="13341" y="2728"/>
                    <a:pt x="13341" y="2711"/>
                    <a:pt x="13335" y="2700"/>
                  </a:cubicBezTo>
                  <a:cubicBezTo>
                    <a:pt x="13001" y="1271"/>
                    <a:pt x="12314" y="919"/>
                    <a:pt x="12099" y="806"/>
                  </a:cubicBezTo>
                  <a:cubicBezTo>
                    <a:pt x="11763" y="619"/>
                    <a:pt x="11450" y="553"/>
                    <a:pt x="11093" y="553"/>
                  </a:cubicBezTo>
                  <a:cubicBezTo>
                    <a:pt x="10744" y="553"/>
                    <a:pt x="10355" y="616"/>
                    <a:pt x="9864" y="692"/>
                  </a:cubicBezTo>
                  <a:cubicBezTo>
                    <a:pt x="9630" y="728"/>
                    <a:pt x="9428" y="744"/>
                    <a:pt x="9248" y="744"/>
                  </a:cubicBezTo>
                  <a:cubicBezTo>
                    <a:pt x="8120" y="744"/>
                    <a:pt x="7823" y="130"/>
                    <a:pt x="5701" y="23"/>
                  </a:cubicBezTo>
                  <a:cubicBezTo>
                    <a:pt x="5469" y="8"/>
                    <a:pt x="5238" y="0"/>
                    <a:pt x="5007" y="0"/>
                  </a:cubicBezTo>
                  <a:close/>
                </a:path>
              </a:pathLst>
            </a:custGeom>
            <a:solidFill>
              <a:srgbClr val="E57E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1" name="Google Shape;8021;p60"/>
            <p:cNvSpPr/>
            <p:nvPr/>
          </p:nvSpPr>
          <p:spPr>
            <a:xfrm>
              <a:off x="5554625" y="3736525"/>
              <a:ext cx="398500" cy="241725"/>
            </a:xfrm>
            <a:custGeom>
              <a:avLst/>
              <a:gdLst/>
              <a:ahLst/>
              <a:cxnLst/>
              <a:rect l="l" t="t" r="r" b="b"/>
              <a:pathLst>
                <a:path w="15940" h="9669" extrusionOk="0">
                  <a:moveTo>
                    <a:pt x="10897" y="0"/>
                  </a:moveTo>
                  <a:cubicBezTo>
                    <a:pt x="8328" y="68"/>
                    <a:pt x="5752" y="136"/>
                    <a:pt x="3183" y="210"/>
                  </a:cubicBezTo>
                  <a:cubicBezTo>
                    <a:pt x="3024" y="210"/>
                    <a:pt x="2854" y="216"/>
                    <a:pt x="2695" y="222"/>
                  </a:cubicBezTo>
                  <a:cubicBezTo>
                    <a:pt x="1793" y="2882"/>
                    <a:pt x="891" y="5542"/>
                    <a:pt x="1" y="8202"/>
                  </a:cubicBezTo>
                  <a:cubicBezTo>
                    <a:pt x="438" y="8242"/>
                    <a:pt x="874" y="8333"/>
                    <a:pt x="1294" y="8469"/>
                  </a:cubicBezTo>
                  <a:cubicBezTo>
                    <a:pt x="1697" y="8605"/>
                    <a:pt x="2083" y="8781"/>
                    <a:pt x="2446" y="8996"/>
                  </a:cubicBezTo>
                  <a:cubicBezTo>
                    <a:pt x="3242" y="9427"/>
                    <a:pt x="4287" y="9669"/>
                    <a:pt x="5295" y="9669"/>
                  </a:cubicBezTo>
                  <a:cubicBezTo>
                    <a:pt x="5693" y="9669"/>
                    <a:pt x="6086" y="9631"/>
                    <a:pt x="6456" y="9552"/>
                  </a:cubicBezTo>
                  <a:cubicBezTo>
                    <a:pt x="7392" y="9354"/>
                    <a:pt x="7392" y="9059"/>
                    <a:pt x="8180" y="9042"/>
                  </a:cubicBezTo>
                  <a:cubicBezTo>
                    <a:pt x="8205" y="9041"/>
                    <a:pt x="8230" y="9041"/>
                    <a:pt x="8255" y="9041"/>
                  </a:cubicBezTo>
                  <a:cubicBezTo>
                    <a:pt x="9066" y="9041"/>
                    <a:pt x="9350" y="9375"/>
                    <a:pt x="10121" y="9375"/>
                  </a:cubicBezTo>
                  <a:cubicBezTo>
                    <a:pt x="10171" y="9375"/>
                    <a:pt x="10224" y="9374"/>
                    <a:pt x="10279" y="9371"/>
                  </a:cubicBezTo>
                  <a:cubicBezTo>
                    <a:pt x="10647" y="9348"/>
                    <a:pt x="10568" y="9286"/>
                    <a:pt x="12009" y="8809"/>
                  </a:cubicBezTo>
                  <a:cubicBezTo>
                    <a:pt x="13744" y="8231"/>
                    <a:pt x="13898" y="8310"/>
                    <a:pt x="14289" y="7970"/>
                  </a:cubicBezTo>
                  <a:cubicBezTo>
                    <a:pt x="14510" y="7782"/>
                    <a:pt x="14771" y="7493"/>
                    <a:pt x="15282" y="7232"/>
                  </a:cubicBezTo>
                  <a:cubicBezTo>
                    <a:pt x="15491" y="7130"/>
                    <a:pt x="15713" y="7045"/>
                    <a:pt x="15939" y="6983"/>
                  </a:cubicBezTo>
                  <a:cubicBezTo>
                    <a:pt x="15525" y="5247"/>
                    <a:pt x="14714" y="3630"/>
                    <a:pt x="13563" y="2269"/>
                  </a:cubicBezTo>
                  <a:cubicBezTo>
                    <a:pt x="12797" y="1379"/>
                    <a:pt x="11901" y="613"/>
                    <a:pt x="108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2" name="Google Shape;8022;p60"/>
            <p:cNvSpPr/>
            <p:nvPr/>
          </p:nvSpPr>
          <p:spPr>
            <a:xfrm>
              <a:off x="5442475" y="3417125"/>
              <a:ext cx="236400" cy="223700"/>
            </a:xfrm>
            <a:custGeom>
              <a:avLst/>
              <a:gdLst/>
              <a:ahLst/>
              <a:cxnLst/>
              <a:rect l="l" t="t" r="r" b="b"/>
              <a:pathLst>
                <a:path w="9456" h="8948" extrusionOk="0">
                  <a:moveTo>
                    <a:pt x="7464" y="1"/>
                  </a:moveTo>
                  <a:cubicBezTo>
                    <a:pt x="7301" y="1"/>
                    <a:pt x="7138" y="20"/>
                    <a:pt x="6977" y="60"/>
                  </a:cubicBezTo>
                  <a:cubicBezTo>
                    <a:pt x="5803" y="1330"/>
                    <a:pt x="4634" y="2595"/>
                    <a:pt x="3460" y="3860"/>
                  </a:cubicBezTo>
                  <a:cubicBezTo>
                    <a:pt x="2303" y="5108"/>
                    <a:pt x="1157" y="6350"/>
                    <a:pt x="0" y="7598"/>
                  </a:cubicBezTo>
                  <a:lnTo>
                    <a:pt x="2462" y="8948"/>
                  </a:lnTo>
                  <a:cubicBezTo>
                    <a:pt x="3596" y="8131"/>
                    <a:pt x="4674" y="7240"/>
                    <a:pt x="5701" y="6282"/>
                  </a:cubicBezTo>
                  <a:cubicBezTo>
                    <a:pt x="6109" y="5890"/>
                    <a:pt x="6546" y="5471"/>
                    <a:pt x="6960" y="5028"/>
                  </a:cubicBezTo>
                  <a:cubicBezTo>
                    <a:pt x="7158" y="4818"/>
                    <a:pt x="7363" y="4614"/>
                    <a:pt x="7556" y="4393"/>
                  </a:cubicBezTo>
                  <a:cubicBezTo>
                    <a:pt x="8265" y="3616"/>
                    <a:pt x="8894" y="2845"/>
                    <a:pt x="9450" y="2096"/>
                  </a:cubicBezTo>
                  <a:cubicBezTo>
                    <a:pt x="9456" y="1313"/>
                    <a:pt x="9059" y="598"/>
                    <a:pt x="8412" y="241"/>
                  </a:cubicBezTo>
                  <a:cubicBezTo>
                    <a:pt x="8119" y="81"/>
                    <a:pt x="7794" y="1"/>
                    <a:pt x="7464" y="1"/>
                  </a:cubicBezTo>
                  <a:close/>
                </a:path>
              </a:pathLst>
            </a:custGeom>
            <a:solidFill>
              <a:srgbClr val="E57E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3" name="Google Shape;8023;p60"/>
            <p:cNvSpPr/>
            <p:nvPr/>
          </p:nvSpPr>
          <p:spPr>
            <a:xfrm>
              <a:off x="5528975" y="3513600"/>
              <a:ext cx="87650" cy="60575"/>
            </a:xfrm>
            <a:custGeom>
              <a:avLst/>
              <a:gdLst/>
              <a:ahLst/>
              <a:cxnLst/>
              <a:rect l="l" t="t" r="r" b="b"/>
              <a:pathLst>
                <a:path w="3506" h="2423" extrusionOk="0">
                  <a:moveTo>
                    <a:pt x="0" y="1"/>
                  </a:moveTo>
                  <a:lnTo>
                    <a:pt x="0" y="1"/>
                  </a:lnTo>
                  <a:cubicBezTo>
                    <a:pt x="749" y="806"/>
                    <a:pt x="1492" y="1617"/>
                    <a:pt x="2241" y="2423"/>
                  </a:cubicBezTo>
                  <a:cubicBezTo>
                    <a:pt x="2655" y="2031"/>
                    <a:pt x="3086" y="1612"/>
                    <a:pt x="3506" y="1169"/>
                  </a:cubicBezTo>
                  <a:cubicBezTo>
                    <a:pt x="2768" y="897"/>
                    <a:pt x="2048" y="619"/>
                    <a:pt x="1316" y="341"/>
                  </a:cubicBezTo>
                  <a:cubicBezTo>
                    <a:pt x="879" y="222"/>
                    <a:pt x="443" y="109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4" name="Google Shape;8024;p60"/>
            <p:cNvSpPr/>
            <p:nvPr/>
          </p:nvSpPr>
          <p:spPr>
            <a:xfrm>
              <a:off x="5526275" y="3374800"/>
              <a:ext cx="173175" cy="203775"/>
            </a:xfrm>
            <a:custGeom>
              <a:avLst/>
              <a:gdLst/>
              <a:ahLst/>
              <a:cxnLst/>
              <a:rect l="l" t="t" r="r" b="b"/>
              <a:pathLst>
                <a:path w="6927" h="8151" extrusionOk="0">
                  <a:moveTo>
                    <a:pt x="3829" y="0"/>
                  </a:moveTo>
                  <a:cubicBezTo>
                    <a:pt x="3621" y="0"/>
                    <a:pt x="3477" y="21"/>
                    <a:pt x="3438" y="28"/>
                  </a:cubicBezTo>
                  <a:lnTo>
                    <a:pt x="1" y="5485"/>
                  </a:lnTo>
                  <a:lnTo>
                    <a:pt x="4345" y="8151"/>
                  </a:lnTo>
                  <a:lnTo>
                    <a:pt x="6569" y="3443"/>
                  </a:lnTo>
                  <a:cubicBezTo>
                    <a:pt x="6586" y="3363"/>
                    <a:pt x="6926" y="1872"/>
                    <a:pt x="5837" y="794"/>
                  </a:cubicBezTo>
                  <a:cubicBezTo>
                    <a:pt x="5154" y="115"/>
                    <a:pt x="4316" y="0"/>
                    <a:pt x="3829" y="0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5" name="Google Shape;8025;p60"/>
            <p:cNvSpPr/>
            <p:nvPr/>
          </p:nvSpPr>
          <p:spPr>
            <a:xfrm>
              <a:off x="5584000" y="3463825"/>
              <a:ext cx="100275" cy="95675"/>
            </a:xfrm>
            <a:custGeom>
              <a:avLst/>
              <a:gdLst/>
              <a:ahLst/>
              <a:cxnLst/>
              <a:rect l="l" t="t" r="r" b="b"/>
              <a:pathLst>
                <a:path w="4011" h="3827" extrusionOk="0">
                  <a:moveTo>
                    <a:pt x="1956" y="0"/>
                  </a:moveTo>
                  <a:cubicBezTo>
                    <a:pt x="1938" y="0"/>
                    <a:pt x="1919" y="0"/>
                    <a:pt x="1900" y="1"/>
                  </a:cubicBezTo>
                  <a:cubicBezTo>
                    <a:pt x="840" y="24"/>
                    <a:pt x="0" y="903"/>
                    <a:pt x="34" y="1963"/>
                  </a:cubicBezTo>
                  <a:cubicBezTo>
                    <a:pt x="51" y="2741"/>
                    <a:pt x="539" y="3421"/>
                    <a:pt x="1259" y="3699"/>
                  </a:cubicBezTo>
                  <a:cubicBezTo>
                    <a:pt x="1481" y="3785"/>
                    <a:pt x="1713" y="3826"/>
                    <a:pt x="1943" y="3826"/>
                  </a:cubicBezTo>
                  <a:cubicBezTo>
                    <a:pt x="2459" y="3826"/>
                    <a:pt x="2966" y="3617"/>
                    <a:pt x="3335" y="3228"/>
                  </a:cubicBezTo>
                  <a:cubicBezTo>
                    <a:pt x="3868" y="2667"/>
                    <a:pt x="4010" y="1844"/>
                    <a:pt x="3693" y="1135"/>
                  </a:cubicBezTo>
                  <a:cubicBezTo>
                    <a:pt x="3388" y="443"/>
                    <a:pt x="2706" y="0"/>
                    <a:pt x="1956" y="0"/>
                  </a:cubicBezTo>
                  <a:close/>
                </a:path>
              </a:pathLst>
            </a:custGeom>
            <a:solidFill>
              <a:srgbClr val="E57E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6" name="Google Shape;8026;p60"/>
            <p:cNvSpPr/>
            <p:nvPr/>
          </p:nvSpPr>
          <p:spPr>
            <a:xfrm>
              <a:off x="5568100" y="3480050"/>
              <a:ext cx="106225" cy="81225"/>
            </a:xfrm>
            <a:custGeom>
              <a:avLst/>
              <a:gdLst/>
              <a:ahLst/>
              <a:cxnLst/>
              <a:rect l="l" t="t" r="r" b="b"/>
              <a:pathLst>
                <a:path w="4249" h="3249" extrusionOk="0">
                  <a:moveTo>
                    <a:pt x="1087" y="1"/>
                  </a:moveTo>
                  <a:cubicBezTo>
                    <a:pt x="1070" y="1"/>
                    <a:pt x="1053" y="9"/>
                    <a:pt x="1039" y="27"/>
                  </a:cubicBezTo>
                  <a:cubicBezTo>
                    <a:pt x="1" y="1326"/>
                    <a:pt x="925" y="3243"/>
                    <a:pt x="2582" y="3249"/>
                  </a:cubicBezTo>
                  <a:lnTo>
                    <a:pt x="2633" y="3249"/>
                  </a:lnTo>
                  <a:cubicBezTo>
                    <a:pt x="3262" y="3232"/>
                    <a:pt x="3841" y="2920"/>
                    <a:pt x="4204" y="2409"/>
                  </a:cubicBezTo>
                  <a:cubicBezTo>
                    <a:pt x="4248" y="2356"/>
                    <a:pt x="4200" y="2298"/>
                    <a:pt x="4150" y="2298"/>
                  </a:cubicBezTo>
                  <a:cubicBezTo>
                    <a:pt x="4131" y="2298"/>
                    <a:pt x="4111" y="2307"/>
                    <a:pt x="4096" y="2330"/>
                  </a:cubicBezTo>
                  <a:cubicBezTo>
                    <a:pt x="3761" y="2806"/>
                    <a:pt x="3217" y="3101"/>
                    <a:pt x="2633" y="3118"/>
                  </a:cubicBezTo>
                  <a:lnTo>
                    <a:pt x="2582" y="3118"/>
                  </a:lnTo>
                  <a:cubicBezTo>
                    <a:pt x="1027" y="3118"/>
                    <a:pt x="165" y="1320"/>
                    <a:pt x="1141" y="106"/>
                  </a:cubicBezTo>
                  <a:cubicBezTo>
                    <a:pt x="1178" y="57"/>
                    <a:pt x="1134" y="1"/>
                    <a:pt x="108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7" name="Google Shape;8027;p60"/>
            <p:cNvSpPr/>
            <p:nvPr/>
          </p:nvSpPr>
          <p:spPr>
            <a:xfrm>
              <a:off x="5728475" y="3459550"/>
              <a:ext cx="106100" cy="95925"/>
            </a:xfrm>
            <a:custGeom>
              <a:avLst/>
              <a:gdLst/>
              <a:ahLst/>
              <a:cxnLst/>
              <a:rect l="l" t="t" r="r" b="b"/>
              <a:pathLst>
                <a:path w="4244" h="3837" extrusionOk="0">
                  <a:moveTo>
                    <a:pt x="2121" y="1"/>
                  </a:moveTo>
                  <a:cubicBezTo>
                    <a:pt x="1612" y="1"/>
                    <a:pt x="1104" y="203"/>
                    <a:pt x="727" y="603"/>
                  </a:cubicBezTo>
                  <a:cubicBezTo>
                    <a:pt x="1" y="1374"/>
                    <a:pt x="35" y="2588"/>
                    <a:pt x="806" y="3314"/>
                  </a:cubicBezTo>
                  <a:cubicBezTo>
                    <a:pt x="1177" y="3664"/>
                    <a:pt x="1651" y="3837"/>
                    <a:pt x="2123" y="3837"/>
                  </a:cubicBezTo>
                  <a:cubicBezTo>
                    <a:pt x="2633" y="3837"/>
                    <a:pt x="3141" y="3635"/>
                    <a:pt x="3518" y="3235"/>
                  </a:cubicBezTo>
                  <a:cubicBezTo>
                    <a:pt x="4244" y="2463"/>
                    <a:pt x="4210" y="1250"/>
                    <a:pt x="3438" y="524"/>
                  </a:cubicBezTo>
                  <a:cubicBezTo>
                    <a:pt x="3067" y="174"/>
                    <a:pt x="2594" y="1"/>
                    <a:pt x="2121" y="1"/>
                  </a:cubicBezTo>
                  <a:close/>
                </a:path>
              </a:pathLst>
            </a:custGeom>
            <a:solidFill>
              <a:srgbClr val="E57E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8" name="Google Shape;8028;p60"/>
            <p:cNvSpPr/>
            <p:nvPr/>
          </p:nvSpPr>
          <p:spPr>
            <a:xfrm>
              <a:off x="5733025" y="3516650"/>
              <a:ext cx="92750" cy="40800"/>
            </a:xfrm>
            <a:custGeom>
              <a:avLst/>
              <a:gdLst/>
              <a:ahLst/>
              <a:cxnLst/>
              <a:rect l="l" t="t" r="r" b="b"/>
              <a:pathLst>
                <a:path w="3710" h="1632" extrusionOk="0">
                  <a:moveTo>
                    <a:pt x="75" y="1"/>
                  </a:moveTo>
                  <a:cubicBezTo>
                    <a:pt x="69" y="1"/>
                    <a:pt x="63" y="2"/>
                    <a:pt x="57" y="4"/>
                  </a:cubicBezTo>
                  <a:cubicBezTo>
                    <a:pt x="23" y="9"/>
                    <a:pt x="0" y="43"/>
                    <a:pt x="6" y="83"/>
                  </a:cubicBezTo>
                  <a:cubicBezTo>
                    <a:pt x="210" y="985"/>
                    <a:pt x="1016" y="1626"/>
                    <a:pt x="1946" y="1631"/>
                  </a:cubicBezTo>
                  <a:lnTo>
                    <a:pt x="1991" y="1631"/>
                  </a:lnTo>
                  <a:cubicBezTo>
                    <a:pt x="2706" y="1609"/>
                    <a:pt x="3358" y="1206"/>
                    <a:pt x="3693" y="576"/>
                  </a:cubicBezTo>
                  <a:cubicBezTo>
                    <a:pt x="3710" y="542"/>
                    <a:pt x="3699" y="503"/>
                    <a:pt x="3670" y="486"/>
                  </a:cubicBezTo>
                  <a:cubicBezTo>
                    <a:pt x="3660" y="480"/>
                    <a:pt x="3649" y="478"/>
                    <a:pt x="3638" y="478"/>
                  </a:cubicBezTo>
                  <a:cubicBezTo>
                    <a:pt x="3614" y="478"/>
                    <a:pt x="3591" y="491"/>
                    <a:pt x="3580" y="514"/>
                  </a:cubicBezTo>
                  <a:cubicBezTo>
                    <a:pt x="3268" y="1104"/>
                    <a:pt x="2661" y="1478"/>
                    <a:pt x="1991" y="1501"/>
                  </a:cubicBezTo>
                  <a:lnTo>
                    <a:pt x="1946" y="1501"/>
                  </a:lnTo>
                  <a:cubicBezTo>
                    <a:pt x="1078" y="1495"/>
                    <a:pt x="324" y="900"/>
                    <a:pt x="137" y="55"/>
                  </a:cubicBezTo>
                  <a:cubicBezTo>
                    <a:pt x="132" y="22"/>
                    <a:pt x="104" y="1"/>
                    <a:pt x="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9" name="Google Shape;8029;p60"/>
            <p:cNvSpPr/>
            <p:nvPr/>
          </p:nvSpPr>
          <p:spPr>
            <a:xfrm>
              <a:off x="5578325" y="3201225"/>
              <a:ext cx="342325" cy="241225"/>
            </a:xfrm>
            <a:custGeom>
              <a:avLst/>
              <a:gdLst/>
              <a:ahLst/>
              <a:cxnLst/>
              <a:rect l="l" t="t" r="r" b="b"/>
              <a:pathLst>
                <a:path w="13693" h="9649" extrusionOk="0">
                  <a:moveTo>
                    <a:pt x="6926" y="0"/>
                  </a:moveTo>
                  <a:cubicBezTo>
                    <a:pt x="6614" y="1061"/>
                    <a:pt x="6239" y="1549"/>
                    <a:pt x="5899" y="1770"/>
                  </a:cubicBezTo>
                  <a:cubicBezTo>
                    <a:pt x="5536" y="1985"/>
                    <a:pt x="5162" y="2173"/>
                    <a:pt x="4770" y="2326"/>
                  </a:cubicBezTo>
                  <a:cubicBezTo>
                    <a:pt x="4838" y="2592"/>
                    <a:pt x="4890" y="2865"/>
                    <a:pt x="4912" y="3143"/>
                  </a:cubicBezTo>
                  <a:cubicBezTo>
                    <a:pt x="4941" y="3466"/>
                    <a:pt x="4929" y="3795"/>
                    <a:pt x="4890" y="4118"/>
                  </a:cubicBezTo>
                  <a:cubicBezTo>
                    <a:pt x="4895" y="4141"/>
                    <a:pt x="4890" y="4163"/>
                    <a:pt x="4884" y="4186"/>
                  </a:cubicBezTo>
                  <a:cubicBezTo>
                    <a:pt x="4872" y="4260"/>
                    <a:pt x="4861" y="4339"/>
                    <a:pt x="4844" y="4436"/>
                  </a:cubicBezTo>
                  <a:cubicBezTo>
                    <a:pt x="4765" y="4952"/>
                    <a:pt x="4572" y="5723"/>
                    <a:pt x="3948" y="6279"/>
                  </a:cubicBezTo>
                  <a:cubicBezTo>
                    <a:pt x="3931" y="6285"/>
                    <a:pt x="3914" y="6302"/>
                    <a:pt x="3903" y="6313"/>
                  </a:cubicBezTo>
                  <a:cubicBezTo>
                    <a:pt x="3029" y="7039"/>
                    <a:pt x="1849" y="6795"/>
                    <a:pt x="964" y="7425"/>
                  </a:cubicBezTo>
                  <a:cubicBezTo>
                    <a:pt x="823" y="7527"/>
                    <a:pt x="692" y="7646"/>
                    <a:pt x="579" y="7777"/>
                  </a:cubicBezTo>
                  <a:cubicBezTo>
                    <a:pt x="68" y="8389"/>
                    <a:pt x="0" y="9149"/>
                    <a:pt x="0" y="9648"/>
                  </a:cubicBezTo>
                  <a:lnTo>
                    <a:pt x="607" y="9614"/>
                  </a:lnTo>
                  <a:cubicBezTo>
                    <a:pt x="4963" y="9370"/>
                    <a:pt x="9325" y="9127"/>
                    <a:pt x="13693" y="8883"/>
                  </a:cubicBezTo>
                  <a:cubicBezTo>
                    <a:pt x="13573" y="8327"/>
                    <a:pt x="13318" y="7567"/>
                    <a:pt x="12677" y="7022"/>
                  </a:cubicBezTo>
                  <a:cubicBezTo>
                    <a:pt x="11622" y="6120"/>
                    <a:pt x="10573" y="6778"/>
                    <a:pt x="9336" y="5950"/>
                  </a:cubicBezTo>
                  <a:cubicBezTo>
                    <a:pt x="8480" y="5377"/>
                    <a:pt x="8145" y="4492"/>
                    <a:pt x="7623" y="3148"/>
                  </a:cubicBezTo>
                  <a:cubicBezTo>
                    <a:pt x="7232" y="2139"/>
                    <a:pt x="6994" y="1078"/>
                    <a:pt x="6926" y="0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0" name="Google Shape;8030;p60"/>
            <p:cNvSpPr/>
            <p:nvPr/>
          </p:nvSpPr>
          <p:spPr>
            <a:xfrm>
              <a:off x="5697575" y="3245600"/>
              <a:ext cx="45350" cy="67700"/>
            </a:xfrm>
            <a:custGeom>
              <a:avLst/>
              <a:gdLst/>
              <a:ahLst/>
              <a:cxnLst/>
              <a:rect l="l" t="t" r="r" b="b"/>
              <a:pathLst>
                <a:path w="1814" h="2708" extrusionOk="0">
                  <a:moveTo>
                    <a:pt x="1129" y="1"/>
                  </a:moveTo>
                  <a:cubicBezTo>
                    <a:pt x="766" y="216"/>
                    <a:pt x="392" y="403"/>
                    <a:pt x="0" y="556"/>
                  </a:cubicBezTo>
                  <a:cubicBezTo>
                    <a:pt x="85" y="817"/>
                    <a:pt x="131" y="1095"/>
                    <a:pt x="142" y="1373"/>
                  </a:cubicBezTo>
                  <a:cubicBezTo>
                    <a:pt x="171" y="1696"/>
                    <a:pt x="159" y="2020"/>
                    <a:pt x="120" y="2343"/>
                  </a:cubicBezTo>
                  <a:cubicBezTo>
                    <a:pt x="125" y="2366"/>
                    <a:pt x="120" y="2394"/>
                    <a:pt x="114" y="2417"/>
                  </a:cubicBezTo>
                  <a:cubicBezTo>
                    <a:pt x="102" y="2491"/>
                    <a:pt x="91" y="2564"/>
                    <a:pt x="74" y="2661"/>
                  </a:cubicBezTo>
                  <a:cubicBezTo>
                    <a:pt x="142" y="2683"/>
                    <a:pt x="205" y="2700"/>
                    <a:pt x="273" y="2706"/>
                  </a:cubicBezTo>
                  <a:cubicBezTo>
                    <a:pt x="290" y="2707"/>
                    <a:pt x="307" y="2708"/>
                    <a:pt x="325" y="2708"/>
                  </a:cubicBezTo>
                  <a:cubicBezTo>
                    <a:pt x="1001" y="2708"/>
                    <a:pt x="1813" y="1862"/>
                    <a:pt x="1730" y="1004"/>
                  </a:cubicBezTo>
                  <a:cubicBezTo>
                    <a:pt x="1674" y="471"/>
                    <a:pt x="1294" y="120"/>
                    <a:pt x="1129" y="1"/>
                  </a:cubicBezTo>
                  <a:close/>
                </a:path>
              </a:pathLst>
            </a:custGeom>
            <a:solidFill>
              <a:srgbClr val="242222">
                <a:alpha val="150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1" name="Google Shape;8031;p60"/>
            <p:cNvSpPr/>
            <p:nvPr/>
          </p:nvSpPr>
          <p:spPr>
            <a:xfrm>
              <a:off x="5593625" y="3056100"/>
              <a:ext cx="200825" cy="239250"/>
            </a:xfrm>
            <a:custGeom>
              <a:avLst/>
              <a:gdLst/>
              <a:ahLst/>
              <a:cxnLst/>
              <a:rect l="l" t="t" r="r" b="b"/>
              <a:pathLst>
                <a:path w="8033" h="9570" extrusionOk="0">
                  <a:moveTo>
                    <a:pt x="3927" y="1"/>
                  </a:moveTo>
                  <a:cubicBezTo>
                    <a:pt x="3353" y="1"/>
                    <a:pt x="2860" y="103"/>
                    <a:pt x="2576" y="173"/>
                  </a:cubicBezTo>
                  <a:cubicBezTo>
                    <a:pt x="2508" y="195"/>
                    <a:pt x="2434" y="218"/>
                    <a:pt x="2355" y="247"/>
                  </a:cubicBezTo>
                  <a:cubicBezTo>
                    <a:pt x="2156" y="315"/>
                    <a:pt x="1958" y="400"/>
                    <a:pt x="1770" y="496"/>
                  </a:cubicBezTo>
                  <a:cubicBezTo>
                    <a:pt x="778" y="1018"/>
                    <a:pt x="381" y="1772"/>
                    <a:pt x="381" y="1772"/>
                  </a:cubicBezTo>
                  <a:cubicBezTo>
                    <a:pt x="1" y="2504"/>
                    <a:pt x="97" y="3349"/>
                    <a:pt x="262" y="3996"/>
                  </a:cubicBezTo>
                  <a:cubicBezTo>
                    <a:pt x="296" y="4121"/>
                    <a:pt x="330" y="4240"/>
                    <a:pt x="364" y="4347"/>
                  </a:cubicBezTo>
                  <a:cubicBezTo>
                    <a:pt x="403" y="4472"/>
                    <a:pt x="438" y="4586"/>
                    <a:pt x="472" y="4682"/>
                  </a:cubicBezTo>
                  <a:cubicBezTo>
                    <a:pt x="568" y="4966"/>
                    <a:pt x="659" y="5147"/>
                    <a:pt x="766" y="5573"/>
                  </a:cubicBezTo>
                  <a:cubicBezTo>
                    <a:pt x="965" y="6333"/>
                    <a:pt x="880" y="6554"/>
                    <a:pt x="1016" y="7025"/>
                  </a:cubicBezTo>
                  <a:cubicBezTo>
                    <a:pt x="1192" y="7620"/>
                    <a:pt x="1532" y="7989"/>
                    <a:pt x="1963" y="8454"/>
                  </a:cubicBezTo>
                  <a:cubicBezTo>
                    <a:pt x="2043" y="8539"/>
                    <a:pt x="2973" y="9526"/>
                    <a:pt x="3705" y="9566"/>
                  </a:cubicBezTo>
                  <a:cubicBezTo>
                    <a:pt x="3741" y="9568"/>
                    <a:pt x="3777" y="9569"/>
                    <a:pt x="3813" y="9569"/>
                  </a:cubicBezTo>
                  <a:cubicBezTo>
                    <a:pt x="3945" y="9569"/>
                    <a:pt x="4076" y="9554"/>
                    <a:pt x="4209" y="9532"/>
                  </a:cubicBezTo>
                  <a:cubicBezTo>
                    <a:pt x="4368" y="9492"/>
                    <a:pt x="4527" y="9435"/>
                    <a:pt x="4675" y="9362"/>
                  </a:cubicBezTo>
                  <a:cubicBezTo>
                    <a:pt x="4850" y="9276"/>
                    <a:pt x="6206" y="8494"/>
                    <a:pt x="6926" y="7059"/>
                  </a:cubicBezTo>
                  <a:cubicBezTo>
                    <a:pt x="7823" y="5278"/>
                    <a:pt x="8032" y="1948"/>
                    <a:pt x="5979" y="575"/>
                  </a:cubicBezTo>
                  <a:cubicBezTo>
                    <a:pt x="5314" y="129"/>
                    <a:pt x="4570" y="1"/>
                    <a:pt x="3927" y="1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2" name="Google Shape;8032;p60"/>
            <p:cNvSpPr/>
            <p:nvPr/>
          </p:nvSpPr>
          <p:spPr>
            <a:xfrm>
              <a:off x="5686500" y="3161650"/>
              <a:ext cx="25000" cy="19400"/>
            </a:xfrm>
            <a:custGeom>
              <a:avLst/>
              <a:gdLst/>
              <a:ahLst/>
              <a:cxnLst/>
              <a:rect l="l" t="t" r="r" b="b"/>
              <a:pathLst>
                <a:path w="1000" h="776" extrusionOk="0">
                  <a:moveTo>
                    <a:pt x="539" y="0"/>
                  </a:moveTo>
                  <a:cubicBezTo>
                    <a:pt x="489" y="0"/>
                    <a:pt x="438" y="8"/>
                    <a:pt x="387" y="23"/>
                  </a:cubicBezTo>
                  <a:cubicBezTo>
                    <a:pt x="143" y="91"/>
                    <a:pt x="1" y="313"/>
                    <a:pt x="63" y="511"/>
                  </a:cubicBezTo>
                  <a:cubicBezTo>
                    <a:pt x="118" y="674"/>
                    <a:pt x="284" y="775"/>
                    <a:pt x="469" y="775"/>
                  </a:cubicBezTo>
                  <a:cubicBezTo>
                    <a:pt x="517" y="775"/>
                    <a:pt x="565" y="769"/>
                    <a:pt x="614" y="755"/>
                  </a:cubicBezTo>
                  <a:cubicBezTo>
                    <a:pt x="857" y="681"/>
                    <a:pt x="999" y="460"/>
                    <a:pt x="937" y="262"/>
                  </a:cubicBezTo>
                  <a:cubicBezTo>
                    <a:pt x="883" y="101"/>
                    <a:pt x="721" y="0"/>
                    <a:pt x="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3" name="Google Shape;8033;p60"/>
            <p:cNvSpPr/>
            <p:nvPr/>
          </p:nvSpPr>
          <p:spPr>
            <a:xfrm>
              <a:off x="5685400" y="3151750"/>
              <a:ext cx="42975" cy="21850"/>
            </a:xfrm>
            <a:custGeom>
              <a:avLst/>
              <a:gdLst/>
              <a:ahLst/>
              <a:cxnLst/>
              <a:rect l="l" t="t" r="r" b="b"/>
              <a:pathLst>
                <a:path w="1719" h="874" extrusionOk="0">
                  <a:moveTo>
                    <a:pt x="682" y="0"/>
                  </a:moveTo>
                  <a:cubicBezTo>
                    <a:pt x="530" y="0"/>
                    <a:pt x="386" y="31"/>
                    <a:pt x="272" y="113"/>
                  </a:cubicBezTo>
                  <a:cubicBezTo>
                    <a:pt x="170" y="181"/>
                    <a:pt x="90" y="278"/>
                    <a:pt x="56" y="391"/>
                  </a:cubicBezTo>
                  <a:cubicBezTo>
                    <a:pt x="1" y="613"/>
                    <a:pt x="147" y="873"/>
                    <a:pt x="232" y="873"/>
                  </a:cubicBezTo>
                  <a:cubicBezTo>
                    <a:pt x="234" y="873"/>
                    <a:pt x="236" y="873"/>
                    <a:pt x="238" y="873"/>
                  </a:cubicBezTo>
                  <a:cubicBezTo>
                    <a:pt x="323" y="867"/>
                    <a:pt x="289" y="624"/>
                    <a:pt x="425" y="442"/>
                  </a:cubicBezTo>
                  <a:cubicBezTo>
                    <a:pt x="516" y="321"/>
                    <a:pt x="695" y="225"/>
                    <a:pt x="1048" y="225"/>
                  </a:cubicBezTo>
                  <a:cubicBezTo>
                    <a:pt x="1224" y="225"/>
                    <a:pt x="1444" y="249"/>
                    <a:pt x="1718" y="306"/>
                  </a:cubicBezTo>
                  <a:cubicBezTo>
                    <a:pt x="1655" y="272"/>
                    <a:pt x="1132" y="0"/>
                    <a:pt x="6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4" name="Google Shape;8034;p60"/>
            <p:cNvSpPr/>
            <p:nvPr/>
          </p:nvSpPr>
          <p:spPr>
            <a:xfrm>
              <a:off x="5680250" y="3156750"/>
              <a:ext cx="50375" cy="17975"/>
            </a:xfrm>
            <a:custGeom>
              <a:avLst/>
              <a:gdLst/>
              <a:ahLst/>
              <a:cxnLst/>
              <a:rect l="l" t="t" r="r" b="b"/>
              <a:pathLst>
                <a:path w="2015" h="719" extrusionOk="0">
                  <a:moveTo>
                    <a:pt x="1363" y="0"/>
                  </a:moveTo>
                  <a:cubicBezTo>
                    <a:pt x="922" y="0"/>
                    <a:pt x="582" y="135"/>
                    <a:pt x="438" y="384"/>
                  </a:cubicBezTo>
                  <a:cubicBezTo>
                    <a:pt x="410" y="435"/>
                    <a:pt x="393" y="492"/>
                    <a:pt x="381" y="548"/>
                  </a:cubicBezTo>
                  <a:lnTo>
                    <a:pt x="126" y="407"/>
                  </a:lnTo>
                  <a:cubicBezTo>
                    <a:pt x="115" y="401"/>
                    <a:pt x="105" y="398"/>
                    <a:pt x="95" y="398"/>
                  </a:cubicBezTo>
                  <a:cubicBezTo>
                    <a:pt x="37" y="398"/>
                    <a:pt x="1" y="486"/>
                    <a:pt x="64" y="520"/>
                  </a:cubicBezTo>
                  <a:lnTo>
                    <a:pt x="398" y="707"/>
                  </a:lnTo>
                  <a:cubicBezTo>
                    <a:pt x="410" y="713"/>
                    <a:pt x="415" y="718"/>
                    <a:pt x="432" y="718"/>
                  </a:cubicBezTo>
                  <a:cubicBezTo>
                    <a:pt x="438" y="718"/>
                    <a:pt x="450" y="713"/>
                    <a:pt x="461" y="713"/>
                  </a:cubicBezTo>
                  <a:cubicBezTo>
                    <a:pt x="478" y="701"/>
                    <a:pt x="495" y="679"/>
                    <a:pt x="495" y="656"/>
                  </a:cubicBezTo>
                  <a:cubicBezTo>
                    <a:pt x="501" y="582"/>
                    <a:pt x="518" y="514"/>
                    <a:pt x="552" y="452"/>
                  </a:cubicBezTo>
                  <a:cubicBezTo>
                    <a:pt x="669" y="245"/>
                    <a:pt x="969" y="132"/>
                    <a:pt x="1358" y="132"/>
                  </a:cubicBezTo>
                  <a:cubicBezTo>
                    <a:pt x="1534" y="132"/>
                    <a:pt x="1727" y="155"/>
                    <a:pt x="1930" y="202"/>
                  </a:cubicBezTo>
                  <a:cubicBezTo>
                    <a:pt x="1933" y="203"/>
                    <a:pt x="1937" y="203"/>
                    <a:pt x="1940" y="203"/>
                  </a:cubicBezTo>
                  <a:cubicBezTo>
                    <a:pt x="1971" y="203"/>
                    <a:pt x="1999" y="182"/>
                    <a:pt x="2009" y="151"/>
                  </a:cubicBezTo>
                  <a:cubicBezTo>
                    <a:pt x="2015" y="117"/>
                    <a:pt x="1992" y="83"/>
                    <a:pt x="1958" y="72"/>
                  </a:cubicBezTo>
                  <a:cubicBezTo>
                    <a:pt x="1747" y="24"/>
                    <a:pt x="1546" y="0"/>
                    <a:pt x="13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5" name="Google Shape;8035;p60"/>
            <p:cNvSpPr/>
            <p:nvPr/>
          </p:nvSpPr>
          <p:spPr>
            <a:xfrm>
              <a:off x="5606950" y="3182075"/>
              <a:ext cx="23000" cy="19300"/>
            </a:xfrm>
            <a:custGeom>
              <a:avLst/>
              <a:gdLst/>
              <a:ahLst/>
              <a:cxnLst/>
              <a:rect l="l" t="t" r="r" b="b"/>
              <a:pathLst>
                <a:path w="920" h="772" extrusionOk="0">
                  <a:moveTo>
                    <a:pt x="443" y="0"/>
                  </a:moveTo>
                  <a:cubicBezTo>
                    <a:pt x="194" y="6"/>
                    <a:pt x="1" y="176"/>
                    <a:pt x="7" y="392"/>
                  </a:cubicBezTo>
                  <a:cubicBezTo>
                    <a:pt x="12" y="602"/>
                    <a:pt x="216" y="772"/>
                    <a:pt x="472" y="772"/>
                  </a:cubicBezTo>
                  <a:cubicBezTo>
                    <a:pt x="721" y="766"/>
                    <a:pt x="920" y="596"/>
                    <a:pt x="908" y="380"/>
                  </a:cubicBezTo>
                  <a:cubicBezTo>
                    <a:pt x="903" y="171"/>
                    <a:pt x="699" y="0"/>
                    <a:pt x="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6" name="Google Shape;8036;p60"/>
            <p:cNvSpPr/>
            <p:nvPr/>
          </p:nvSpPr>
          <p:spPr>
            <a:xfrm>
              <a:off x="5604400" y="3171350"/>
              <a:ext cx="43425" cy="19000"/>
            </a:xfrm>
            <a:custGeom>
              <a:avLst/>
              <a:gdLst/>
              <a:ahLst/>
              <a:cxnLst/>
              <a:rect l="l" t="t" r="r" b="b"/>
              <a:pathLst>
                <a:path w="1737" h="760" extrusionOk="0">
                  <a:moveTo>
                    <a:pt x="590" y="1"/>
                  </a:moveTo>
                  <a:cubicBezTo>
                    <a:pt x="524" y="1"/>
                    <a:pt x="459" y="10"/>
                    <a:pt x="398" y="32"/>
                  </a:cubicBezTo>
                  <a:cubicBezTo>
                    <a:pt x="279" y="66"/>
                    <a:pt x="182" y="146"/>
                    <a:pt x="114" y="248"/>
                  </a:cubicBezTo>
                  <a:cubicBezTo>
                    <a:pt x="1" y="446"/>
                    <a:pt x="75" y="741"/>
                    <a:pt x="160" y="758"/>
                  </a:cubicBezTo>
                  <a:cubicBezTo>
                    <a:pt x="163" y="759"/>
                    <a:pt x="165" y="759"/>
                    <a:pt x="168" y="759"/>
                  </a:cubicBezTo>
                  <a:cubicBezTo>
                    <a:pt x="247" y="759"/>
                    <a:pt x="279" y="532"/>
                    <a:pt x="460" y="395"/>
                  </a:cubicBezTo>
                  <a:cubicBezTo>
                    <a:pt x="535" y="337"/>
                    <a:pt x="639" y="297"/>
                    <a:pt x="787" y="297"/>
                  </a:cubicBezTo>
                  <a:cubicBezTo>
                    <a:pt x="998" y="297"/>
                    <a:pt x="1300" y="379"/>
                    <a:pt x="1737" y="605"/>
                  </a:cubicBezTo>
                  <a:cubicBezTo>
                    <a:pt x="1676" y="550"/>
                    <a:pt x="1086" y="1"/>
                    <a:pt x="5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7" name="Google Shape;8037;p60"/>
            <p:cNvSpPr/>
            <p:nvPr/>
          </p:nvSpPr>
          <p:spPr>
            <a:xfrm>
              <a:off x="5599100" y="3178400"/>
              <a:ext cx="50850" cy="12775"/>
            </a:xfrm>
            <a:custGeom>
              <a:avLst/>
              <a:gdLst/>
              <a:ahLst/>
              <a:cxnLst/>
              <a:rect l="l" t="t" r="r" b="b"/>
              <a:pathLst>
                <a:path w="2034" h="511" extrusionOk="0">
                  <a:moveTo>
                    <a:pt x="993" y="0"/>
                  </a:moveTo>
                  <a:cubicBezTo>
                    <a:pt x="766" y="0"/>
                    <a:pt x="575" y="62"/>
                    <a:pt x="445" y="187"/>
                  </a:cubicBezTo>
                  <a:cubicBezTo>
                    <a:pt x="406" y="233"/>
                    <a:pt x="372" y="278"/>
                    <a:pt x="343" y="329"/>
                  </a:cubicBezTo>
                  <a:lnTo>
                    <a:pt x="139" y="130"/>
                  </a:lnTo>
                  <a:cubicBezTo>
                    <a:pt x="126" y="116"/>
                    <a:pt x="110" y="109"/>
                    <a:pt x="95" y="109"/>
                  </a:cubicBezTo>
                  <a:cubicBezTo>
                    <a:pt x="46" y="109"/>
                    <a:pt x="1" y="174"/>
                    <a:pt x="48" y="221"/>
                  </a:cubicBezTo>
                  <a:lnTo>
                    <a:pt x="321" y="493"/>
                  </a:lnTo>
                  <a:cubicBezTo>
                    <a:pt x="332" y="505"/>
                    <a:pt x="349" y="510"/>
                    <a:pt x="366" y="510"/>
                  </a:cubicBezTo>
                  <a:cubicBezTo>
                    <a:pt x="372" y="510"/>
                    <a:pt x="372" y="510"/>
                    <a:pt x="377" y="505"/>
                  </a:cubicBezTo>
                  <a:cubicBezTo>
                    <a:pt x="400" y="505"/>
                    <a:pt x="417" y="488"/>
                    <a:pt x="428" y="465"/>
                  </a:cubicBezTo>
                  <a:cubicBezTo>
                    <a:pt x="451" y="397"/>
                    <a:pt x="485" y="335"/>
                    <a:pt x="542" y="284"/>
                  </a:cubicBezTo>
                  <a:cubicBezTo>
                    <a:pt x="644" y="181"/>
                    <a:pt x="803" y="131"/>
                    <a:pt x="996" y="131"/>
                  </a:cubicBezTo>
                  <a:cubicBezTo>
                    <a:pt x="1262" y="131"/>
                    <a:pt x="1593" y="227"/>
                    <a:pt x="1931" y="414"/>
                  </a:cubicBezTo>
                  <a:cubicBezTo>
                    <a:pt x="1940" y="419"/>
                    <a:pt x="1950" y="422"/>
                    <a:pt x="1960" y="422"/>
                  </a:cubicBezTo>
                  <a:cubicBezTo>
                    <a:pt x="1983" y="422"/>
                    <a:pt x="2007" y="409"/>
                    <a:pt x="2022" y="386"/>
                  </a:cubicBezTo>
                  <a:cubicBezTo>
                    <a:pt x="2034" y="357"/>
                    <a:pt x="2022" y="318"/>
                    <a:pt x="1994" y="301"/>
                  </a:cubicBezTo>
                  <a:cubicBezTo>
                    <a:pt x="1632" y="101"/>
                    <a:pt x="1282" y="0"/>
                    <a:pt x="9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8" name="Google Shape;8038;p60"/>
            <p:cNvSpPr/>
            <p:nvPr/>
          </p:nvSpPr>
          <p:spPr>
            <a:xfrm>
              <a:off x="5680000" y="3127550"/>
              <a:ext cx="54900" cy="22225"/>
            </a:xfrm>
            <a:custGeom>
              <a:avLst/>
              <a:gdLst/>
              <a:ahLst/>
              <a:cxnLst/>
              <a:rect l="l" t="t" r="r" b="b"/>
              <a:pathLst>
                <a:path w="2196" h="889" extrusionOk="0">
                  <a:moveTo>
                    <a:pt x="1493" y="1"/>
                  </a:moveTo>
                  <a:cubicBezTo>
                    <a:pt x="1384" y="1"/>
                    <a:pt x="1209" y="20"/>
                    <a:pt x="891" y="83"/>
                  </a:cubicBezTo>
                  <a:cubicBezTo>
                    <a:pt x="692" y="122"/>
                    <a:pt x="414" y="185"/>
                    <a:pt x="91" y="281"/>
                  </a:cubicBezTo>
                  <a:cubicBezTo>
                    <a:pt x="28" y="412"/>
                    <a:pt x="0" y="554"/>
                    <a:pt x="0" y="695"/>
                  </a:cubicBezTo>
                  <a:cubicBezTo>
                    <a:pt x="6" y="758"/>
                    <a:pt x="11" y="826"/>
                    <a:pt x="28" y="888"/>
                  </a:cubicBezTo>
                  <a:cubicBezTo>
                    <a:pt x="335" y="712"/>
                    <a:pt x="664" y="576"/>
                    <a:pt x="1004" y="468"/>
                  </a:cubicBezTo>
                  <a:cubicBezTo>
                    <a:pt x="1390" y="355"/>
                    <a:pt x="1792" y="287"/>
                    <a:pt x="2195" y="264"/>
                  </a:cubicBezTo>
                  <a:cubicBezTo>
                    <a:pt x="2031" y="134"/>
                    <a:pt x="1838" y="43"/>
                    <a:pt x="1628" y="15"/>
                  </a:cubicBezTo>
                  <a:cubicBezTo>
                    <a:pt x="1594" y="7"/>
                    <a:pt x="1553" y="1"/>
                    <a:pt x="14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9" name="Google Shape;8039;p60"/>
            <p:cNvSpPr/>
            <p:nvPr/>
          </p:nvSpPr>
          <p:spPr>
            <a:xfrm>
              <a:off x="5676875" y="3134575"/>
              <a:ext cx="3000" cy="15750"/>
            </a:xfrm>
            <a:custGeom>
              <a:avLst/>
              <a:gdLst/>
              <a:ahLst/>
              <a:cxnLst/>
              <a:rect l="l" t="t" r="r" b="b"/>
              <a:pathLst>
                <a:path w="120" h="630" extrusionOk="0">
                  <a:moveTo>
                    <a:pt x="119" y="0"/>
                  </a:moveTo>
                  <a:lnTo>
                    <a:pt x="34" y="46"/>
                  </a:lnTo>
                  <a:cubicBezTo>
                    <a:pt x="12" y="125"/>
                    <a:pt x="0" y="204"/>
                    <a:pt x="0" y="290"/>
                  </a:cubicBezTo>
                  <a:cubicBezTo>
                    <a:pt x="0" y="471"/>
                    <a:pt x="46" y="630"/>
                    <a:pt x="63" y="630"/>
                  </a:cubicBezTo>
                  <a:cubicBezTo>
                    <a:pt x="85" y="630"/>
                    <a:pt x="85" y="420"/>
                    <a:pt x="85" y="352"/>
                  </a:cubicBezTo>
                  <a:cubicBezTo>
                    <a:pt x="80" y="256"/>
                    <a:pt x="85" y="159"/>
                    <a:pt x="102" y="63"/>
                  </a:cubicBezTo>
                  <a:cubicBezTo>
                    <a:pt x="108" y="34"/>
                    <a:pt x="114" y="12"/>
                    <a:pt x="1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0" name="Google Shape;8040;p60"/>
            <p:cNvSpPr/>
            <p:nvPr/>
          </p:nvSpPr>
          <p:spPr>
            <a:xfrm>
              <a:off x="5600150" y="3149750"/>
              <a:ext cx="38750" cy="15050"/>
            </a:xfrm>
            <a:custGeom>
              <a:avLst/>
              <a:gdLst/>
              <a:ahLst/>
              <a:cxnLst/>
              <a:rect l="l" t="t" r="r" b="b"/>
              <a:pathLst>
                <a:path w="1550" h="602" extrusionOk="0">
                  <a:moveTo>
                    <a:pt x="1249" y="0"/>
                  </a:moveTo>
                  <a:cubicBezTo>
                    <a:pt x="914" y="46"/>
                    <a:pt x="636" y="97"/>
                    <a:pt x="437" y="142"/>
                  </a:cubicBezTo>
                  <a:cubicBezTo>
                    <a:pt x="233" y="187"/>
                    <a:pt x="103" y="216"/>
                    <a:pt x="1" y="250"/>
                  </a:cubicBezTo>
                  <a:cubicBezTo>
                    <a:pt x="35" y="375"/>
                    <a:pt x="69" y="494"/>
                    <a:pt x="103" y="601"/>
                  </a:cubicBezTo>
                  <a:cubicBezTo>
                    <a:pt x="222" y="579"/>
                    <a:pt x="352" y="556"/>
                    <a:pt x="488" y="539"/>
                  </a:cubicBezTo>
                  <a:cubicBezTo>
                    <a:pt x="677" y="518"/>
                    <a:pt x="867" y="506"/>
                    <a:pt x="1057" y="506"/>
                  </a:cubicBezTo>
                  <a:cubicBezTo>
                    <a:pt x="1221" y="506"/>
                    <a:pt x="1386" y="515"/>
                    <a:pt x="1549" y="533"/>
                  </a:cubicBezTo>
                  <a:cubicBezTo>
                    <a:pt x="1538" y="465"/>
                    <a:pt x="1521" y="403"/>
                    <a:pt x="1498" y="346"/>
                  </a:cubicBezTo>
                  <a:cubicBezTo>
                    <a:pt x="1441" y="210"/>
                    <a:pt x="1356" y="97"/>
                    <a:pt x="12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1" name="Google Shape;8041;p60"/>
            <p:cNvSpPr/>
            <p:nvPr/>
          </p:nvSpPr>
          <p:spPr>
            <a:xfrm>
              <a:off x="5633625" y="3148750"/>
              <a:ext cx="8100" cy="13925"/>
            </a:xfrm>
            <a:custGeom>
              <a:avLst/>
              <a:gdLst/>
              <a:ahLst/>
              <a:cxnLst/>
              <a:rect l="l" t="t" r="r" b="b"/>
              <a:pathLst>
                <a:path w="324" h="557" extrusionOk="0">
                  <a:moveTo>
                    <a:pt x="0" y="0"/>
                  </a:moveTo>
                  <a:cubicBezTo>
                    <a:pt x="6" y="12"/>
                    <a:pt x="23" y="29"/>
                    <a:pt x="40" y="52"/>
                  </a:cubicBezTo>
                  <a:cubicBezTo>
                    <a:pt x="97" y="131"/>
                    <a:pt x="142" y="216"/>
                    <a:pt x="176" y="307"/>
                  </a:cubicBezTo>
                  <a:cubicBezTo>
                    <a:pt x="198" y="363"/>
                    <a:pt x="282" y="556"/>
                    <a:pt x="300" y="556"/>
                  </a:cubicBezTo>
                  <a:cubicBezTo>
                    <a:pt x="300" y="556"/>
                    <a:pt x="301" y="556"/>
                    <a:pt x="301" y="556"/>
                  </a:cubicBezTo>
                  <a:cubicBezTo>
                    <a:pt x="324" y="551"/>
                    <a:pt x="295" y="381"/>
                    <a:pt x="227" y="216"/>
                  </a:cubicBezTo>
                  <a:cubicBezTo>
                    <a:pt x="193" y="142"/>
                    <a:pt x="148" y="69"/>
                    <a:pt x="97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2" name="Google Shape;8042;p60"/>
            <p:cNvSpPr/>
            <p:nvPr/>
          </p:nvSpPr>
          <p:spPr>
            <a:xfrm>
              <a:off x="5652150" y="3214550"/>
              <a:ext cx="17650" cy="9125"/>
            </a:xfrm>
            <a:custGeom>
              <a:avLst/>
              <a:gdLst/>
              <a:ahLst/>
              <a:cxnLst/>
              <a:rect l="l" t="t" r="r" b="b"/>
              <a:pathLst>
                <a:path w="706" h="365" extrusionOk="0">
                  <a:moveTo>
                    <a:pt x="213" y="0"/>
                  </a:moveTo>
                  <a:cubicBezTo>
                    <a:pt x="105" y="0"/>
                    <a:pt x="1" y="97"/>
                    <a:pt x="36" y="227"/>
                  </a:cubicBezTo>
                  <a:cubicBezTo>
                    <a:pt x="59" y="319"/>
                    <a:pt x="135" y="365"/>
                    <a:pt x="211" y="365"/>
                  </a:cubicBezTo>
                  <a:cubicBezTo>
                    <a:pt x="289" y="365"/>
                    <a:pt x="368" y="317"/>
                    <a:pt x="388" y="222"/>
                  </a:cubicBezTo>
                  <a:cubicBezTo>
                    <a:pt x="507" y="193"/>
                    <a:pt x="615" y="136"/>
                    <a:pt x="706" y="57"/>
                  </a:cubicBezTo>
                  <a:cubicBezTo>
                    <a:pt x="649" y="44"/>
                    <a:pt x="591" y="36"/>
                    <a:pt x="533" y="36"/>
                  </a:cubicBezTo>
                  <a:cubicBezTo>
                    <a:pt x="470" y="36"/>
                    <a:pt x="408" y="45"/>
                    <a:pt x="348" y="63"/>
                  </a:cubicBezTo>
                  <a:cubicBezTo>
                    <a:pt x="310" y="19"/>
                    <a:pt x="261" y="0"/>
                    <a:pt x="2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3" name="Google Shape;8043;p60"/>
            <p:cNvSpPr/>
            <p:nvPr/>
          </p:nvSpPr>
          <p:spPr>
            <a:xfrm>
              <a:off x="5647375" y="3232275"/>
              <a:ext cx="53000" cy="17475"/>
            </a:xfrm>
            <a:custGeom>
              <a:avLst/>
              <a:gdLst/>
              <a:ahLst/>
              <a:cxnLst/>
              <a:rect l="l" t="t" r="r" b="b"/>
              <a:pathLst>
                <a:path w="2120" h="699" extrusionOk="0">
                  <a:moveTo>
                    <a:pt x="2023" y="1"/>
                  </a:moveTo>
                  <a:cubicBezTo>
                    <a:pt x="2009" y="1"/>
                    <a:pt x="1994" y="6"/>
                    <a:pt x="1980" y="17"/>
                  </a:cubicBezTo>
                  <a:cubicBezTo>
                    <a:pt x="1558" y="375"/>
                    <a:pt x="1029" y="566"/>
                    <a:pt x="488" y="566"/>
                  </a:cubicBezTo>
                  <a:cubicBezTo>
                    <a:pt x="359" y="566"/>
                    <a:pt x="231" y="555"/>
                    <a:pt x="103" y="534"/>
                  </a:cubicBezTo>
                  <a:cubicBezTo>
                    <a:pt x="97" y="532"/>
                    <a:pt x="92" y="532"/>
                    <a:pt x="87" y="532"/>
                  </a:cubicBezTo>
                  <a:cubicBezTo>
                    <a:pt x="10" y="532"/>
                    <a:pt x="0" y="648"/>
                    <a:pt x="80" y="664"/>
                  </a:cubicBezTo>
                  <a:cubicBezTo>
                    <a:pt x="216" y="687"/>
                    <a:pt x="346" y="698"/>
                    <a:pt x="483" y="698"/>
                  </a:cubicBezTo>
                  <a:cubicBezTo>
                    <a:pt x="1061" y="698"/>
                    <a:pt x="1623" y="494"/>
                    <a:pt x="2065" y="119"/>
                  </a:cubicBezTo>
                  <a:cubicBezTo>
                    <a:pt x="2119" y="74"/>
                    <a:pt x="2077" y="1"/>
                    <a:pt x="20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4" name="Google Shape;8044;p60"/>
            <p:cNvSpPr/>
            <p:nvPr/>
          </p:nvSpPr>
          <p:spPr>
            <a:xfrm>
              <a:off x="5652475" y="3230800"/>
              <a:ext cx="41300" cy="19100"/>
            </a:xfrm>
            <a:custGeom>
              <a:avLst/>
              <a:gdLst/>
              <a:ahLst/>
              <a:cxnLst/>
              <a:rect l="l" t="t" r="r" b="b"/>
              <a:pathLst>
                <a:path w="1652" h="764" extrusionOk="0">
                  <a:moveTo>
                    <a:pt x="854" y="1"/>
                  </a:moveTo>
                  <a:cubicBezTo>
                    <a:pt x="838" y="1"/>
                    <a:pt x="822" y="3"/>
                    <a:pt x="806" y="8"/>
                  </a:cubicBezTo>
                  <a:cubicBezTo>
                    <a:pt x="738" y="37"/>
                    <a:pt x="670" y="59"/>
                    <a:pt x="602" y="76"/>
                  </a:cubicBezTo>
                  <a:cubicBezTo>
                    <a:pt x="562" y="82"/>
                    <a:pt x="523" y="88"/>
                    <a:pt x="523" y="88"/>
                  </a:cubicBezTo>
                  <a:cubicBezTo>
                    <a:pt x="484" y="92"/>
                    <a:pt x="455" y="94"/>
                    <a:pt x="432" y="94"/>
                  </a:cubicBezTo>
                  <a:cubicBezTo>
                    <a:pt x="402" y="94"/>
                    <a:pt x="382" y="91"/>
                    <a:pt x="365" y="91"/>
                  </a:cubicBezTo>
                  <a:cubicBezTo>
                    <a:pt x="347" y="91"/>
                    <a:pt x="332" y="94"/>
                    <a:pt x="313" y="105"/>
                  </a:cubicBezTo>
                  <a:cubicBezTo>
                    <a:pt x="216" y="167"/>
                    <a:pt x="125" y="417"/>
                    <a:pt x="125" y="417"/>
                  </a:cubicBezTo>
                  <a:cubicBezTo>
                    <a:pt x="52" y="621"/>
                    <a:pt x="1" y="627"/>
                    <a:pt x="18" y="672"/>
                  </a:cubicBezTo>
                  <a:cubicBezTo>
                    <a:pt x="43" y="736"/>
                    <a:pt x="162" y="763"/>
                    <a:pt x="317" y="763"/>
                  </a:cubicBezTo>
                  <a:cubicBezTo>
                    <a:pt x="475" y="763"/>
                    <a:pt x="671" y="735"/>
                    <a:pt x="840" y="689"/>
                  </a:cubicBezTo>
                  <a:cubicBezTo>
                    <a:pt x="1266" y="581"/>
                    <a:pt x="1651" y="332"/>
                    <a:pt x="1629" y="269"/>
                  </a:cubicBezTo>
                  <a:cubicBezTo>
                    <a:pt x="1624" y="261"/>
                    <a:pt x="1615" y="259"/>
                    <a:pt x="1599" y="259"/>
                  </a:cubicBezTo>
                  <a:cubicBezTo>
                    <a:pt x="1582" y="259"/>
                    <a:pt x="1558" y="261"/>
                    <a:pt x="1526" y="261"/>
                  </a:cubicBezTo>
                  <a:cubicBezTo>
                    <a:pt x="1508" y="261"/>
                    <a:pt x="1487" y="260"/>
                    <a:pt x="1464" y="258"/>
                  </a:cubicBezTo>
                  <a:cubicBezTo>
                    <a:pt x="1150" y="232"/>
                    <a:pt x="1009" y="1"/>
                    <a:pt x="8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5" name="Google Shape;8045;p60"/>
            <p:cNvSpPr/>
            <p:nvPr/>
          </p:nvSpPr>
          <p:spPr>
            <a:xfrm>
              <a:off x="5668225" y="3252900"/>
              <a:ext cx="23275" cy="9750"/>
            </a:xfrm>
            <a:custGeom>
              <a:avLst/>
              <a:gdLst/>
              <a:ahLst/>
              <a:cxnLst/>
              <a:rect l="l" t="t" r="r" b="b"/>
              <a:pathLst>
                <a:path w="931" h="390" extrusionOk="0">
                  <a:moveTo>
                    <a:pt x="858" y="1"/>
                  </a:moveTo>
                  <a:cubicBezTo>
                    <a:pt x="844" y="1"/>
                    <a:pt x="829" y="5"/>
                    <a:pt x="817" y="15"/>
                  </a:cubicBezTo>
                  <a:cubicBezTo>
                    <a:pt x="602" y="162"/>
                    <a:pt x="352" y="247"/>
                    <a:pt x="91" y="259"/>
                  </a:cubicBezTo>
                  <a:cubicBezTo>
                    <a:pt x="0" y="259"/>
                    <a:pt x="0" y="389"/>
                    <a:pt x="91" y="389"/>
                  </a:cubicBezTo>
                  <a:cubicBezTo>
                    <a:pt x="182" y="389"/>
                    <a:pt x="267" y="378"/>
                    <a:pt x="352" y="355"/>
                  </a:cubicBezTo>
                  <a:cubicBezTo>
                    <a:pt x="545" y="315"/>
                    <a:pt x="732" y="236"/>
                    <a:pt x="891" y="123"/>
                  </a:cubicBezTo>
                  <a:cubicBezTo>
                    <a:pt x="925" y="100"/>
                    <a:pt x="931" y="60"/>
                    <a:pt x="908" y="26"/>
                  </a:cubicBezTo>
                  <a:cubicBezTo>
                    <a:pt x="898" y="10"/>
                    <a:pt x="878" y="1"/>
                    <a:pt x="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6" name="Google Shape;8046;p60"/>
            <p:cNvSpPr/>
            <p:nvPr/>
          </p:nvSpPr>
          <p:spPr>
            <a:xfrm>
              <a:off x="5714600" y="3369525"/>
              <a:ext cx="21000" cy="9950"/>
            </a:xfrm>
            <a:custGeom>
              <a:avLst/>
              <a:gdLst/>
              <a:ahLst/>
              <a:cxnLst/>
              <a:rect l="l" t="t" r="r" b="b"/>
              <a:pathLst>
                <a:path w="840" h="398" extrusionOk="0">
                  <a:moveTo>
                    <a:pt x="0" y="1"/>
                  </a:moveTo>
                  <a:lnTo>
                    <a:pt x="0" y="1"/>
                  </a:lnTo>
                  <a:cubicBezTo>
                    <a:pt x="11" y="24"/>
                    <a:pt x="113" y="324"/>
                    <a:pt x="369" y="387"/>
                  </a:cubicBezTo>
                  <a:cubicBezTo>
                    <a:pt x="398" y="394"/>
                    <a:pt x="427" y="398"/>
                    <a:pt x="456" y="398"/>
                  </a:cubicBezTo>
                  <a:cubicBezTo>
                    <a:pt x="604" y="398"/>
                    <a:pt x="749" y="304"/>
                    <a:pt x="840" y="14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242222">
                <a:alpha val="150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7" name="Google Shape;8047;p60"/>
            <p:cNvSpPr/>
            <p:nvPr/>
          </p:nvSpPr>
          <p:spPr>
            <a:xfrm>
              <a:off x="5642975" y="3387975"/>
              <a:ext cx="67675" cy="7125"/>
            </a:xfrm>
            <a:custGeom>
              <a:avLst/>
              <a:gdLst/>
              <a:ahLst/>
              <a:cxnLst/>
              <a:rect l="l" t="t" r="r" b="b"/>
              <a:pathLst>
                <a:path w="2707" h="285" extrusionOk="0">
                  <a:moveTo>
                    <a:pt x="2706" y="0"/>
                  </a:moveTo>
                  <a:lnTo>
                    <a:pt x="1577" y="51"/>
                  </a:lnTo>
                  <a:lnTo>
                    <a:pt x="1" y="12"/>
                  </a:lnTo>
                  <a:lnTo>
                    <a:pt x="1" y="12"/>
                  </a:lnTo>
                  <a:cubicBezTo>
                    <a:pt x="545" y="125"/>
                    <a:pt x="1090" y="210"/>
                    <a:pt x="1640" y="267"/>
                  </a:cubicBezTo>
                  <a:cubicBezTo>
                    <a:pt x="1712" y="278"/>
                    <a:pt x="1785" y="284"/>
                    <a:pt x="1857" y="284"/>
                  </a:cubicBezTo>
                  <a:cubicBezTo>
                    <a:pt x="2071" y="284"/>
                    <a:pt x="2283" y="235"/>
                    <a:pt x="2474" y="142"/>
                  </a:cubicBezTo>
                  <a:cubicBezTo>
                    <a:pt x="2559" y="102"/>
                    <a:pt x="2632" y="57"/>
                    <a:pt x="27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8" name="Google Shape;8048;p60"/>
            <p:cNvSpPr/>
            <p:nvPr/>
          </p:nvSpPr>
          <p:spPr>
            <a:xfrm>
              <a:off x="5736000" y="3383150"/>
              <a:ext cx="102700" cy="10100"/>
            </a:xfrm>
            <a:custGeom>
              <a:avLst/>
              <a:gdLst/>
              <a:ahLst/>
              <a:cxnLst/>
              <a:rect l="l" t="t" r="r" b="b"/>
              <a:pathLst>
                <a:path w="4108" h="404" extrusionOk="0">
                  <a:moveTo>
                    <a:pt x="4107" y="0"/>
                  </a:moveTo>
                  <a:lnTo>
                    <a:pt x="1719" y="142"/>
                  </a:lnTo>
                  <a:lnTo>
                    <a:pt x="1" y="171"/>
                  </a:lnTo>
                  <a:cubicBezTo>
                    <a:pt x="120" y="222"/>
                    <a:pt x="239" y="261"/>
                    <a:pt x="364" y="295"/>
                  </a:cubicBezTo>
                  <a:cubicBezTo>
                    <a:pt x="628" y="368"/>
                    <a:pt x="899" y="403"/>
                    <a:pt x="1171" y="403"/>
                  </a:cubicBezTo>
                  <a:cubicBezTo>
                    <a:pt x="1325" y="403"/>
                    <a:pt x="1480" y="392"/>
                    <a:pt x="1634" y="369"/>
                  </a:cubicBezTo>
                  <a:cubicBezTo>
                    <a:pt x="2740" y="244"/>
                    <a:pt x="3761" y="63"/>
                    <a:pt x="41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9" name="Google Shape;8049;p60"/>
            <p:cNvSpPr/>
            <p:nvPr/>
          </p:nvSpPr>
          <p:spPr>
            <a:xfrm>
              <a:off x="5657925" y="3241325"/>
              <a:ext cx="31450" cy="9400"/>
            </a:xfrm>
            <a:custGeom>
              <a:avLst/>
              <a:gdLst/>
              <a:ahLst/>
              <a:cxnLst/>
              <a:rect l="l" t="t" r="r" b="b"/>
              <a:pathLst>
                <a:path w="1258" h="376" extrusionOk="0">
                  <a:moveTo>
                    <a:pt x="1255" y="1"/>
                  </a:moveTo>
                  <a:cubicBezTo>
                    <a:pt x="1217" y="1"/>
                    <a:pt x="835" y="115"/>
                    <a:pt x="757" y="115"/>
                  </a:cubicBezTo>
                  <a:cubicBezTo>
                    <a:pt x="756" y="115"/>
                    <a:pt x="754" y="115"/>
                    <a:pt x="753" y="115"/>
                  </a:cubicBezTo>
                  <a:cubicBezTo>
                    <a:pt x="724" y="115"/>
                    <a:pt x="707" y="103"/>
                    <a:pt x="707" y="103"/>
                  </a:cubicBezTo>
                  <a:cubicBezTo>
                    <a:pt x="679" y="98"/>
                    <a:pt x="645" y="86"/>
                    <a:pt x="616" y="86"/>
                  </a:cubicBezTo>
                  <a:cubicBezTo>
                    <a:pt x="592" y="83"/>
                    <a:pt x="568" y="82"/>
                    <a:pt x="543" y="82"/>
                  </a:cubicBezTo>
                  <a:cubicBezTo>
                    <a:pt x="266" y="82"/>
                    <a:pt x="0" y="274"/>
                    <a:pt x="21" y="342"/>
                  </a:cubicBezTo>
                  <a:cubicBezTo>
                    <a:pt x="27" y="366"/>
                    <a:pt x="77" y="376"/>
                    <a:pt x="148" y="376"/>
                  </a:cubicBezTo>
                  <a:cubicBezTo>
                    <a:pt x="275" y="376"/>
                    <a:pt x="472" y="344"/>
                    <a:pt x="611" y="308"/>
                  </a:cubicBezTo>
                  <a:cubicBezTo>
                    <a:pt x="1014" y="206"/>
                    <a:pt x="1257" y="7"/>
                    <a:pt x="1257" y="1"/>
                  </a:cubicBezTo>
                  <a:cubicBezTo>
                    <a:pt x="1257" y="1"/>
                    <a:pt x="1256" y="1"/>
                    <a:pt x="1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0" name="Google Shape;8050;p60"/>
            <p:cNvSpPr/>
            <p:nvPr/>
          </p:nvSpPr>
          <p:spPr>
            <a:xfrm>
              <a:off x="5554075" y="3334225"/>
              <a:ext cx="350550" cy="464425"/>
            </a:xfrm>
            <a:custGeom>
              <a:avLst/>
              <a:gdLst/>
              <a:ahLst/>
              <a:cxnLst/>
              <a:rect l="l" t="t" r="r" b="b"/>
              <a:pathLst>
                <a:path w="14022" h="18577" extrusionOk="0">
                  <a:moveTo>
                    <a:pt x="9671" y="1"/>
                  </a:moveTo>
                  <a:cubicBezTo>
                    <a:pt x="8870" y="1403"/>
                    <a:pt x="7695" y="2082"/>
                    <a:pt x="6824" y="2082"/>
                  </a:cubicBezTo>
                  <a:cubicBezTo>
                    <a:pt x="6584" y="2082"/>
                    <a:pt x="6368" y="2030"/>
                    <a:pt x="6188" y="1929"/>
                  </a:cubicBezTo>
                  <a:cubicBezTo>
                    <a:pt x="5548" y="1566"/>
                    <a:pt x="5440" y="596"/>
                    <a:pt x="5417" y="296"/>
                  </a:cubicBezTo>
                  <a:lnTo>
                    <a:pt x="2320" y="1651"/>
                  </a:lnTo>
                  <a:cubicBezTo>
                    <a:pt x="2031" y="1889"/>
                    <a:pt x="1776" y="2162"/>
                    <a:pt x="1543" y="2457"/>
                  </a:cubicBezTo>
                  <a:cubicBezTo>
                    <a:pt x="1328" y="2746"/>
                    <a:pt x="1135" y="3058"/>
                    <a:pt x="976" y="3387"/>
                  </a:cubicBezTo>
                  <a:cubicBezTo>
                    <a:pt x="698" y="3926"/>
                    <a:pt x="369" y="4584"/>
                    <a:pt x="0" y="5344"/>
                  </a:cubicBezTo>
                  <a:lnTo>
                    <a:pt x="1225" y="5724"/>
                  </a:lnTo>
                  <a:cubicBezTo>
                    <a:pt x="1101" y="5973"/>
                    <a:pt x="420" y="7437"/>
                    <a:pt x="1106" y="8775"/>
                  </a:cubicBezTo>
                  <a:cubicBezTo>
                    <a:pt x="1248" y="9059"/>
                    <a:pt x="1441" y="9309"/>
                    <a:pt x="1668" y="9524"/>
                  </a:cubicBezTo>
                  <a:cubicBezTo>
                    <a:pt x="1509" y="12003"/>
                    <a:pt x="1350" y="14481"/>
                    <a:pt x="1191" y="16966"/>
                  </a:cubicBezTo>
                  <a:cubicBezTo>
                    <a:pt x="2348" y="17783"/>
                    <a:pt x="3687" y="18310"/>
                    <a:pt x="5094" y="18503"/>
                  </a:cubicBezTo>
                  <a:cubicBezTo>
                    <a:pt x="5475" y="18554"/>
                    <a:pt x="5847" y="18577"/>
                    <a:pt x="6206" y="18577"/>
                  </a:cubicBezTo>
                  <a:cubicBezTo>
                    <a:pt x="9139" y="18577"/>
                    <a:pt x="11269" y="17046"/>
                    <a:pt x="11810" y="16637"/>
                  </a:cubicBezTo>
                  <a:cubicBezTo>
                    <a:pt x="12547" y="13120"/>
                    <a:pt x="13284" y="9603"/>
                    <a:pt x="14022" y="6087"/>
                  </a:cubicBezTo>
                  <a:cubicBezTo>
                    <a:pt x="13505" y="4402"/>
                    <a:pt x="12995" y="2718"/>
                    <a:pt x="12479" y="1033"/>
                  </a:cubicBezTo>
                  <a:cubicBezTo>
                    <a:pt x="11492" y="834"/>
                    <a:pt x="10545" y="488"/>
                    <a:pt x="96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1" name="Google Shape;8051;p60"/>
            <p:cNvSpPr/>
            <p:nvPr/>
          </p:nvSpPr>
          <p:spPr>
            <a:xfrm>
              <a:off x="5727625" y="3399300"/>
              <a:ext cx="189200" cy="251450"/>
            </a:xfrm>
            <a:custGeom>
              <a:avLst/>
              <a:gdLst/>
              <a:ahLst/>
              <a:cxnLst/>
              <a:rect l="l" t="t" r="r" b="b"/>
              <a:pathLst>
                <a:path w="7568" h="10058" extrusionOk="0">
                  <a:moveTo>
                    <a:pt x="5636" y="1"/>
                  </a:moveTo>
                  <a:cubicBezTo>
                    <a:pt x="5285" y="1"/>
                    <a:pt x="4937" y="94"/>
                    <a:pt x="4629" y="268"/>
                  </a:cubicBezTo>
                  <a:cubicBezTo>
                    <a:pt x="3852" y="1810"/>
                    <a:pt x="3075" y="3353"/>
                    <a:pt x="2292" y="4890"/>
                  </a:cubicBezTo>
                  <a:cubicBezTo>
                    <a:pt x="1532" y="6405"/>
                    <a:pt x="767" y="7919"/>
                    <a:pt x="1" y="9439"/>
                  </a:cubicBezTo>
                  <a:lnTo>
                    <a:pt x="2735" y="10058"/>
                  </a:lnTo>
                  <a:cubicBezTo>
                    <a:pt x="3603" y="8957"/>
                    <a:pt x="4397" y="7806"/>
                    <a:pt x="5117" y="6603"/>
                  </a:cubicBezTo>
                  <a:cubicBezTo>
                    <a:pt x="5406" y="6116"/>
                    <a:pt x="5701" y="5594"/>
                    <a:pt x="5985" y="5049"/>
                  </a:cubicBezTo>
                  <a:cubicBezTo>
                    <a:pt x="6115" y="4800"/>
                    <a:pt x="6252" y="4539"/>
                    <a:pt x="6382" y="4278"/>
                  </a:cubicBezTo>
                  <a:cubicBezTo>
                    <a:pt x="6847" y="3331"/>
                    <a:pt x="7238" y="2417"/>
                    <a:pt x="7567" y="1544"/>
                  </a:cubicBezTo>
                  <a:cubicBezTo>
                    <a:pt x="7358" y="790"/>
                    <a:pt x="6779" y="211"/>
                    <a:pt x="6059" y="46"/>
                  </a:cubicBezTo>
                  <a:cubicBezTo>
                    <a:pt x="5919" y="16"/>
                    <a:pt x="5777" y="1"/>
                    <a:pt x="5636" y="1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2" name="Google Shape;8052;p60"/>
            <p:cNvSpPr/>
            <p:nvPr/>
          </p:nvSpPr>
          <p:spPr>
            <a:xfrm>
              <a:off x="5784925" y="3520550"/>
              <a:ext cx="92325" cy="43850"/>
            </a:xfrm>
            <a:custGeom>
              <a:avLst/>
              <a:gdLst/>
              <a:ahLst/>
              <a:cxnLst/>
              <a:rect l="l" t="t" r="r" b="b"/>
              <a:pathLst>
                <a:path w="3693" h="1754" extrusionOk="0">
                  <a:moveTo>
                    <a:pt x="1362" y="1"/>
                  </a:moveTo>
                  <a:cubicBezTo>
                    <a:pt x="908" y="12"/>
                    <a:pt x="454" y="23"/>
                    <a:pt x="0" y="40"/>
                  </a:cubicBezTo>
                  <a:lnTo>
                    <a:pt x="2825" y="1753"/>
                  </a:lnTo>
                  <a:cubicBezTo>
                    <a:pt x="3114" y="1266"/>
                    <a:pt x="3409" y="744"/>
                    <a:pt x="3693" y="199"/>
                  </a:cubicBezTo>
                  <a:cubicBezTo>
                    <a:pt x="2916" y="137"/>
                    <a:pt x="2139" y="69"/>
                    <a:pt x="1362" y="1"/>
                  </a:cubicBezTo>
                  <a:close/>
                </a:path>
              </a:pathLst>
            </a:custGeom>
            <a:solidFill>
              <a:srgbClr val="242222">
                <a:alpha val="150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3" name="Google Shape;8053;p60"/>
            <p:cNvSpPr/>
            <p:nvPr/>
          </p:nvSpPr>
          <p:spPr>
            <a:xfrm>
              <a:off x="5781950" y="3359525"/>
              <a:ext cx="143800" cy="195375"/>
            </a:xfrm>
            <a:custGeom>
              <a:avLst/>
              <a:gdLst/>
              <a:ahLst/>
              <a:cxnLst/>
              <a:rect l="l" t="t" r="r" b="b"/>
              <a:pathLst>
                <a:path w="5752" h="7815" extrusionOk="0">
                  <a:moveTo>
                    <a:pt x="3020" y="0"/>
                  </a:moveTo>
                  <a:cubicBezTo>
                    <a:pt x="2367" y="0"/>
                    <a:pt x="1873" y="220"/>
                    <a:pt x="1798" y="259"/>
                  </a:cubicBezTo>
                  <a:lnTo>
                    <a:pt x="0" y="6447"/>
                  </a:lnTo>
                  <a:lnTo>
                    <a:pt x="4912" y="7814"/>
                  </a:lnTo>
                  <a:lnTo>
                    <a:pt x="5752" y="2670"/>
                  </a:lnTo>
                  <a:cubicBezTo>
                    <a:pt x="5746" y="2590"/>
                    <a:pt x="5661" y="1065"/>
                    <a:pt x="4317" y="327"/>
                  </a:cubicBezTo>
                  <a:cubicBezTo>
                    <a:pt x="3865" y="80"/>
                    <a:pt x="3414" y="0"/>
                    <a:pt x="3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4" name="Google Shape;8054;p60"/>
            <p:cNvSpPr/>
            <p:nvPr/>
          </p:nvSpPr>
          <p:spPr>
            <a:xfrm>
              <a:off x="5651475" y="3238250"/>
              <a:ext cx="42850" cy="22825"/>
            </a:xfrm>
            <a:custGeom>
              <a:avLst/>
              <a:gdLst/>
              <a:ahLst/>
              <a:cxnLst/>
              <a:rect l="l" t="t" r="r" b="b"/>
              <a:pathLst>
                <a:path w="1714" h="913" extrusionOk="0">
                  <a:moveTo>
                    <a:pt x="1592" y="0"/>
                  </a:moveTo>
                  <a:cubicBezTo>
                    <a:pt x="1502" y="0"/>
                    <a:pt x="1245" y="231"/>
                    <a:pt x="738" y="312"/>
                  </a:cubicBezTo>
                  <a:cubicBezTo>
                    <a:pt x="612" y="331"/>
                    <a:pt x="502" y="335"/>
                    <a:pt x="411" y="335"/>
                  </a:cubicBezTo>
                  <a:cubicBezTo>
                    <a:pt x="320" y="335"/>
                    <a:pt x="246" y="331"/>
                    <a:pt x="190" y="331"/>
                  </a:cubicBezTo>
                  <a:cubicBezTo>
                    <a:pt x="117" y="331"/>
                    <a:pt x="73" y="338"/>
                    <a:pt x="58" y="374"/>
                  </a:cubicBezTo>
                  <a:cubicBezTo>
                    <a:pt x="1" y="504"/>
                    <a:pt x="347" y="901"/>
                    <a:pt x="738" y="913"/>
                  </a:cubicBezTo>
                  <a:cubicBezTo>
                    <a:pt x="742" y="913"/>
                    <a:pt x="746" y="913"/>
                    <a:pt x="750" y="913"/>
                  </a:cubicBezTo>
                  <a:cubicBezTo>
                    <a:pt x="1306" y="913"/>
                    <a:pt x="1713" y="112"/>
                    <a:pt x="1618" y="11"/>
                  </a:cubicBezTo>
                  <a:cubicBezTo>
                    <a:pt x="1611" y="4"/>
                    <a:pt x="1603" y="0"/>
                    <a:pt x="15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5" name="Google Shape;8055;p60"/>
            <p:cNvSpPr/>
            <p:nvPr/>
          </p:nvSpPr>
          <p:spPr>
            <a:xfrm>
              <a:off x="5783225" y="3408000"/>
              <a:ext cx="27725" cy="112025"/>
            </a:xfrm>
            <a:custGeom>
              <a:avLst/>
              <a:gdLst/>
              <a:ahLst/>
              <a:cxnLst/>
              <a:rect l="l" t="t" r="r" b="b"/>
              <a:pathLst>
                <a:path w="1109" h="4481" extrusionOk="0">
                  <a:moveTo>
                    <a:pt x="1029" y="1"/>
                  </a:moveTo>
                  <a:cubicBezTo>
                    <a:pt x="1002" y="1"/>
                    <a:pt x="977" y="16"/>
                    <a:pt x="970" y="50"/>
                  </a:cubicBezTo>
                  <a:lnTo>
                    <a:pt x="6" y="4401"/>
                  </a:lnTo>
                  <a:cubicBezTo>
                    <a:pt x="0" y="4440"/>
                    <a:pt x="29" y="4474"/>
                    <a:pt x="68" y="4480"/>
                  </a:cubicBezTo>
                  <a:cubicBezTo>
                    <a:pt x="97" y="4480"/>
                    <a:pt x="125" y="4457"/>
                    <a:pt x="131" y="4429"/>
                  </a:cubicBezTo>
                  <a:lnTo>
                    <a:pt x="1095" y="84"/>
                  </a:lnTo>
                  <a:cubicBezTo>
                    <a:pt x="1109" y="33"/>
                    <a:pt x="1068" y="1"/>
                    <a:pt x="10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6" name="Google Shape;8056;p60"/>
            <p:cNvSpPr/>
            <p:nvPr/>
          </p:nvSpPr>
          <p:spPr>
            <a:xfrm>
              <a:off x="5564700" y="3019000"/>
              <a:ext cx="243225" cy="227700"/>
            </a:xfrm>
            <a:custGeom>
              <a:avLst/>
              <a:gdLst/>
              <a:ahLst/>
              <a:cxnLst/>
              <a:rect l="l" t="t" r="r" b="b"/>
              <a:pathLst>
                <a:path w="9729" h="9108" extrusionOk="0">
                  <a:moveTo>
                    <a:pt x="4011" y="1"/>
                  </a:moveTo>
                  <a:cubicBezTo>
                    <a:pt x="2327" y="1"/>
                    <a:pt x="575" y="647"/>
                    <a:pt x="194" y="1833"/>
                  </a:cubicBezTo>
                  <a:cubicBezTo>
                    <a:pt x="1" y="2440"/>
                    <a:pt x="154" y="3217"/>
                    <a:pt x="596" y="3642"/>
                  </a:cubicBezTo>
                  <a:cubicBezTo>
                    <a:pt x="960" y="3994"/>
                    <a:pt x="1496" y="4074"/>
                    <a:pt x="2193" y="4074"/>
                  </a:cubicBezTo>
                  <a:cubicBezTo>
                    <a:pt x="2452" y="4074"/>
                    <a:pt x="2733" y="4063"/>
                    <a:pt x="3035" y="4050"/>
                  </a:cubicBezTo>
                  <a:cubicBezTo>
                    <a:pt x="3376" y="4039"/>
                    <a:pt x="3551" y="4011"/>
                    <a:pt x="4141" y="3948"/>
                  </a:cubicBezTo>
                  <a:cubicBezTo>
                    <a:pt x="4714" y="3880"/>
                    <a:pt x="5537" y="3795"/>
                    <a:pt x="6552" y="3704"/>
                  </a:cubicBezTo>
                  <a:cubicBezTo>
                    <a:pt x="6926" y="3892"/>
                    <a:pt x="7510" y="4255"/>
                    <a:pt x="7879" y="4907"/>
                  </a:cubicBezTo>
                  <a:cubicBezTo>
                    <a:pt x="8855" y="6643"/>
                    <a:pt x="7516" y="9008"/>
                    <a:pt x="7749" y="9104"/>
                  </a:cubicBezTo>
                  <a:cubicBezTo>
                    <a:pt x="7754" y="9106"/>
                    <a:pt x="7759" y="9107"/>
                    <a:pt x="7765" y="9107"/>
                  </a:cubicBezTo>
                  <a:cubicBezTo>
                    <a:pt x="7964" y="9107"/>
                    <a:pt x="8791" y="8027"/>
                    <a:pt x="9104" y="6540"/>
                  </a:cubicBezTo>
                  <a:cubicBezTo>
                    <a:pt x="9206" y="6075"/>
                    <a:pt x="9728" y="3574"/>
                    <a:pt x="8021" y="1674"/>
                  </a:cubicBezTo>
                  <a:cubicBezTo>
                    <a:pt x="6943" y="471"/>
                    <a:pt x="5576" y="188"/>
                    <a:pt x="5162" y="108"/>
                  </a:cubicBezTo>
                  <a:cubicBezTo>
                    <a:pt x="4794" y="36"/>
                    <a:pt x="4404" y="1"/>
                    <a:pt x="40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7" name="Google Shape;8057;p60"/>
            <p:cNvSpPr/>
            <p:nvPr/>
          </p:nvSpPr>
          <p:spPr>
            <a:xfrm>
              <a:off x="5743100" y="3138800"/>
              <a:ext cx="40725" cy="53800"/>
            </a:xfrm>
            <a:custGeom>
              <a:avLst/>
              <a:gdLst/>
              <a:ahLst/>
              <a:cxnLst/>
              <a:rect l="l" t="t" r="r" b="b"/>
              <a:pathLst>
                <a:path w="1629" h="2152" extrusionOk="0">
                  <a:moveTo>
                    <a:pt x="795" y="1"/>
                  </a:moveTo>
                  <a:cubicBezTo>
                    <a:pt x="787" y="1"/>
                    <a:pt x="779" y="1"/>
                    <a:pt x="772" y="1"/>
                  </a:cubicBezTo>
                  <a:cubicBezTo>
                    <a:pt x="335" y="18"/>
                    <a:pt x="0" y="518"/>
                    <a:pt x="23" y="1108"/>
                  </a:cubicBezTo>
                  <a:cubicBezTo>
                    <a:pt x="45" y="1692"/>
                    <a:pt x="407" y="2152"/>
                    <a:pt x="833" y="2152"/>
                  </a:cubicBezTo>
                  <a:cubicBezTo>
                    <a:pt x="841" y="2152"/>
                    <a:pt x="849" y="2151"/>
                    <a:pt x="857" y="2151"/>
                  </a:cubicBezTo>
                  <a:cubicBezTo>
                    <a:pt x="1293" y="2134"/>
                    <a:pt x="1628" y="1635"/>
                    <a:pt x="1605" y="1045"/>
                  </a:cubicBezTo>
                  <a:cubicBezTo>
                    <a:pt x="1583" y="460"/>
                    <a:pt x="1221" y="1"/>
                    <a:pt x="795" y="1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8" name="Google Shape;8058;p60"/>
            <p:cNvSpPr/>
            <p:nvPr/>
          </p:nvSpPr>
          <p:spPr>
            <a:xfrm>
              <a:off x="5753200" y="3178425"/>
              <a:ext cx="29200" cy="15725"/>
            </a:xfrm>
            <a:custGeom>
              <a:avLst/>
              <a:gdLst/>
              <a:ahLst/>
              <a:cxnLst/>
              <a:rect l="l" t="t" r="r" b="b"/>
              <a:pathLst>
                <a:path w="1168" h="629" extrusionOk="0">
                  <a:moveTo>
                    <a:pt x="1096" y="0"/>
                  </a:moveTo>
                  <a:cubicBezTo>
                    <a:pt x="1069" y="0"/>
                    <a:pt x="1044" y="13"/>
                    <a:pt x="1031" y="39"/>
                  </a:cubicBezTo>
                  <a:cubicBezTo>
                    <a:pt x="906" y="317"/>
                    <a:pt x="691" y="492"/>
                    <a:pt x="453" y="498"/>
                  </a:cubicBezTo>
                  <a:cubicBezTo>
                    <a:pt x="443" y="499"/>
                    <a:pt x="434" y="499"/>
                    <a:pt x="424" y="499"/>
                  </a:cubicBezTo>
                  <a:cubicBezTo>
                    <a:pt x="320" y="499"/>
                    <a:pt x="218" y="470"/>
                    <a:pt x="135" y="413"/>
                  </a:cubicBezTo>
                  <a:cubicBezTo>
                    <a:pt x="121" y="404"/>
                    <a:pt x="107" y="400"/>
                    <a:pt x="95" y="400"/>
                  </a:cubicBezTo>
                  <a:cubicBezTo>
                    <a:pt x="36" y="400"/>
                    <a:pt x="1" y="483"/>
                    <a:pt x="61" y="521"/>
                  </a:cubicBezTo>
                  <a:cubicBezTo>
                    <a:pt x="169" y="595"/>
                    <a:pt x="299" y="629"/>
                    <a:pt x="430" y="629"/>
                  </a:cubicBezTo>
                  <a:lnTo>
                    <a:pt x="458" y="629"/>
                  </a:lnTo>
                  <a:cubicBezTo>
                    <a:pt x="748" y="617"/>
                    <a:pt x="1008" y="419"/>
                    <a:pt x="1150" y="90"/>
                  </a:cubicBezTo>
                  <a:cubicBezTo>
                    <a:pt x="1167" y="61"/>
                    <a:pt x="1150" y="22"/>
                    <a:pt x="1122" y="5"/>
                  </a:cubicBezTo>
                  <a:cubicBezTo>
                    <a:pt x="1113" y="2"/>
                    <a:pt x="1105" y="0"/>
                    <a:pt x="10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9" name="Google Shape;8059;p60"/>
            <p:cNvSpPr/>
            <p:nvPr/>
          </p:nvSpPr>
          <p:spPr>
            <a:xfrm>
              <a:off x="5779950" y="3165550"/>
              <a:ext cx="5000" cy="12725"/>
            </a:xfrm>
            <a:custGeom>
              <a:avLst/>
              <a:gdLst/>
              <a:ahLst/>
              <a:cxnLst/>
              <a:rect l="l" t="t" r="r" b="b"/>
              <a:pathLst>
                <a:path w="200" h="509" extrusionOk="0">
                  <a:moveTo>
                    <a:pt x="132" y="1"/>
                  </a:moveTo>
                  <a:cubicBezTo>
                    <a:pt x="102" y="1"/>
                    <a:pt x="72" y="20"/>
                    <a:pt x="69" y="60"/>
                  </a:cubicBezTo>
                  <a:cubicBezTo>
                    <a:pt x="63" y="185"/>
                    <a:pt x="46" y="304"/>
                    <a:pt x="12" y="423"/>
                  </a:cubicBezTo>
                  <a:cubicBezTo>
                    <a:pt x="1" y="457"/>
                    <a:pt x="18" y="497"/>
                    <a:pt x="75" y="508"/>
                  </a:cubicBezTo>
                  <a:cubicBezTo>
                    <a:pt x="103" y="508"/>
                    <a:pt x="126" y="486"/>
                    <a:pt x="137" y="463"/>
                  </a:cubicBezTo>
                  <a:cubicBezTo>
                    <a:pt x="177" y="332"/>
                    <a:pt x="194" y="196"/>
                    <a:pt x="199" y="60"/>
                  </a:cubicBezTo>
                  <a:cubicBezTo>
                    <a:pt x="194" y="20"/>
                    <a:pt x="1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0" name="Google Shape;8060;p60"/>
            <p:cNvSpPr/>
            <p:nvPr/>
          </p:nvSpPr>
          <p:spPr>
            <a:xfrm>
              <a:off x="5753875" y="3137275"/>
              <a:ext cx="30925" cy="26400"/>
            </a:xfrm>
            <a:custGeom>
              <a:avLst/>
              <a:gdLst/>
              <a:ahLst/>
              <a:cxnLst/>
              <a:rect l="l" t="t" r="r" b="b"/>
              <a:pathLst>
                <a:path w="1237" h="1056" extrusionOk="0">
                  <a:moveTo>
                    <a:pt x="335" y="0"/>
                  </a:moveTo>
                  <a:cubicBezTo>
                    <a:pt x="233" y="6"/>
                    <a:pt x="136" y="28"/>
                    <a:pt x="46" y="79"/>
                  </a:cubicBezTo>
                  <a:cubicBezTo>
                    <a:pt x="12" y="96"/>
                    <a:pt x="0" y="136"/>
                    <a:pt x="17" y="170"/>
                  </a:cubicBezTo>
                  <a:cubicBezTo>
                    <a:pt x="29" y="189"/>
                    <a:pt x="51" y="201"/>
                    <a:pt x="74" y="201"/>
                  </a:cubicBezTo>
                  <a:cubicBezTo>
                    <a:pt x="86" y="201"/>
                    <a:pt x="97" y="198"/>
                    <a:pt x="108" y="193"/>
                  </a:cubicBezTo>
                  <a:cubicBezTo>
                    <a:pt x="187" y="153"/>
                    <a:pt x="272" y="131"/>
                    <a:pt x="363" y="131"/>
                  </a:cubicBezTo>
                  <a:cubicBezTo>
                    <a:pt x="726" y="131"/>
                    <a:pt x="1044" y="499"/>
                    <a:pt x="1101" y="998"/>
                  </a:cubicBezTo>
                  <a:cubicBezTo>
                    <a:pt x="1106" y="1032"/>
                    <a:pt x="1135" y="1055"/>
                    <a:pt x="1169" y="1055"/>
                  </a:cubicBezTo>
                  <a:lnTo>
                    <a:pt x="1174" y="1055"/>
                  </a:lnTo>
                  <a:cubicBezTo>
                    <a:pt x="1208" y="1049"/>
                    <a:pt x="1237" y="1015"/>
                    <a:pt x="1231" y="981"/>
                  </a:cubicBezTo>
                  <a:cubicBezTo>
                    <a:pt x="1163" y="414"/>
                    <a:pt x="789" y="0"/>
                    <a:pt x="3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1" name="Google Shape;8061;p60"/>
            <p:cNvSpPr/>
            <p:nvPr/>
          </p:nvSpPr>
          <p:spPr>
            <a:xfrm>
              <a:off x="5758125" y="3152100"/>
              <a:ext cx="12625" cy="28300"/>
            </a:xfrm>
            <a:custGeom>
              <a:avLst/>
              <a:gdLst/>
              <a:ahLst/>
              <a:cxnLst/>
              <a:rect l="l" t="t" r="r" b="b"/>
              <a:pathLst>
                <a:path w="505" h="1132" extrusionOk="0">
                  <a:moveTo>
                    <a:pt x="421" y="1"/>
                  </a:moveTo>
                  <a:cubicBezTo>
                    <a:pt x="397" y="1"/>
                    <a:pt x="374" y="13"/>
                    <a:pt x="363" y="42"/>
                  </a:cubicBezTo>
                  <a:lnTo>
                    <a:pt x="6" y="1041"/>
                  </a:lnTo>
                  <a:cubicBezTo>
                    <a:pt x="0" y="1075"/>
                    <a:pt x="12" y="1114"/>
                    <a:pt x="68" y="1131"/>
                  </a:cubicBezTo>
                  <a:cubicBezTo>
                    <a:pt x="97" y="1131"/>
                    <a:pt x="119" y="1114"/>
                    <a:pt x="131" y="1086"/>
                  </a:cubicBezTo>
                  <a:lnTo>
                    <a:pt x="483" y="88"/>
                  </a:lnTo>
                  <a:cubicBezTo>
                    <a:pt x="504" y="37"/>
                    <a:pt x="462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2" name="Google Shape;8062;p60"/>
            <p:cNvSpPr/>
            <p:nvPr/>
          </p:nvSpPr>
          <p:spPr>
            <a:xfrm>
              <a:off x="5756750" y="3154725"/>
              <a:ext cx="9350" cy="11075"/>
            </a:xfrm>
            <a:custGeom>
              <a:avLst/>
              <a:gdLst/>
              <a:ahLst/>
              <a:cxnLst/>
              <a:rect l="l" t="t" r="r" b="b"/>
              <a:pathLst>
                <a:path w="374" h="443" extrusionOk="0">
                  <a:moveTo>
                    <a:pt x="95" y="0"/>
                  </a:moveTo>
                  <a:cubicBezTo>
                    <a:pt x="47" y="0"/>
                    <a:pt x="1" y="57"/>
                    <a:pt x="44" y="107"/>
                  </a:cubicBezTo>
                  <a:lnTo>
                    <a:pt x="248" y="414"/>
                  </a:lnTo>
                  <a:cubicBezTo>
                    <a:pt x="260" y="431"/>
                    <a:pt x="277" y="442"/>
                    <a:pt x="299" y="442"/>
                  </a:cubicBezTo>
                  <a:cubicBezTo>
                    <a:pt x="311" y="442"/>
                    <a:pt x="322" y="436"/>
                    <a:pt x="333" y="431"/>
                  </a:cubicBezTo>
                  <a:cubicBezTo>
                    <a:pt x="367" y="414"/>
                    <a:pt x="373" y="368"/>
                    <a:pt x="356" y="340"/>
                  </a:cubicBezTo>
                  <a:lnTo>
                    <a:pt x="152" y="39"/>
                  </a:lnTo>
                  <a:cubicBezTo>
                    <a:pt x="138" y="11"/>
                    <a:pt x="116" y="0"/>
                    <a:pt x="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3" name="Google Shape;8063;p60"/>
            <p:cNvSpPr/>
            <p:nvPr/>
          </p:nvSpPr>
          <p:spPr>
            <a:xfrm>
              <a:off x="5304025" y="3392375"/>
              <a:ext cx="52125" cy="148150"/>
            </a:xfrm>
            <a:custGeom>
              <a:avLst/>
              <a:gdLst/>
              <a:ahLst/>
              <a:cxnLst/>
              <a:rect l="l" t="t" r="r" b="b"/>
              <a:pathLst>
                <a:path w="2085" h="5926" extrusionOk="0">
                  <a:moveTo>
                    <a:pt x="873" y="0"/>
                  </a:moveTo>
                  <a:cubicBezTo>
                    <a:pt x="562" y="0"/>
                    <a:pt x="235" y="1046"/>
                    <a:pt x="167" y="1912"/>
                  </a:cubicBezTo>
                  <a:cubicBezTo>
                    <a:pt x="1" y="3921"/>
                    <a:pt x="1115" y="5925"/>
                    <a:pt x="1580" y="5925"/>
                  </a:cubicBezTo>
                  <a:cubicBezTo>
                    <a:pt x="1592" y="5925"/>
                    <a:pt x="1603" y="5924"/>
                    <a:pt x="1613" y="5922"/>
                  </a:cubicBezTo>
                  <a:cubicBezTo>
                    <a:pt x="2084" y="5808"/>
                    <a:pt x="1857" y="3330"/>
                    <a:pt x="1591" y="1912"/>
                  </a:cubicBezTo>
                  <a:cubicBezTo>
                    <a:pt x="1471" y="1299"/>
                    <a:pt x="1228" y="6"/>
                    <a:pt x="876" y="0"/>
                  </a:cubicBezTo>
                  <a:cubicBezTo>
                    <a:pt x="875" y="0"/>
                    <a:pt x="874" y="0"/>
                    <a:pt x="8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4" name="Google Shape;8064;p60"/>
            <p:cNvSpPr/>
            <p:nvPr/>
          </p:nvSpPr>
          <p:spPr>
            <a:xfrm>
              <a:off x="5315275" y="3397750"/>
              <a:ext cx="20575" cy="62000"/>
            </a:xfrm>
            <a:custGeom>
              <a:avLst/>
              <a:gdLst/>
              <a:ahLst/>
              <a:cxnLst/>
              <a:rect l="l" t="t" r="r" b="b"/>
              <a:pathLst>
                <a:path w="823" h="2480" extrusionOk="0">
                  <a:moveTo>
                    <a:pt x="491" y="0"/>
                  </a:moveTo>
                  <a:cubicBezTo>
                    <a:pt x="292" y="0"/>
                    <a:pt x="1" y="720"/>
                    <a:pt x="17" y="1396"/>
                  </a:cubicBezTo>
                  <a:cubicBezTo>
                    <a:pt x="29" y="1898"/>
                    <a:pt x="209" y="2479"/>
                    <a:pt x="395" y="2479"/>
                  </a:cubicBezTo>
                  <a:cubicBezTo>
                    <a:pt x="396" y="2479"/>
                    <a:pt x="397" y="2479"/>
                    <a:pt x="398" y="2479"/>
                  </a:cubicBezTo>
                  <a:cubicBezTo>
                    <a:pt x="579" y="2479"/>
                    <a:pt x="738" y="1844"/>
                    <a:pt x="772" y="1396"/>
                  </a:cubicBezTo>
                  <a:cubicBezTo>
                    <a:pt x="823" y="789"/>
                    <a:pt x="698" y="18"/>
                    <a:pt x="500" y="1"/>
                  </a:cubicBezTo>
                  <a:cubicBezTo>
                    <a:pt x="497" y="0"/>
                    <a:pt x="494" y="0"/>
                    <a:pt x="4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5" name="Google Shape;8065;p60"/>
            <p:cNvSpPr/>
            <p:nvPr/>
          </p:nvSpPr>
          <p:spPr>
            <a:xfrm>
              <a:off x="5275575" y="3457325"/>
              <a:ext cx="54050" cy="109450"/>
            </a:xfrm>
            <a:custGeom>
              <a:avLst/>
              <a:gdLst/>
              <a:ahLst/>
              <a:cxnLst/>
              <a:rect l="l" t="t" r="r" b="b"/>
              <a:pathLst>
                <a:path w="2162" h="4378" extrusionOk="0">
                  <a:moveTo>
                    <a:pt x="564" y="0"/>
                  </a:moveTo>
                  <a:cubicBezTo>
                    <a:pt x="434" y="0"/>
                    <a:pt x="307" y="52"/>
                    <a:pt x="216" y="147"/>
                  </a:cubicBezTo>
                  <a:cubicBezTo>
                    <a:pt x="0" y="363"/>
                    <a:pt x="23" y="788"/>
                    <a:pt x="250" y="1463"/>
                  </a:cubicBezTo>
                  <a:cubicBezTo>
                    <a:pt x="700" y="2819"/>
                    <a:pt x="1710" y="4377"/>
                    <a:pt x="2061" y="4377"/>
                  </a:cubicBezTo>
                  <a:cubicBezTo>
                    <a:pt x="2077" y="4377"/>
                    <a:pt x="2091" y="4374"/>
                    <a:pt x="2105" y="4367"/>
                  </a:cubicBezTo>
                  <a:cubicBezTo>
                    <a:pt x="2161" y="4345"/>
                    <a:pt x="2156" y="4271"/>
                    <a:pt x="1407" y="1463"/>
                  </a:cubicBezTo>
                  <a:cubicBezTo>
                    <a:pt x="1208" y="726"/>
                    <a:pt x="1027" y="68"/>
                    <a:pt x="636" y="6"/>
                  </a:cubicBezTo>
                  <a:cubicBezTo>
                    <a:pt x="612" y="2"/>
                    <a:pt x="588" y="0"/>
                    <a:pt x="564" y="0"/>
                  </a:cubicBezTo>
                  <a:close/>
                </a:path>
              </a:pathLst>
            </a:custGeom>
            <a:solidFill>
              <a:srgbClr val="3B4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6" name="Google Shape;8066;p60"/>
            <p:cNvSpPr/>
            <p:nvPr/>
          </p:nvSpPr>
          <p:spPr>
            <a:xfrm>
              <a:off x="5369725" y="3443550"/>
              <a:ext cx="35900" cy="120575"/>
            </a:xfrm>
            <a:custGeom>
              <a:avLst/>
              <a:gdLst/>
              <a:ahLst/>
              <a:cxnLst/>
              <a:rect l="l" t="t" r="r" b="b"/>
              <a:pathLst>
                <a:path w="1436" h="4823" extrusionOk="0">
                  <a:moveTo>
                    <a:pt x="721" y="1"/>
                  </a:moveTo>
                  <a:cubicBezTo>
                    <a:pt x="324" y="1"/>
                    <a:pt x="1" y="1084"/>
                    <a:pt x="1" y="2411"/>
                  </a:cubicBezTo>
                  <a:cubicBezTo>
                    <a:pt x="1" y="3744"/>
                    <a:pt x="324" y="4822"/>
                    <a:pt x="721" y="4822"/>
                  </a:cubicBezTo>
                  <a:cubicBezTo>
                    <a:pt x="1112" y="4822"/>
                    <a:pt x="1436" y="3744"/>
                    <a:pt x="1436" y="2411"/>
                  </a:cubicBezTo>
                  <a:cubicBezTo>
                    <a:pt x="1436" y="1084"/>
                    <a:pt x="1112" y="1"/>
                    <a:pt x="721" y="1"/>
                  </a:cubicBezTo>
                  <a:close/>
                </a:path>
              </a:pathLst>
            </a:custGeom>
            <a:solidFill>
              <a:srgbClr val="3B4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7" name="Google Shape;8067;p60"/>
            <p:cNvSpPr/>
            <p:nvPr/>
          </p:nvSpPr>
          <p:spPr>
            <a:xfrm>
              <a:off x="5350875" y="3333375"/>
              <a:ext cx="49075" cy="141850"/>
            </a:xfrm>
            <a:custGeom>
              <a:avLst/>
              <a:gdLst/>
              <a:ahLst/>
              <a:cxnLst/>
              <a:rect l="l" t="t" r="r" b="b"/>
              <a:pathLst>
                <a:path w="1963" h="5674" extrusionOk="0">
                  <a:moveTo>
                    <a:pt x="939" y="1"/>
                  </a:moveTo>
                  <a:cubicBezTo>
                    <a:pt x="919" y="1"/>
                    <a:pt x="899" y="3"/>
                    <a:pt x="879" y="6"/>
                  </a:cubicBezTo>
                  <a:cubicBezTo>
                    <a:pt x="346" y="108"/>
                    <a:pt x="238" y="1594"/>
                    <a:pt x="159" y="2292"/>
                  </a:cubicBezTo>
                  <a:cubicBezTo>
                    <a:pt x="0" y="3682"/>
                    <a:pt x="97" y="5616"/>
                    <a:pt x="505" y="5673"/>
                  </a:cubicBezTo>
                  <a:cubicBezTo>
                    <a:pt x="509" y="5673"/>
                    <a:pt x="513" y="5674"/>
                    <a:pt x="517" y="5674"/>
                  </a:cubicBezTo>
                  <a:cubicBezTo>
                    <a:pt x="748" y="5674"/>
                    <a:pt x="741" y="4717"/>
                    <a:pt x="1600" y="2292"/>
                  </a:cubicBezTo>
                  <a:cubicBezTo>
                    <a:pt x="1753" y="1867"/>
                    <a:pt x="1963" y="1299"/>
                    <a:pt x="1724" y="738"/>
                  </a:cubicBezTo>
                  <a:cubicBezTo>
                    <a:pt x="1576" y="382"/>
                    <a:pt x="1238" y="1"/>
                    <a:pt x="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8" name="Google Shape;8068;p60"/>
            <p:cNvSpPr/>
            <p:nvPr/>
          </p:nvSpPr>
          <p:spPr>
            <a:xfrm>
              <a:off x="5342650" y="3459875"/>
              <a:ext cx="45100" cy="117000"/>
            </a:xfrm>
            <a:custGeom>
              <a:avLst/>
              <a:gdLst/>
              <a:ahLst/>
              <a:cxnLst/>
              <a:rect l="l" t="t" r="r" b="b"/>
              <a:pathLst>
                <a:path w="1804" h="4680" extrusionOk="0">
                  <a:moveTo>
                    <a:pt x="902" y="0"/>
                  </a:moveTo>
                  <a:cubicBezTo>
                    <a:pt x="409" y="0"/>
                    <a:pt x="0" y="1049"/>
                    <a:pt x="0" y="2337"/>
                  </a:cubicBezTo>
                  <a:cubicBezTo>
                    <a:pt x="0" y="3630"/>
                    <a:pt x="403" y="4680"/>
                    <a:pt x="902" y="4680"/>
                  </a:cubicBezTo>
                  <a:cubicBezTo>
                    <a:pt x="1401" y="4680"/>
                    <a:pt x="1804" y="3630"/>
                    <a:pt x="1804" y="2337"/>
                  </a:cubicBezTo>
                  <a:cubicBezTo>
                    <a:pt x="1804" y="1044"/>
                    <a:pt x="1401" y="0"/>
                    <a:pt x="9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9" name="Google Shape;8069;p60"/>
            <p:cNvSpPr/>
            <p:nvPr/>
          </p:nvSpPr>
          <p:spPr>
            <a:xfrm>
              <a:off x="5243375" y="3495975"/>
              <a:ext cx="73200" cy="101250"/>
            </a:xfrm>
            <a:custGeom>
              <a:avLst/>
              <a:gdLst/>
              <a:ahLst/>
              <a:cxnLst/>
              <a:rect l="l" t="t" r="r" b="b"/>
              <a:pathLst>
                <a:path w="2928" h="4050" extrusionOk="0">
                  <a:moveTo>
                    <a:pt x="504" y="1"/>
                  </a:moveTo>
                  <a:cubicBezTo>
                    <a:pt x="441" y="1"/>
                    <a:pt x="386" y="14"/>
                    <a:pt x="341" y="42"/>
                  </a:cubicBezTo>
                  <a:cubicBezTo>
                    <a:pt x="1" y="252"/>
                    <a:pt x="279" y="1296"/>
                    <a:pt x="454" y="1778"/>
                  </a:cubicBezTo>
                  <a:cubicBezTo>
                    <a:pt x="882" y="2962"/>
                    <a:pt x="1904" y="4050"/>
                    <a:pt x="2415" y="4050"/>
                  </a:cubicBezTo>
                  <a:cubicBezTo>
                    <a:pt x="2459" y="4050"/>
                    <a:pt x="2500" y="4041"/>
                    <a:pt x="2536" y="4024"/>
                  </a:cubicBezTo>
                  <a:cubicBezTo>
                    <a:pt x="2928" y="3831"/>
                    <a:pt x="2808" y="2578"/>
                    <a:pt x="2360" y="1681"/>
                  </a:cubicBezTo>
                  <a:cubicBezTo>
                    <a:pt x="1895" y="755"/>
                    <a:pt x="978" y="1"/>
                    <a:pt x="5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0" name="Google Shape;8070;p60"/>
            <p:cNvSpPr/>
            <p:nvPr/>
          </p:nvSpPr>
          <p:spPr>
            <a:xfrm>
              <a:off x="5241825" y="3441575"/>
              <a:ext cx="28250" cy="67225"/>
            </a:xfrm>
            <a:custGeom>
              <a:avLst/>
              <a:gdLst/>
              <a:ahLst/>
              <a:cxnLst/>
              <a:rect l="l" t="t" r="r" b="b"/>
              <a:pathLst>
                <a:path w="1130" h="2689" extrusionOk="0">
                  <a:moveTo>
                    <a:pt x="568" y="0"/>
                  </a:moveTo>
                  <a:cubicBezTo>
                    <a:pt x="256" y="0"/>
                    <a:pt x="0" y="602"/>
                    <a:pt x="0" y="1345"/>
                  </a:cubicBezTo>
                  <a:cubicBezTo>
                    <a:pt x="0" y="2088"/>
                    <a:pt x="256" y="2689"/>
                    <a:pt x="568" y="2689"/>
                  </a:cubicBezTo>
                  <a:cubicBezTo>
                    <a:pt x="880" y="2689"/>
                    <a:pt x="1129" y="2088"/>
                    <a:pt x="1129" y="1345"/>
                  </a:cubicBezTo>
                  <a:cubicBezTo>
                    <a:pt x="1129" y="602"/>
                    <a:pt x="880" y="0"/>
                    <a:pt x="5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1" name="Google Shape;8071;p60"/>
            <p:cNvSpPr/>
            <p:nvPr/>
          </p:nvSpPr>
          <p:spPr>
            <a:xfrm>
              <a:off x="5422475" y="3435475"/>
              <a:ext cx="34625" cy="148925"/>
            </a:xfrm>
            <a:custGeom>
              <a:avLst/>
              <a:gdLst/>
              <a:ahLst/>
              <a:cxnLst/>
              <a:rect l="l" t="t" r="r" b="b"/>
              <a:pathLst>
                <a:path w="1385" h="5957" extrusionOk="0">
                  <a:moveTo>
                    <a:pt x="693" y="0"/>
                  </a:moveTo>
                  <a:cubicBezTo>
                    <a:pt x="313" y="0"/>
                    <a:pt x="1" y="1333"/>
                    <a:pt x="1" y="2978"/>
                  </a:cubicBezTo>
                  <a:cubicBezTo>
                    <a:pt x="1" y="4623"/>
                    <a:pt x="313" y="5956"/>
                    <a:pt x="693" y="5956"/>
                  </a:cubicBezTo>
                  <a:cubicBezTo>
                    <a:pt x="1073" y="5956"/>
                    <a:pt x="1385" y="4623"/>
                    <a:pt x="1385" y="2978"/>
                  </a:cubicBezTo>
                  <a:cubicBezTo>
                    <a:pt x="1385" y="1339"/>
                    <a:pt x="1073" y="0"/>
                    <a:pt x="693" y="0"/>
                  </a:cubicBezTo>
                  <a:close/>
                </a:path>
              </a:pathLst>
            </a:custGeom>
            <a:solidFill>
              <a:srgbClr val="3B4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2" name="Google Shape;8072;p60"/>
            <p:cNvSpPr/>
            <p:nvPr/>
          </p:nvSpPr>
          <p:spPr>
            <a:xfrm>
              <a:off x="5426025" y="3354800"/>
              <a:ext cx="23700" cy="94875"/>
            </a:xfrm>
            <a:custGeom>
              <a:avLst/>
              <a:gdLst/>
              <a:ahLst/>
              <a:cxnLst/>
              <a:rect l="l" t="t" r="r" b="b"/>
              <a:pathLst>
                <a:path w="948" h="3795" extrusionOk="0">
                  <a:moveTo>
                    <a:pt x="471" y="0"/>
                  </a:moveTo>
                  <a:cubicBezTo>
                    <a:pt x="210" y="0"/>
                    <a:pt x="0" y="851"/>
                    <a:pt x="0" y="1900"/>
                  </a:cubicBezTo>
                  <a:cubicBezTo>
                    <a:pt x="0" y="2944"/>
                    <a:pt x="210" y="3795"/>
                    <a:pt x="471" y="3795"/>
                  </a:cubicBezTo>
                  <a:cubicBezTo>
                    <a:pt x="738" y="3795"/>
                    <a:pt x="948" y="2944"/>
                    <a:pt x="948" y="1900"/>
                  </a:cubicBezTo>
                  <a:cubicBezTo>
                    <a:pt x="948" y="851"/>
                    <a:pt x="738" y="0"/>
                    <a:pt x="4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3" name="Google Shape;8073;p60"/>
            <p:cNvSpPr/>
            <p:nvPr/>
          </p:nvSpPr>
          <p:spPr>
            <a:xfrm>
              <a:off x="5400650" y="3412775"/>
              <a:ext cx="32475" cy="96025"/>
            </a:xfrm>
            <a:custGeom>
              <a:avLst/>
              <a:gdLst/>
              <a:ahLst/>
              <a:cxnLst/>
              <a:rect l="l" t="t" r="r" b="b"/>
              <a:pathLst>
                <a:path w="1299" h="3841" extrusionOk="0">
                  <a:moveTo>
                    <a:pt x="647" y="1"/>
                  </a:moveTo>
                  <a:cubicBezTo>
                    <a:pt x="289" y="1"/>
                    <a:pt x="0" y="857"/>
                    <a:pt x="0" y="1918"/>
                  </a:cubicBezTo>
                  <a:cubicBezTo>
                    <a:pt x="0" y="2979"/>
                    <a:pt x="289" y="3841"/>
                    <a:pt x="647" y="3841"/>
                  </a:cubicBezTo>
                  <a:cubicBezTo>
                    <a:pt x="1010" y="3841"/>
                    <a:pt x="1299" y="2984"/>
                    <a:pt x="1299" y="1918"/>
                  </a:cubicBezTo>
                  <a:cubicBezTo>
                    <a:pt x="1299" y="857"/>
                    <a:pt x="1004" y="1"/>
                    <a:pt x="6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4" name="Google Shape;8074;p60"/>
            <p:cNvSpPr/>
            <p:nvPr/>
          </p:nvSpPr>
          <p:spPr>
            <a:xfrm>
              <a:off x="5489400" y="3418325"/>
              <a:ext cx="31075" cy="108625"/>
            </a:xfrm>
            <a:custGeom>
              <a:avLst/>
              <a:gdLst/>
              <a:ahLst/>
              <a:cxnLst/>
              <a:rect l="l" t="t" r="r" b="b"/>
              <a:pathLst>
                <a:path w="1243" h="4345" extrusionOk="0">
                  <a:moveTo>
                    <a:pt x="625" y="0"/>
                  </a:moveTo>
                  <a:cubicBezTo>
                    <a:pt x="279" y="0"/>
                    <a:pt x="1" y="970"/>
                    <a:pt x="1" y="2173"/>
                  </a:cubicBezTo>
                  <a:cubicBezTo>
                    <a:pt x="1" y="3375"/>
                    <a:pt x="279" y="4345"/>
                    <a:pt x="625" y="4345"/>
                  </a:cubicBezTo>
                  <a:cubicBezTo>
                    <a:pt x="965" y="4345"/>
                    <a:pt x="1243" y="3375"/>
                    <a:pt x="1243" y="2173"/>
                  </a:cubicBezTo>
                  <a:cubicBezTo>
                    <a:pt x="1243" y="970"/>
                    <a:pt x="965" y="0"/>
                    <a:pt x="6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5" name="Google Shape;8075;p60"/>
            <p:cNvSpPr/>
            <p:nvPr/>
          </p:nvSpPr>
          <p:spPr>
            <a:xfrm>
              <a:off x="5444875" y="3441725"/>
              <a:ext cx="30950" cy="108625"/>
            </a:xfrm>
            <a:custGeom>
              <a:avLst/>
              <a:gdLst/>
              <a:ahLst/>
              <a:cxnLst/>
              <a:rect l="l" t="t" r="r" b="b"/>
              <a:pathLst>
                <a:path w="1238" h="4345" extrusionOk="0">
                  <a:moveTo>
                    <a:pt x="619" y="0"/>
                  </a:moveTo>
                  <a:cubicBezTo>
                    <a:pt x="273" y="0"/>
                    <a:pt x="1" y="970"/>
                    <a:pt x="1" y="2172"/>
                  </a:cubicBezTo>
                  <a:cubicBezTo>
                    <a:pt x="1" y="3369"/>
                    <a:pt x="273" y="4345"/>
                    <a:pt x="619" y="4345"/>
                  </a:cubicBezTo>
                  <a:cubicBezTo>
                    <a:pt x="959" y="4345"/>
                    <a:pt x="1237" y="3369"/>
                    <a:pt x="1237" y="2172"/>
                  </a:cubicBezTo>
                  <a:cubicBezTo>
                    <a:pt x="1237" y="970"/>
                    <a:pt x="959" y="0"/>
                    <a:pt x="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6" name="Google Shape;8076;p60"/>
            <p:cNvSpPr/>
            <p:nvPr/>
          </p:nvSpPr>
          <p:spPr>
            <a:xfrm>
              <a:off x="5451825" y="3495450"/>
              <a:ext cx="31075" cy="108650"/>
            </a:xfrm>
            <a:custGeom>
              <a:avLst/>
              <a:gdLst/>
              <a:ahLst/>
              <a:cxnLst/>
              <a:rect l="l" t="t" r="r" b="b"/>
              <a:pathLst>
                <a:path w="1243" h="4346" extrusionOk="0">
                  <a:moveTo>
                    <a:pt x="625" y="1"/>
                  </a:moveTo>
                  <a:cubicBezTo>
                    <a:pt x="279" y="1"/>
                    <a:pt x="1" y="971"/>
                    <a:pt x="1" y="2173"/>
                  </a:cubicBezTo>
                  <a:cubicBezTo>
                    <a:pt x="1" y="3376"/>
                    <a:pt x="279" y="4346"/>
                    <a:pt x="625" y="4346"/>
                  </a:cubicBezTo>
                  <a:cubicBezTo>
                    <a:pt x="965" y="4346"/>
                    <a:pt x="1243" y="3376"/>
                    <a:pt x="1243" y="2173"/>
                  </a:cubicBezTo>
                  <a:cubicBezTo>
                    <a:pt x="1243" y="971"/>
                    <a:pt x="965" y="1"/>
                    <a:pt x="625" y="1"/>
                  </a:cubicBezTo>
                  <a:close/>
                </a:path>
              </a:pathLst>
            </a:custGeom>
            <a:solidFill>
              <a:srgbClr val="3B4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7" name="Google Shape;8077;p60"/>
            <p:cNvSpPr/>
            <p:nvPr/>
          </p:nvSpPr>
          <p:spPr>
            <a:xfrm>
              <a:off x="5452400" y="3379750"/>
              <a:ext cx="29950" cy="86650"/>
            </a:xfrm>
            <a:custGeom>
              <a:avLst/>
              <a:gdLst/>
              <a:ahLst/>
              <a:cxnLst/>
              <a:rect l="l" t="t" r="r" b="b"/>
              <a:pathLst>
                <a:path w="1198" h="3466" extrusionOk="0">
                  <a:moveTo>
                    <a:pt x="602" y="0"/>
                  </a:moveTo>
                  <a:cubicBezTo>
                    <a:pt x="267" y="0"/>
                    <a:pt x="0" y="777"/>
                    <a:pt x="0" y="1736"/>
                  </a:cubicBezTo>
                  <a:cubicBezTo>
                    <a:pt x="0" y="2689"/>
                    <a:pt x="267" y="3466"/>
                    <a:pt x="602" y="3466"/>
                  </a:cubicBezTo>
                  <a:cubicBezTo>
                    <a:pt x="931" y="3466"/>
                    <a:pt x="1197" y="2689"/>
                    <a:pt x="1197" y="1736"/>
                  </a:cubicBezTo>
                  <a:cubicBezTo>
                    <a:pt x="1197" y="777"/>
                    <a:pt x="931" y="0"/>
                    <a:pt x="602" y="0"/>
                  </a:cubicBezTo>
                  <a:close/>
                </a:path>
              </a:pathLst>
            </a:custGeom>
            <a:solidFill>
              <a:srgbClr val="3B4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8" name="Google Shape;8078;p60"/>
            <p:cNvSpPr/>
            <p:nvPr/>
          </p:nvSpPr>
          <p:spPr>
            <a:xfrm>
              <a:off x="5378225" y="3371250"/>
              <a:ext cx="31525" cy="67375"/>
            </a:xfrm>
            <a:custGeom>
              <a:avLst/>
              <a:gdLst/>
              <a:ahLst/>
              <a:cxnLst/>
              <a:rect l="l" t="t" r="r" b="b"/>
              <a:pathLst>
                <a:path w="1261" h="2695" extrusionOk="0">
                  <a:moveTo>
                    <a:pt x="630" y="0"/>
                  </a:moveTo>
                  <a:cubicBezTo>
                    <a:pt x="284" y="0"/>
                    <a:pt x="1" y="601"/>
                    <a:pt x="1" y="1344"/>
                  </a:cubicBezTo>
                  <a:cubicBezTo>
                    <a:pt x="1" y="2087"/>
                    <a:pt x="284" y="2694"/>
                    <a:pt x="630" y="2694"/>
                  </a:cubicBezTo>
                  <a:cubicBezTo>
                    <a:pt x="976" y="2694"/>
                    <a:pt x="1260" y="2093"/>
                    <a:pt x="1260" y="1344"/>
                  </a:cubicBezTo>
                  <a:cubicBezTo>
                    <a:pt x="1260" y="596"/>
                    <a:pt x="976" y="0"/>
                    <a:pt x="6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9" name="Google Shape;8079;p60"/>
            <p:cNvSpPr/>
            <p:nvPr/>
          </p:nvSpPr>
          <p:spPr>
            <a:xfrm>
              <a:off x="5454100" y="3477725"/>
              <a:ext cx="40575" cy="122525"/>
            </a:xfrm>
            <a:custGeom>
              <a:avLst/>
              <a:gdLst/>
              <a:ahLst/>
              <a:cxnLst/>
              <a:rect l="l" t="t" r="r" b="b"/>
              <a:pathLst>
                <a:path w="1623" h="4901" extrusionOk="0">
                  <a:moveTo>
                    <a:pt x="1063" y="1"/>
                  </a:moveTo>
                  <a:cubicBezTo>
                    <a:pt x="1062" y="1"/>
                    <a:pt x="1062" y="1"/>
                    <a:pt x="1061" y="1"/>
                  </a:cubicBezTo>
                  <a:cubicBezTo>
                    <a:pt x="987" y="1"/>
                    <a:pt x="863" y="103"/>
                    <a:pt x="528" y="1929"/>
                  </a:cubicBezTo>
                  <a:cubicBezTo>
                    <a:pt x="176" y="3863"/>
                    <a:pt x="0" y="4833"/>
                    <a:pt x="176" y="4896"/>
                  </a:cubicBezTo>
                  <a:cubicBezTo>
                    <a:pt x="186" y="4899"/>
                    <a:pt x="196" y="4901"/>
                    <a:pt x="207" y="4901"/>
                  </a:cubicBezTo>
                  <a:cubicBezTo>
                    <a:pt x="527" y="4901"/>
                    <a:pt x="1551" y="3518"/>
                    <a:pt x="1600" y="1929"/>
                  </a:cubicBezTo>
                  <a:cubicBezTo>
                    <a:pt x="1623" y="979"/>
                    <a:pt x="1301" y="1"/>
                    <a:pt x="10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0" name="Google Shape;8080;p60"/>
            <p:cNvSpPr/>
            <p:nvPr/>
          </p:nvSpPr>
          <p:spPr>
            <a:xfrm>
              <a:off x="5428575" y="3490350"/>
              <a:ext cx="40425" cy="122525"/>
            </a:xfrm>
            <a:custGeom>
              <a:avLst/>
              <a:gdLst/>
              <a:ahLst/>
              <a:cxnLst/>
              <a:rect l="l" t="t" r="r" b="b"/>
              <a:pathLst>
                <a:path w="1617" h="4901" extrusionOk="0">
                  <a:moveTo>
                    <a:pt x="1058" y="1"/>
                  </a:moveTo>
                  <a:cubicBezTo>
                    <a:pt x="1057" y="1"/>
                    <a:pt x="1056" y="1"/>
                    <a:pt x="1055" y="1"/>
                  </a:cubicBezTo>
                  <a:cubicBezTo>
                    <a:pt x="982" y="1"/>
                    <a:pt x="857" y="103"/>
                    <a:pt x="522" y="1929"/>
                  </a:cubicBezTo>
                  <a:cubicBezTo>
                    <a:pt x="176" y="3863"/>
                    <a:pt x="0" y="4828"/>
                    <a:pt x="171" y="4896"/>
                  </a:cubicBezTo>
                  <a:cubicBezTo>
                    <a:pt x="180" y="4899"/>
                    <a:pt x="190" y="4901"/>
                    <a:pt x="202" y="4901"/>
                  </a:cubicBezTo>
                  <a:cubicBezTo>
                    <a:pt x="521" y="4901"/>
                    <a:pt x="1545" y="3513"/>
                    <a:pt x="1594" y="1929"/>
                  </a:cubicBezTo>
                  <a:cubicBezTo>
                    <a:pt x="1617" y="979"/>
                    <a:pt x="1296" y="1"/>
                    <a:pt x="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1" name="Google Shape;8081;p60"/>
            <p:cNvSpPr/>
            <p:nvPr/>
          </p:nvSpPr>
          <p:spPr>
            <a:xfrm>
              <a:off x="5393975" y="3496025"/>
              <a:ext cx="35050" cy="118150"/>
            </a:xfrm>
            <a:custGeom>
              <a:avLst/>
              <a:gdLst/>
              <a:ahLst/>
              <a:cxnLst/>
              <a:rect l="l" t="t" r="r" b="b"/>
              <a:pathLst>
                <a:path w="1402" h="4726" extrusionOk="0">
                  <a:moveTo>
                    <a:pt x="704" y="0"/>
                  </a:moveTo>
                  <a:cubicBezTo>
                    <a:pt x="312" y="0"/>
                    <a:pt x="0" y="1055"/>
                    <a:pt x="0" y="2360"/>
                  </a:cubicBezTo>
                  <a:cubicBezTo>
                    <a:pt x="0" y="3665"/>
                    <a:pt x="312" y="4725"/>
                    <a:pt x="704" y="4725"/>
                  </a:cubicBezTo>
                  <a:cubicBezTo>
                    <a:pt x="1090" y="4725"/>
                    <a:pt x="1401" y="3665"/>
                    <a:pt x="1401" y="2360"/>
                  </a:cubicBezTo>
                  <a:cubicBezTo>
                    <a:pt x="1401" y="1055"/>
                    <a:pt x="1090" y="0"/>
                    <a:pt x="704" y="0"/>
                  </a:cubicBezTo>
                  <a:close/>
                </a:path>
              </a:pathLst>
            </a:custGeom>
            <a:solidFill>
              <a:srgbClr val="3B4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2" name="Google Shape;8082;p60"/>
            <p:cNvSpPr/>
            <p:nvPr/>
          </p:nvSpPr>
          <p:spPr>
            <a:xfrm>
              <a:off x="5415525" y="3504675"/>
              <a:ext cx="35050" cy="118150"/>
            </a:xfrm>
            <a:custGeom>
              <a:avLst/>
              <a:gdLst/>
              <a:ahLst/>
              <a:cxnLst/>
              <a:rect l="l" t="t" r="r" b="b"/>
              <a:pathLst>
                <a:path w="1402" h="4726" extrusionOk="0">
                  <a:moveTo>
                    <a:pt x="704" y="0"/>
                  </a:moveTo>
                  <a:cubicBezTo>
                    <a:pt x="318" y="0"/>
                    <a:pt x="1" y="1061"/>
                    <a:pt x="1" y="2366"/>
                  </a:cubicBezTo>
                  <a:cubicBezTo>
                    <a:pt x="1" y="3670"/>
                    <a:pt x="318" y="4725"/>
                    <a:pt x="704" y="4725"/>
                  </a:cubicBezTo>
                  <a:cubicBezTo>
                    <a:pt x="1090" y="4725"/>
                    <a:pt x="1402" y="3670"/>
                    <a:pt x="1402" y="2366"/>
                  </a:cubicBezTo>
                  <a:cubicBezTo>
                    <a:pt x="1402" y="1055"/>
                    <a:pt x="1090" y="0"/>
                    <a:pt x="7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3" name="Google Shape;8083;p60"/>
            <p:cNvSpPr/>
            <p:nvPr/>
          </p:nvSpPr>
          <p:spPr>
            <a:xfrm>
              <a:off x="5438225" y="3504950"/>
              <a:ext cx="35050" cy="118150"/>
            </a:xfrm>
            <a:custGeom>
              <a:avLst/>
              <a:gdLst/>
              <a:ahLst/>
              <a:cxnLst/>
              <a:rect l="l" t="t" r="r" b="b"/>
              <a:pathLst>
                <a:path w="1402" h="4726" extrusionOk="0">
                  <a:moveTo>
                    <a:pt x="698" y="1"/>
                  </a:moveTo>
                  <a:cubicBezTo>
                    <a:pt x="312" y="1"/>
                    <a:pt x="0" y="1061"/>
                    <a:pt x="0" y="2366"/>
                  </a:cubicBezTo>
                  <a:cubicBezTo>
                    <a:pt x="0" y="3671"/>
                    <a:pt x="312" y="4726"/>
                    <a:pt x="698" y="4726"/>
                  </a:cubicBezTo>
                  <a:cubicBezTo>
                    <a:pt x="1089" y="4726"/>
                    <a:pt x="1401" y="3671"/>
                    <a:pt x="1401" y="2366"/>
                  </a:cubicBezTo>
                  <a:cubicBezTo>
                    <a:pt x="1401" y="1061"/>
                    <a:pt x="1089" y="1"/>
                    <a:pt x="6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4" name="Google Shape;8084;p60"/>
            <p:cNvSpPr/>
            <p:nvPr/>
          </p:nvSpPr>
          <p:spPr>
            <a:xfrm>
              <a:off x="5455650" y="3517300"/>
              <a:ext cx="35050" cy="118150"/>
            </a:xfrm>
            <a:custGeom>
              <a:avLst/>
              <a:gdLst/>
              <a:ahLst/>
              <a:cxnLst/>
              <a:rect l="l" t="t" r="r" b="b"/>
              <a:pathLst>
                <a:path w="1402" h="4726" extrusionOk="0">
                  <a:moveTo>
                    <a:pt x="698" y="0"/>
                  </a:moveTo>
                  <a:cubicBezTo>
                    <a:pt x="313" y="0"/>
                    <a:pt x="1" y="1061"/>
                    <a:pt x="1" y="2366"/>
                  </a:cubicBezTo>
                  <a:cubicBezTo>
                    <a:pt x="1" y="3670"/>
                    <a:pt x="313" y="4725"/>
                    <a:pt x="698" y="4725"/>
                  </a:cubicBezTo>
                  <a:cubicBezTo>
                    <a:pt x="1084" y="4725"/>
                    <a:pt x="1402" y="3670"/>
                    <a:pt x="1402" y="2366"/>
                  </a:cubicBezTo>
                  <a:cubicBezTo>
                    <a:pt x="1402" y="1061"/>
                    <a:pt x="1084" y="0"/>
                    <a:pt x="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5" name="Google Shape;8085;p60"/>
            <p:cNvSpPr/>
            <p:nvPr/>
          </p:nvSpPr>
          <p:spPr>
            <a:xfrm>
              <a:off x="5357400" y="3510200"/>
              <a:ext cx="35050" cy="118150"/>
            </a:xfrm>
            <a:custGeom>
              <a:avLst/>
              <a:gdLst/>
              <a:ahLst/>
              <a:cxnLst/>
              <a:rect l="l" t="t" r="r" b="b"/>
              <a:pathLst>
                <a:path w="1402" h="4726" extrusionOk="0">
                  <a:moveTo>
                    <a:pt x="698" y="1"/>
                  </a:moveTo>
                  <a:cubicBezTo>
                    <a:pt x="312" y="1"/>
                    <a:pt x="0" y="1056"/>
                    <a:pt x="0" y="2360"/>
                  </a:cubicBezTo>
                  <a:cubicBezTo>
                    <a:pt x="0" y="3671"/>
                    <a:pt x="312" y="4726"/>
                    <a:pt x="698" y="4726"/>
                  </a:cubicBezTo>
                  <a:cubicBezTo>
                    <a:pt x="1083" y="4726"/>
                    <a:pt x="1401" y="3671"/>
                    <a:pt x="1401" y="2360"/>
                  </a:cubicBezTo>
                  <a:cubicBezTo>
                    <a:pt x="1401" y="1056"/>
                    <a:pt x="1083" y="1"/>
                    <a:pt x="6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6" name="Google Shape;8086;p60"/>
            <p:cNvSpPr/>
            <p:nvPr/>
          </p:nvSpPr>
          <p:spPr>
            <a:xfrm>
              <a:off x="5319525" y="3501550"/>
              <a:ext cx="53200" cy="124400"/>
            </a:xfrm>
            <a:custGeom>
              <a:avLst/>
              <a:gdLst/>
              <a:ahLst/>
              <a:cxnLst/>
              <a:rect l="l" t="t" r="r" b="b"/>
              <a:pathLst>
                <a:path w="2128" h="4976" extrusionOk="0">
                  <a:moveTo>
                    <a:pt x="1061" y="1"/>
                  </a:moveTo>
                  <a:cubicBezTo>
                    <a:pt x="477" y="1"/>
                    <a:pt x="1" y="1118"/>
                    <a:pt x="1" y="2491"/>
                  </a:cubicBezTo>
                  <a:cubicBezTo>
                    <a:pt x="1" y="3863"/>
                    <a:pt x="477" y="4975"/>
                    <a:pt x="1061" y="4975"/>
                  </a:cubicBezTo>
                  <a:cubicBezTo>
                    <a:pt x="1646" y="4975"/>
                    <a:pt x="2128" y="3863"/>
                    <a:pt x="2128" y="2491"/>
                  </a:cubicBezTo>
                  <a:cubicBezTo>
                    <a:pt x="2128" y="1112"/>
                    <a:pt x="1646" y="1"/>
                    <a:pt x="1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7" name="Google Shape;8087;p60"/>
            <p:cNvSpPr/>
            <p:nvPr/>
          </p:nvSpPr>
          <p:spPr>
            <a:xfrm>
              <a:off x="5286200" y="3512325"/>
              <a:ext cx="53200" cy="124400"/>
            </a:xfrm>
            <a:custGeom>
              <a:avLst/>
              <a:gdLst/>
              <a:ahLst/>
              <a:cxnLst/>
              <a:rect l="l" t="t" r="r" b="b"/>
              <a:pathLst>
                <a:path w="2128" h="4976" extrusionOk="0">
                  <a:moveTo>
                    <a:pt x="1061" y="1"/>
                  </a:moveTo>
                  <a:cubicBezTo>
                    <a:pt x="477" y="1"/>
                    <a:pt x="1" y="1118"/>
                    <a:pt x="1" y="2491"/>
                  </a:cubicBezTo>
                  <a:cubicBezTo>
                    <a:pt x="1" y="3863"/>
                    <a:pt x="477" y="4975"/>
                    <a:pt x="1061" y="4975"/>
                  </a:cubicBezTo>
                  <a:cubicBezTo>
                    <a:pt x="1651" y="4975"/>
                    <a:pt x="2128" y="3863"/>
                    <a:pt x="2128" y="2491"/>
                  </a:cubicBezTo>
                  <a:cubicBezTo>
                    <a:pt x="2128" y="1112"/>
                    <a:pt x="1651" y="1"/>
                    <a:pt x="1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8" name="Google Shape;8088;p60"/>
            <p:cNvSpPr/>
            <p:nvPr/>
          </p:nvSpPr>
          <p:spPr>
            <a:xfrm>
              <a:off x="5374825" y="3526925"/>
              <a:ext cx="30800" cy="97450"/>
            </a:xfrm>
            <a:custGeom>
              <a:avLst/>
              <a:gdLst/>
              <a:ahLst/>
              <a:cxnLst/>
              <a:rect l="l" t="t" r="r" b="b"/>
              <a:pathLst>
                <a:path w="1232" h="3898" extrusionOk="0">
                  <a:moveTo>
                    <a:pt x="619" y="1"/>
                  </a:moveTo>
                  <a:cubicBezTo>
                    <a:pt x="279" y="1"/>
                    <a:pt x="1" y="874"/>
                    <a:pt x="1" y="1947"/>
                  </a:cubicBezTo>
                  <a:cubicBezTo>
                    <a:pt x="1" y="3024"/>
                    <a:pt x="279" y="3898"/>
                    <a:pt x="619" y="3898"/>
                  </a:cubicBezTo>
                  <a:cubicBezTo>
                    <a:pt x="959" y="3898"/>
                    <a:pt x="1232" y="3024"/>
                    <a:pt x="1232" y="1947"/>
                  </a:cubicBezTo>
                  <a:cubicBezTo>
                    <a:pt x="1232" y="874"/>
                    <a:pt x="959" y="1"/>
                    <a:pt x="6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9" name="Google Shape;8089;p60"/>
            <p:cNvSpPr/>
            <p:nvPr/>
          </p:nvSpPr>
          <p:spPr>
            <a:xfrm>
              <a:off x="5299400" y="3456025"/>
              <a:ext cx="30800" cy="97300"/>
            </a:xfrm>
            <a:custGeom>
              <a:avLst/>
              <a:gdLst/>
              <a:ahLst/>
              <a:cxnLst/>
              <a:rect l="l" t="t" r="r" b="b"/>
              <a:pathLst>
                <a:path w="1232" h="3892" extrusionOk="0">
                  <a:moveTo>
                    <a:pt x="613" y="1"/>
                  </a:moveTo>
                  <a:cubicBezTo>
                    <a:pt x="272" y="1"/>
                    <a:pt x="0" y="869"/>
                    <a:pt x="0" y="1946"/>
                  </a:cubicBezTo>
                  <a:cubicBezTo>
                    <a:pt x="0" y="3018"/>
                    <a:pt x="272" y="3892"/>
                    <a:pt x="613" y="3892"/>
                  </a:cubicBezTo>
                  <a:cubicBezTo>
                    <a:pt x="953" y="3892"/>
                    <a:pt x="1231" y="3018"/>
                    <a:pt x="1231" y="1946"/>
                  </a:cubicBezTo>
                  <a:cubicBezTo>
                    <a:pt x="1231" y="869"/>
                    <a:pt x="953" y="1"/>
                    <a:pt x="6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0" name="Google Shape;8090;p60"/>
            <p:cNvSpPr/>
            <p:nvPr/>
          </p:nvSpPr>
          <p:spPr>
            <a:xfrm>
              <a:off x="5330600" y="3446825"/>
              <a:ext cx="30775" cy="97300"/>
            </a:xfrm>
            <a:custGeom>
              <a:avLst/>
              <a:gdLst/>
              <a:ahLst/>
              <a:cxnLst/>
              <a:rect l="l" t="t" r="r" b="b"/>
              <a:pathLst>
                <a:path w="1231" h="3892" extrusionOk="0">
                  <a:moveTo>
                    <a:pt x="618" y="0"/>
                  </a:moveTo>
                  <a:cubicBezTo>
                    <a:pt x="278" y="0"/>
                    <a:pt x="0" y="868"/>
                    <a:pt x="0" y="1946"/>
                  </a:cubicBezTo>
                  <a:cubicBezTo>
                    <a:pt x="0" y="3018"/>
                    <a:pt x="278" y="3891"/>
                    <a:pt x="618" y="3891"/>
                  </a:cubicBezTo>
                  <a:cubicBezTo>
                    <a:pt x="959" y="3891"/>
                    <a:pt x="1231" y="3018"/>
                    <a:pt x="1231" y="1946"/>
                  </a:cubicBezTo>
                  <a:cubicBezTo>
                    <a:pt x="1231" y="868"/>
                    <a:pt x="959" y="0"/>
                    <a:pt x="6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1" name="Google Shape;8091;p60"/>
            <p:cNvSpPr/>
            <p:nvPr/>
          </p:nvSpPr>
          <p:spPr>
            <a:xfrm>
              <a:off x="5309875" y="3511050"/>
              <a:ext cx="30800" cy="97300"/>
            </a:xfrm>
            <a:custGeom>
              <a:avLst/>
              <a:gdLst/>
              <a:ahLst/>
              <a:cxnLst/>
              <a:rect l="l" t="t" r="r" b="b"/>
              <a:pathLst>
                <a:path w="1232" h="3892" extrusionOk="0">
                  <a:moveTo>
                    <a:pt x="614" y="1"/>
                  </a:moveTo>
                  <a:cubicBezTo>
                    <a:pt x="273" y="1"/>
                    <a:pt x="1" y="874"/>
                    <a:pt x="1" y="1946"/>
                  </a:cubicBezTo>
                  <a:cubicBezTo>
                    <a:pt x="1" y="3024"/>
                    <a:pt x="273" y="3892"/>
                    <a:pt x="614" y="3892"/>
                  </a:cubicBezTo>
                  <a:cubicBezTo>
                    <a:pt x="954" y="3892"/>
                    <a:pt x="1232" y="3024"/>
                    <a:pt x="1232" y="1946"/>
                  </a:cubicBezTo>
                  <a:cubicBezTo>
                    <a:pt x="1232" y="874"/>
                    <a:pt x="954" y="1"/>
                    <a:pt x="6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2" name="Google Shape;8092;p60"/>
            <p:cNvSpPr/>
            <p:nvPr/>
          </p:nvSpPr>
          <p:spPr>
            <a:xfrm>
              <a:off x="5264925" y="3430225"/>
              <a:ext cx="30800" cy="97450"/>
            </a:xfrm>
            <a:custGeom>
              <a:avLst/>
              <a:gdLst/>
              <a:ahLst/>
              <a:cxnLst/>
              <a:rect l="l" t="t" r="r" b="b"/>
              <a:pathLst>
                <a:path w="1232" h="3898" extrusionOk="0">
                  <a:moveTo>
                    <a:pt x="613" y="1"/>
                  </a:moveTo>
                  <a:cubicBezTo>
                    <a:pt x="273" y="1"/>
                    <a:pt x="1" y="874"/>
                    <a:pt x="1" y="1952"/>
                  </a:cubicBezTo>
                  <a:cubicBezTo>
                    <a:pt x="1" y="3024"/>
                    <a:pt x="273" y="3897"/>
                    <a:pt x="613" y="3897"/>
                  </a:cubicBezTo>
                  <a:cubicBezTo>
                    <a:pt x="954" y="3897"/>
                    <a:pt x="1232" y="3024"/>
                    <a:pt x="1232" y="1952"/>
                  </a:cubicBezTo>
                  <a:cubicBezTo>
                    <a:pt x="1232" y="874"/>
                    <a:pt x="954" y="1"/>
                    <a:pt x="6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3" name="Google Shape;8093;p60"/>
            <p:cNvSpPr/>
            <p:nvPr/>
          </p:nvSpPr>
          <p:spPr>
            <a:xfrm>
              <a:off x="5367025" y="3401025"/>
              <a:ext cx="30800" cy="97300"/>
            </a:xfrm>
            <a:custGeom>
              <a:avLst/>
              <a:gdLst/>
              <a:ahLst/>
              <a:cxnLst/>
              <a:rect l="l" t="t" r="r" b="b"/>
              <a:pathLst>
                <a:path w="1232" h="3892" extrusionOk="0">
                  <a:moveTo>
                    <a:pt x="619" y="0"/>
                  </a:moveTo>
                  <a:cubicBezTo>
                    <a:pt x="279" y="0"/>
                    <a:pt x="1" y="868"/>
                    <a:pt x="1" y="1946"/>
                  </a:cubicBezTo>
                  <a:cubicBezTo>
                    <a:pt x="1" y="3018"/>
                    <a:pt x="279" y="3891"/>
                    <a:pt x="619" y="3891"/>
                  </a:cubicBezTo>
                  <a:cubicBezTo>
                    <a:pt x="959" y="3891"/>
                    <a:pt x="1232" y="3018"/>
                    <a:pt x="1232" y="1946"/>
                  </a:cubicBezTo>
                  <a:cubicBezTo>
                    <a:pt x="1232" y="868"/>
                    <a:pt x="959" y="0"/>
                    <a:pt x="6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4" name="Google Shape;8094;p60"/>
            <p:cNvSpPr/>
            <p:nvPr/>
          </p:nvSpPr>
          <p:spPr>
            <a:xfrm>
              <a:off x="5390300" y="3415900"/>
              <a:ext cx="21575" cy="68100"/>
            </a:xfrm>
            <a:custGeom>
              <a:avLst/>
              <a:gdLst/>
              <a:ahLst/>
              <a:cxnLst/>
              <a:rect l="l" t="t" r="r" b="b"/>
              <a:pathLst>
                <a:path w="863" h="2724" extrusionOk="0">
                  <a:moveTo>
                    <a:pt x="431" y="1"/>
                  </a:moveTo>
                  <a:cubicBezTo>
                    <a:pt x="193" y="1"/>
                    <a:pt x="0" y="613"/>
                    <a:pt x="0" y="1362"/>
                  </a:cubicBezTo>
                  <a:cubicBezTo>
                    <a:pt x="0" y="2116"/>
                    <a:pt x="193" y="2723"/>
                    <a:pt x="431" y="2723"/>
                  </a:cubicBezTo>
                  <a:cubicBezTo>
                    <a:pt x="669" y="2723"/>
                    <a:pt x="862" y="2116"/>
                    <a:pt x="862" y="1362"/>
                  </a:cubicBezTo>
                  <a:cubicBezTo>
                    <a:pt x="862" y="613"/>
                    <a:pt x="669" y="1"/>
                    <a:pt x="4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5" name="Google Shape;8095;p60"/>
            <p:cNvSpPr/>
            <p:nvPr/>
          </p:nvSpPr>
          <p:spPr>
            <a:xfrm>
              <a:off x="5438925" y="3407550"/>
              <a:ext cx="21575" cy="68075"/>
            </a:xfrm>
            <a:custGeom>
              <a:avLst/>
              <a:gdLst/>
              <a:ahLst/>
              <a:cxnLst/>
              <a:rect l="l" t="t" r="r" b="b"/>
              <a:pathLst>
                <a:path w="863" h="2723" extrusionOk="0">
                  <a:moveTo>
                    <a:pt x="432" y="0"/>
                  </a:moveTo>
                  <a:cubicBezTo>
                    <a:pt x="193" y="0"/>
                    <a:pt x="1" y="607"/>
                    <a:pt x="1" y="1361"/>
                  </a:cubicBezTo>
                  <a:cubicBezTo>
                    <a:pt x="1" y="2116"/>
                    <a:pt x="193" y="2723"/>
                    <a:pt x="432" y="2723"/>
                  </a:cubicBezTo>
                  <a:cubicBezTo>
                    <a:pt x="670" y="2723"/>
                    <a:pt x="863" y="2116"/>
                    <a:pt x="863" y="1361"/>
                  </a:cubicBezTo>
                  <a:cubicBezTo>
                    <a:pt x="863" y="607"/>
                    <a:pt x="670" y="0"/>
                    <a:pt x="4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6" name="Google Shape;8096;p60"/>
            <p:cNvSpPr/>
            <p:nvPr/>
          </p:nvSpPr>
          <p:spPr>
            <a:xfrm>
              <a:off x="5279125" y="3555450"/>
              <a:ext cx="30775" cy="97300"/>
            </a:xfrm>
            <a:custGeom>
              <a:avLst/>
              <a:gdLst/>
              <a:ahLst/>
              <a:cxnLst/>
              <a:rect l="l" t="t" r="r" b="b"/>
              <a:pathLst>
                <a:path w="1231" h="3892" extrusionOk="0">
                  <a:moveTo>
                    <a:pt x="613" y="0"/>
                  </a:moveTo>
                  <a:cubicBezTo>
                    <a:pt x="272" y="0"/>
                    <a:pt x="0" y="874"/>
                    <a:pt x="0" y="1946"/>
                  </a:cubicBezTo>
                  <a:cubicBezTo>
                    <a:pt x="0" y="3023"/>
                    <a:pt x="272" y="3891"/>
                    <a:pt x="613" y="3891"/>
                  </a:cubicBezTo>
                  <a:cubicBezTo>
                    <a:pt x="953" y="3891"/>
                    <a:pt x="1231" y="3023"/>
                    <a:pt x="1231" y="1946"/>
                  </a:cubicBezTo>
                  <a:cubicBezTo>
                    <a:pt x="1231" y="874"/>
                    <a:pt x="953" y="0"/>
                    <a:pt x="6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7" name="Google Shape;8097;p60"/>
            <p:cNvSpPr/>
            <p:nvPr/>
          </p:nvSpPr>
          <p:spPr>
            <a:xfrm>
              <a:off x="5211475" y="3523000"/>
              <a:ext cx="99150" cy="114575"/>
            </a:xfrm>
            <a:custGeom>
              <a:avLst/>
              <a:gdLst/>
              <a:ahLst/>
              <a:cxnLst/>
              <a:rect l="l" t="t" r="r" b="b"/>
              <a:pathLst>
                <a:path w="3966" h="4583" extrusionOk="0">
                  <a:moveTo>
                    <a:pt x="383" y="1"/>
                  </a:moveTo>
                  <a:cubicBezTo>
                    <a:pt x="336" y="1"/>
                    <a:pt x="299" y="11"/>
                    <a:pt x="273" y="33"/>
                  </a:cubicBezTo>
                  <a:cubicBezTo>
                    <a:pt x="1" y="260"/>
                    <a:pt x="829" y="1684"/>
                    <a:pt x="1379" y="2455"/>
                  </a:cubicBezTo>
                  <a:cubicBezTo>
                    <a:pt x="2117" y="3492"/>
                    <a:pt x="3224" y="4583"/>
                    <a:pt x="3625" y="4583"/>
                  </a:cubicBezTo>
                  <a:cubicBezTo>
                    <a:pt x="3659" y="4583"/>
                    <a:pt x="3687" y="4575"/>
                    <a:pt x="3710" y="4560"/>
                  </a:cubicBezTo>
                  <a:cubicBezTo>
                    <a:pt x="3965" y="4384"/>
                    <a:pt x="3517" y="3221"/>
                    <a:pt x="3035" y="2421"/>
                  </a:cubicBezTo>
                  <a:cubicBezTo>
                    <a:pt x="2205" y="1040"/>
                    <a:pt x="842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8" name="Google Shape;8098;p60"/>
            <p:cNvSpPr/>
            <p:nvPr/>
          </p:nvSpPr>
          <p:spPr>
            <a:xfrm>
              <a:off x="5516500" y="3508775"/>
              <a:ext cx="27950" cy="121000"/>
            </a:xfrm>
            <a:custGeom>
              <a:avLst/>
              <a:gdLst/>
              <a:ahLst/>
              <a:cxnLst/>
              <a:rect l="l" t="t" r="r" b="b"/>
              <a:pathLst>
                <a:path w="1118" h="4840" extrusionOk="0">
                  <a:moveTo>
                    <a:pt x="556" y="1"/>
                  </a:moveTo>
                  <a:cubicBezTo>
                    <a:pt x="250" y="1"/>
                    <a:pt x="0" y="1084"/>
                    <a:pt x="0" y="2423"/>
                  </a:cubicBezTo>
                  <a:cubicBezTo>
                    <a:pt x="0" y="3756"/>
                    <a:pt x="250" y="4839"/>
                    <a:pt x="556" y="4839"/>
                  </a:cubicBezTo>
                  <a:cubicBezTo>
                    <a:pt x="868" y="4839"/>
                    <a:pt x="1118" y="3756"/>
                    <a:pt x="1118" y="2423"/>
                  </a:cubicBezTo>
                  <a:cubicBezTo>
                    <a:pt x="1118" y="1084"/>
                    <a:pt x="868" y="1"/>
                    <a:pt x="556" y="1"/>
                  </a:cubicBezTo>
                  <a:close/>
                </a:path>
              </a:pathLst>
            </a:custGeom>
            <a:solidFill>
              <a:srgbClr val="3B4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9" name="Google Shape;8099;p60"/>
            <p:cNvSpPr/>
            <p:nvPr/>
          </p:nvSpPr>
          <p:spPr>
            <a:xfrm>
              <a:off x="5471400" y="3526925"/>
              <a:ext cx="37175" cy="99025"/>
            </a:xfrm>
            <a:custGeom>
              <a:avLst/>
              <a:gdLst/>
              <a:ahLst/>
              <a:cxnLst/>
              <a:rect l="l" t="t" r="r" b="b"/>
              <a:pathLst>
                <a:path w="1487" h="3961" extrusionOk="0">
                  <a:moveTo>
                    <a:pt x="743" y="1"/>
                  </a:moveTo>
                  <a:cubicBezTo>
                    <a:pt x="329" y="1"/>
                    <a:pt x="0" y="886"/>
                    <a:pt x="0" y="1981"/>
                  </a:cubicBezTo>
                  <a:cubicBezTo>
                    <a:pt x="0" y="3075"/>
                    <a:pt x="329" y="3960"/>
                    <a:pt x="743" y="3960"/>
                  </a:cubicBezTo>
                  <a:cubicBezTo>
                    <a:pt x="1152" y="3960"/>
                    <a:pt x="1487" y="3075"/>
                    <a:pt x="1487" y="1981"/>
                  </a:cubicBezTo>
                  <a:cubicBezTo>
                    <a:pt x="1487" y="892"/>
                    <a:pt x="1158" y="1"/>
                    <a:pt x="743" y="1"/>
                  </a:cubicBezTo>
                  <a:close/>
                </a:path>
              </a:pathLst>
            </a:custGeom>
            <a:solidFill>
              <a:srgbClr val="3B4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0" name="Google Shape;8100;p60"/>
            <p:cNvSpPr/>
            <p:nvPr/>
          </p:nvSpPr>
          <p:spPr>
            <a:xfrm>
              <a:off x="5500050" y="3519850"/>
              <a:ext cx="37300" cy="98850"/>
            </a:xfrm>
            <a:custGeom>
              <a:avLst/>
              <a:gdLst/>
              <a:ahLst/>
              <a:cxnLst/>
              <a:rect l="l" t="t" r="r" b="b"/>
              <a:pathLst>
                <a:path w="1492" h="3954" extrusionOk="0">
                  <a:moveTo>
                    <a:pt x="743" y="0"/>
                  </a:moveTo>
                  <a:cubicBezTo>
                    <a:pt x="335" y="0"/>
                    <a:pt x="0" y="885"/>
                    <a:pt x="0" y="1980"/>
                  </a:cubicBezTo>
                  <a:cubicBezTo>
                    <a:pt x="0" y="3069"/>
                    <a:pt x="335" y="3954"/>
                    <a:pt x="743" y="3954"/>
                  </a:cubicBezTo>
                  <a:cubicBezTo>
                    <a:pt x="1157" y="3954"/>
                    <a:pt x="1492" y="3069"/>
                    <a:pt x="1492" y="1980"/>
                  </a:cubicBezTo>
                  <a:cubicBezTo>
                    <a:pt x="1492" y="885"/>
                    <a:pt x="1157" y="0"/>
                    <a:pt x="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1" name="Google Shape;8101;p60"/>
            <p:cNvSpPr/>
            <p:nvPr/>
          </p:nvSpPr>
          <p:spPr>
            <a:xfrm>
              <a:off x="5489975" y="3490925"/>
              <a:ext cx="37175" cy="99000"/>
            </a:xfrm>
            <a:custGeom>
              <a:avLst/>
              <a:gdLst/>
              <a:ahLst/>
              <a:cxnLst/>
              <a:rect l="l" t="t" r="r" b="b"/>
              <a:pathLst>
                <a:path w="1487" h="3960" extrusionOk="0">
                  <a:moveTo>
                    <a:pt x="744" y="0"/>
                  </a:moveTo>
                  <a:cubicBezTo>
                    <a:pt x="335" y="0"/>
                    <a:pt x="0" y="891"/>
                    <a:pt x="0" y="1980"/>
                  </a:cubicBezTo>
                  <a:cubicBezTo>
                    <a:pt x="0" y="3075"/>
                    <a:pt x="335" y="3959"/>
                    <a:pt x="744" y="3959"/>
                  </a:cubicBezTo>
                  <a:cubicBezTo>
                    <a:pt x="1158" y="3959"/>
                    <a:pt x="1487" y="3075"/>
                    <a:pt x="1487" y="1980"/>
                  </a:cubicBezTo>
                  <a:cubicBezTo>
                    <a:pt x="1487" y="891"/>
                    <a:pt x="1158" y="0"/>
                    <a:pt x="744" y="0"/>
                  </a:cubicBezTo>
                  <a:close/>
                </a:path>
              </a:pathLst>
            </a:custGeom>
            <a:solidFill>
              <a:srgbClr val="3B49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2" name="Google Shape;8102;p60"/>
            <p:cNvSpPr/>
            <p:nvPr/>
          </p:nvSpPr>
          <p:spPr>
            <a:xfrm>
              <a:off x="5504300" y="3410925"/>
              <a:ext cx="64125" cy="105875"/>
            </a:xfrm>
            <a:custGeom>
              <a:avLst/>
              <a:gdLst/>
              <a:ahLst/>
              <a:cxnLst/>
              <a:rect l="l" t="t" r="r" b="b"/>
              <a:pathLst>
                <a:path w="2565" h="4235" extrusionOk="0">
                  <a:moveTo>
                    <a:pt x="2002" y="0"/>
                  </a:moveTo>
                  <a:cubicBezTo>
                    <a:pt x="1876" y="0"/>
                    <a:pt x="1751" y="284"/>
                    <a:pt x="641" y="2712"/>
                  </a:cubicBezTo>
                  <a:cubicBezTo>
                    <a:pt x="102" y="3898"/>
                    <a:pt x="0" y="4125"/>
                    <a:pt x="91" y="4204"/>
                  </a:cubicBezTo>
                  <a:cubicBezTo>
                    <a:pt x="114" y="4224"/>
                    <a:pt x="149" y="4234"/>
                    <a:pt x="194" y="4234"/>
                  </a:cubicBezTo>
                  <a:cubicBezTo>
                    <a:pt x="565" y="4234"/>
                    <a:pt x="1604" y="3557"/>
                    <a:pt x="2065" y="2514"/>
                  </a:cubicBezTo>
                  <a:cubicBezTo>
                    <a:pt x="2564" y="1397"/>
                    <a:pt x="2315" y="58"/>
                    <a:pt x="2014" y="1"/>
                  </a:cubicBezTo>
                  <a:cubicBezTo>
                    <a:pt x="2010" y="1"/>
                    <a:pt x="2006" y="0"/>
                    <a:pt x="2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3" name="Google Shape;8103;p60"/>
            <p:cNvSpPr/>
            <p:nvPr/>
          </p:nvSpPr>
          <p:spPr>
            <a:xfrm>
              <a:off x="5529100" y="3482975"/>
              <a:ext cx="89800" cy="66800"/>
            </a:xfrm>
            <a:custGeom>
              <a:avLst/>
              <a:gdLst/>
              <a:ahLst/>
              <a:cxnLst/>
              <a:rect l="l" t="t" r="r" b="b"/>
              <a:pathLst>
                <a:path w="3592" h="2672" extrusionOk="0">
                  <a:moveTo>
                    <a:pt x="3134" y="0"/>
                  </a:moveTo>
                  <a:cubicBezTo>
                    <a:pt x="2843" y="0"/>
                    <a:pt x="2393" y="212"/>
                    <a:pt x="2224" y="290"/>
                  </a:cubicBezTo>
                  <a:cubicBezTo>
                    <a:pt x="971" y="885"/>
                    <a:pt x="1" y="2213"/>
                    <a:pt x="262" y="2564"/>
                  </a:cubicBezTo>
                  <a:cubicBezTo>
                    <a:pt x="315" y="2638"/>
                    <a:pt x="424" y="2671"/>
                    <a:pt x="567" y="2671"/>
                  </a:cubicBezTo>
                  <a:cubicBezTo>
                    <a:pt x="988" y="2671"/>
                    <a:pt x="1709" y="2386"/>
                    <a:pt x="2224" y="1997"/>
                  </a:cubicBezTo>
                  <a:cubicBezTo>
                    <a:pt x="3036" y="1390"/>
                    <a:pt x="3591" y="347"/>
                    <a:pt x="3347" y="74"/>
                  </a:cubicBezTo>
                  <a:cubicBezTo>
                    <a:pt x="3301" y="21"/>
                    <a:pt x="3225" y="0"/>
                    <a:pt x="3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4" name="Google Shape;8104;p60"/>
            <p:cNvSpPr/>
            <p:nvPr/>
          </p:nvSpPr>
          <p:spPr>
            <a:xfrm>
              <a:off x="5514925" y="3544125"/>
              <a:ext cx="103825" cy="60800"/>
            </a:xfrm>
            <a:custGeom>
              <a:avLst/>
              <a:gdLst/>
              <a:ahLst/>
              <a:cxnLst/>
              <a:rect l="l" t="t" r="r" b="b"/>
              <a:pathLst>
                <a:path w="4153" h="2432" extrusionOk="0">
                  <a:moveTo>
                    <a:pt x="3605" y="1"/>
                  </a:moveTo>
                  <a:cubicBezTo>
                    <a:pt x="3407" y="1"/>
                    <a:pt x="3074" y="97"/>
                    <a:pt x="2468" y="436"/>
                  </a:cubicBezTo>
                  <a:cubicBezTo>
                    <a:pt x="1345" y="1071"/>
                    <a:pt x="1" y="2132"/>
                    <a:pt x="165" y="2393"/>
                  </a:cubicBezTo>
                  <a:cubicBezTo>
                    <a:pt x="181" y="2419"/>
                    <a:pt x="207" y="2431"/>
                    <a:pt x="248" y="2431"/>
                  </a:cubicBezTo>
                  <a:cubicBezTo>
                    <a:pt x="447" y="2431"/>
                    <a:pt x="1002" y="2146"/>
                    <a:pt x="2468" y="1775"/>
                  </a:cubicBezTo>
                  <a:cubicBezTo>
                    <a:pt x="3336" y="1553"/>
                    <a:pt x="3773" y="1491"/>
                    <a:pt x="3971" y="1105"/>
                  </a:cubicBezTo>
                  <a:cubicBezTo>
                    <a:pt x="4153" y="765"/>
                    <a:pt x="4102" y="249"/>
                    <a:pt x="3835" y="67"/>
                  </a:cubicBezTo>
                  <a:cubicBezTo>
                    <a:pt x="3786" y="32"/>
                    <a:pt x="3717" y="1"/>
                    <a:pt x="36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5" name="Google Shape;8105;p60"/>
            <p:cNvSpPr/>
            <p:nvPr/>
          </p:nvSpPr>
          <p:spPr>
            <a:xfrm>
              <a:off x="5463875" y="3428800"/>
              <a:ext cx="18475" cy="75050"/>
            </a:xfrm>
            <a:custGeom>
              <a:avLst/>
              <a:gdLst/>
              <a:ahLst/>
              <a:cxnLst/>
              <a:rect l="l" t="t" r="r" b="b"/>
              <a:pathLst>
                <a:path w="739" h="3002" extrusionOk="0">
                  <a:moveTo>
                    <a:pt x="369" y="1"/>
                  </a:moveTo>
                  <a:cubicBezTo>
                    <a:pt x="165" y="1"/>
                    <a:pt x="1" y="670"/>
                    <a:pt x="1" y="1498"/>
                  </a:cubicBezTo>
                  <a:cubicBezTo>
                    <a:pt x="1" y="2332"/>
                    <a:pt x="165" y="3001"/>
                    <a:pt x="369" y="3001"/>
                  </a:cubicBezTo>
                  <a:cubicBezTo>
                    <a:pt x="574" y="3001"/>
                    <a:pt x="738" y="2332"/>
                    <a:pt x="738" y="1498"/>
                  </a:cubicBezTo>
                  <a:cubicBezTo>
                    <a:pt x="738" y="670"/>
                    <a:pt x="574" y="1"/>
                    <a:pt x="3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6" name="Google Shape;8106;p60"/>
            <p:cNvSpPr/>
            <p:nvPr/>
          </p:nvSpPr>
          <p:spPr>
            <a:xfrm>
              <a:off x="5396675" y="3472625"/>
              <a:ext cx="20150" cy="54325"/>
            </a:xfrm>
            <a:custGeom>
              <a:avLst/>
              <a:gdLst/>
              <a:ahLst/>
              <a:cxnLst/>
              <a:rect l="l" t="t" r="r" b="b"/>
              <a:pathLst>
                <a:path w="806" h="2173" extrusionOk="0">
                  <a:moveTo>
                    <a:pt x="403" y="1"/>
                  </a:moveTo>
                  <a:cubicBezTo>
                    <a:pt x="182" y="1"/>
                    <a:pt x="0" y="488"/>
                    <a:pt x="0" y="1090"/>
                  </a:cubicBezTo>
                  <a:cubicBezTo>
                    <a:pt x="0" y="1685"/>
                    <a:pt x="182" y="2173"/>
                    <a:pt x="403" y="2173"/>
                  </a:cubicBezTo>
                  <a:cubicBezTo>
                    <a:pt x="624" y="2173"/>
                    <a:pt x="806" y="1685"/>
                    <a:pt x="806" y="1090"/>
                  </a:cubicBezTo>
                  <a:cubicBezTo>
                    <a:pt x="806" y="488"/>
                    <a:pt x="624" y="1"/>
                    <a:pt x="4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7" name="Google Shape;8107;p60"/>
            <p:cNvSpPr/>
            <p:nvPr/>
          </p:nvSpPr>
          <p:spPr>
            <a:xfrm>
              <a:off x="5411425" y="3423150"/>
              <a:ext cx="10925" cy="28950"/>
            </a:xfrm>
            <a:custGeom>
              <a:avLst/>
              <a:gdLst/>
              <a:ahLst/>
              <a:cxnLst/>
              <a:rect l="l" t="t" r="r" b="b"/>
              <a:pathLst>
                <a:path w="437" h="1158" extrusionOk="0">
                  <a:moveTo>
                    <a:pt x="221" y="0"/>
                  </a:moveTo>
                  <a:cubicBezTo>
                    <a:pt x="102" y="0"/>
                    <a:pt x="0" y="255"/>
                    <a:pt x="0" y="579"/>
                  </a:cubicBezTo>
                  <a:cubicBezTo>
                    <a:pt x="0" y="896"/>
                    <a:pt x="102" y="1157"/>
                    <a:pt x="221" y="1157"/>
                  </a:cubicBezTo>
                  <a:cubicBezTo>
                    <a:pt x="340" y="1157"/>
                    <a:pt x="437" y="896"/>
                    <a:pt x="437" y="579"/>
                  </a:cubicBezTo>
                  <a:cubicBezTo>
                    <a:pt x="437" y="255"/>
                    <a:pt x="340" y="0"/>
                    <a:pt x="2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8" name="Google Shape;8108;p60"/>
            <p:cNvSpPr/>
            <p:nvPr/>
          </p:nvSpPr>
          <p:spPr>
            <a:xfrm>
              <a:off x="5432400" y="3446950"/>
              <a:ext cx="17325" cy="54625"/>
            </a:xfrm>
            <a:custGeom>
              <a:avLst/>
              <a:gdLst/>
              <a:ahLst/>
              <a:cxnLst/>
              <a:rect l="l" t="t" r="r" b="b"/>
              <a:pathLst>
                <a:path w="693" h="2185" extrusionOk="0">
                  <a:moveTo>
                    <a:pt x="347" y="1"/>
                  </a:moveTo>
                  <a:cubicBezTo>
                    <a:pt x="154" y="1"/>
                    <a:pt x="1" y="489"/>
                    <a:pt x="1" y="1096"/>
                  </a:cubicBezTo>
                  <a:cubicBezTo>
                    <a:pt x="1" y="1697"/>
                    <a:pt x="154" y="2185"/>
                    <a:pt x="347" y="2185"/>
                  </a:cubicBezTo>
                  <a:cubicBezTo>
                    <a:pt x="539" y="2185"/>
                    <a:pt x="693" y="1697"/>
                    <a:pt x="693" y="1096"/>
                  </a:cubicBezTo>
                  <a:cubicBezTo>
                    <a:pt x="693" y="489"/>
                    <a:pt x="539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9" name="Google Shape;8109;p60"/>
            <p:cNvSpPr/>
            <p:nvPr/>
          </p:nvSpPr>
          <p:spPr>
            <a:xfrm>
              <a:off x="5422325" y="3499850"/>
              <a:ext cx="8550" cy="24000"/>
            </a:xfrm>
            <a:custGeom>
              <a:avLst/>
              <a:gdLst/>
              <a:ahLst/>
              <a:cxnLst/>
              <a:rect l="l" t="t" r="r" b="b"/>
              <a:pathLst>
                <a:path w="342" h="960" extrusionOk="0">
                  <a:moveTo>
                    <a:pt x="171" y="1"/>
                  </a:moveTo>
                  <a:cubicBezTo>
                    <a:pt x="80" y="1"/>
                    <a:pt x="1" y="210"/>
                    <a:pt x="1" y="483"/>
                  </a:cubicBezTo>
                  <a:cubicBezTo>
                    <a:pt x="1" y="749"/>
                    <a:pt x="80" y="959"/>
                    <a:pt x="171" y="959"/>
                  </a:cubicBezTo>
                  <a:cubicBezTo>
                    <a:pt x="267" y="959"/>
                    <a:pt x="341" y="744"/>
                    <a:pt x="341" y="483"/>
                  </a:cubicBezTo>
                  <a:cubicBezTo>
                    <a:pt x="341" y="216"/>
                    <a:pt x="267" y="1"/>
                    <a:pt x="171" y="1"/>
                  </a:cubicBezTo>
                  <a:close/>
                </a:path>
              </a:pathLst>
            </a:custGeom>
            <a:solidFill>
              <a:srgbClr val="BF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0" name="Google Shape;8110;p60"/>
            <p:cNvSpPr/>
            <p:nvPr/>
          </p:nvSpPr>
          <p:spPr>
            <a:xfrm>
              <a:off x="5359375" y="3466375"/>
              <a:ext cx="21725" cy="51925"/>
            </a:xfrm>
            <a:custGeom>
              <a:avLst/>
              <a:gdLst/>
              <a:ahLst/>
              <a:cxnLst/>
              <a:rect l="l" t="t" r="r" b="b"/>
              <a:pathLst>
                <a:path w="869" h="2077" extrusionOk="0">
                  <a:moveTo>
                    <a:pt x="437" y="1"/>
                  </a:moveTo>
                  <a:cubicBezTo>
                    <a:pt x="193" y="1"/>
                    <a:pt x="0" y="466"/>
                    <a:pt x="0" y="1039"/>
                  </a:cubicBezTo>
                  <a:cubicBezTo>
                    <a:pt x="0" y="1612"/>
                    <a:pt x="199" y="2077"/>
                    <a:pt x="437" y="2077"/>
                  </a:cubicBezTo>
                  <a:cubicBezTo>
                    <a:pt x="675" y="2077"/>
                    <a:pt x="868" y="1612"/>
                    <a:pt x="868" y="1039"/>
                  </a:cubicBezTo>
                  <a:cubicBezTo>
                    <a:pt x="868" y="466"/>
                    <a:pt x="675" y="1"/>
                    <a:pt x="4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1" name="Google Shape;8111;p60"/>
            <p:cNvSpPr/>
            <p:nvPr/>
          </p:nvSpPr>
          <p:spPr>
            <a:xfrm>
              <a:off x="5390300" y="3457300"/>
              <a:ext cx="3700" cy="12100"/>
            </a:xfrm>
            <a:custGeom>
              <a:avLst/>
              <a:gdLst/>
              <a:ahLst/>
              <a:cxnLst/>
              <a:rect l="l" t="t" r="r" b="b"/>
              <a:pathLst>
                <a:path w="148" h="484" extrusionOk="0">
                  <a:moveTo>
                    <a:pt x="74" y="1"/>
                  </a:moveTo>
                  <a:cubicBezTo>
                    <a:pt x="34" y="1"/>
                    <a:pt x="0" y="109"/>
                    <a:pt x="0" y="239"/>
                  </a:cubicBezTo>
                  <a:cubicBezTo>
                    <a:pt x="0" y="375"/>
                    <a:pt x="34" y="483"/>
                    <a:pt x="74" y="483"/>
                  </a:cubicBezTo>
                  <a:cubicBezTo>
                    <a:pt x="113" y="483"/>
                    <a:pt x="147" y="375"/>
                    <a:pt x="147" y="239"/>
                  </a:cubicBezTo>
                  <a:cubicBezTo>
                    <a:pt x="147" y="109"/>
                    <a:pt x="113" y="1"/>
                    <a:pt x="74" y="1"/>
                  </a:cubicBezTo>
                  <a:close/>
                </a:path>
              </a:pathLst>
            </a:custGeom>
            <a:solidFill>
              <a:srgbClr val="BF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2" name="Google Shape;8112;p60"/>
            <p:cNvSpPr/>
            <p:nvPr/>
          </p:nvSpPr>
          <p:spPr>
            <a:xfrm>
              <a:off x="5387725" y="3377900"/>
              <a:ext cx="15775" cy="33075"/>
            </a:xfrm>
            <a:custGeom>
              <a:avLst/>
              <a:gdLst/>
              <a:ahLst/>
              <a:cxnLst/>
              <a:rect l="l" t="t" r="r" b="b"/>
              <a:pathLst>
                <a:path w="631" h="1323" extrusionOk="0">
                  <a:moveTo>
                    <a:pt x="313" y="1"/>
                  </a:moveTo>
                  <a:cubicBezTo>
                    <a:pt x="143" y="1"/>
                    <a:pt x="1" y="301"/>
                    <a:pt x="1" y="664"/>
                  </a:cubicBezTo>
                  <a:cubicBezTo>
                    <a:pt x="1" y="1027"/>
                    <a:pt x="143" y="1322"/>
                    <a:pt x="313" y="1322"/>
                  </a:cubicBezTo>
                  <a:cubicBezTo>
                    <a:pt x="489" y="1322"/>
                    <a:pt x="631" y="1027"/>
                    <a:pt x="631" y="664"/>
                  </a:cubicBezTo>
                  <a:cubicBezTo>
                    <a:pt x="631" y="301"/>
                    <a:pt x="489" y="1"/>
                    <a:pt x="3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3" name="Google Shape;8113;p60"/>
            <p:cNvSpPr/>
            <p:nvPr/>
          </p:nvSpPr>
          <p:spPr>
            <a:xfrm>
              <a:off x="5367875" y="3342025"/>
              <a:ext cx="14650" cy="33625"/>
            </a:xfrm>
            <a:custGeom>
              <a:avLst/>
              <a:gdLst/>
              <a:ahLst/>
              <a:cxnLst/>
              <a:rect l="l" t="t" r="r" b="b"/>
              <a:pathLst>
                <a:path w="586" h="1345" extrusionOk="0">
                  <a:moveTo>
                    <a:pt x="290" y="1"/>
                  </a:moveTo>
                  <a:cubicBezTo>
                    <a:pt x="131" y="1"/>
                    <a:pt x="1" y="301"/>
                    <a:pt x="1" y="670"/>
                  </a:cubicBezTo>
                  <a:cubicBezTo>
                    <a:pt x="1" y="1044"/>
                    <a:pt x="131" y="1345"/>
                    <a:pt x="290" y="1345"/>
                  </a:cubicBezTo>
                  <a:cubicBezTo>
                    <a:pt x="455" y="1345"/>
                    <a:pt x="585" y="1044"/>
                    <a:pt x="585" y="670"/>
                  </a:cubicBezTo>
                  <a:cubicBezTo>
                    <a:pt x="585" y="301"/>
                    <a:pt x="455" y="1"/>
                    <a:pt x="2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4" name="Google Shape;8114;p60"/>
            <p:cNvSpPr/>
            <p:nvPr/>
          </p:nvSpPr>
          <p:spPr>
            <a:xfrm>
              <a:off x="5431275" y="3362600"/>
              <a:ext cx="16475" cy="36750"/>
            </a:xfrm>
            <a:custGeom>
              <a:avLst/>
              <a:gdLst/>
              <a:ahLst/>
              <a:cxnLst/>
              <a:rect l="l" t="t" r="r" b="b"/>
              <a:pathLst>
                <a:path w="659" h="1470" extrusionOk="0">
                  <a:moveTo>
                    <a:pt x="329" y="0"/>
                  </a:moveTo>
                  <a:cubicBezTo>
                    <a:pt x="148" y="0"/>
                    <a:pt x="0" y="329"/>
                    <a:pt x="0" y="737"/>
                  </a:cubicBezTo>
                  <a:cubicBezTo>
                    <a:pt x="0" y="1140"/>
                    <a:pt x="148" y="1469"/>
                    <a:pt x="329" y="1469"/>
                  </a:cubicBezTo>
                  <a:cubicBezTo>
                    <a:pt x="511" y="1469"/>
                    <a:pt x="658" y="1140"/>
                    <a:pt x="658" y="737"/>
                  </a:cubicBezTo>
                  <a:cubicBezTo>
                    <a:pt x="658" y="329"/>
                    <a:pt x="511" y="0"/>
                    <a:pt x="3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5" name="Google Shape;8115;p60"/>
            <p:cNvSpPr/>
            <p:nvPr/>
          </p:nvSpPr>
          <p:spPr>
            <a:xfrm>
              <a:off x="5460200" y="3392375"/>
              <a:ext cx="16325" cy="30775"/>
            </a:xfrm>
            <a:custGeom>
              <a:avLst/>
              <a:gdLst/>
              <a:ahLst/>
              <a:cxnLst/>
              <a:rect l="l" t="t" r="r" b="b"/>
              <a:pathLst>
                <a:path w="653" h="1231" extrusionOk="0">
                  <a:moveTo>
                    <a:pt x="329" y="0"/>
                  </a:moveTo>
                  <a:cubicBezTo>
                    <a:pt x="142" y="0"/>
                    <a:pt x="0" y="278"/>
                    <a:pt x="0" y="613"/>
                  </a:cubicBezTo>
                  <a:cubicBezTo>
                    <a:pt x="0" y="953"/>
                    <a:pt x="148" y="1231"/>
                    <a:pt x="329" y="1231"/>
                  </a:cubicBezTo>
                  <a:cubicBezTo>
                    <a:pt x="505" y="1231"/>
                    <a:pt x="653" y="953"/>
                    <a:pt x="653" y="613"/>
                  </a:cubicBezTo>
                  <a:cubicBezTo>
                    <a:pt x="653" y="278"/>
                    <a:pt x="511" y="0"/>
                    <a:pt x="3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6" name="Google Shape;8116;p60"/>
            <p:cNvSpPr/>
            <p:nvPr/>
          </p:nvSpPr>
          <p:spPr>
            <a:xfrm>
              <a:off x="5478350" y="3497150"/>
              <a:ext cx="5700" cy="21300"/>
            </a:xfrm>
            <a:custGeom>
              <a:avLst/>
              <a:gdLst/>
              <a:ahLst/>
              <a:cxnLst/>
              <a:rect l="l" t="t" r="r" b="b"/>
              <a:pathLst>
                <a:path w="228" h="852" extrusionOk="0">
                  <a:moveTo>
                    <a:pt x="114" y="1"/>
                  </a:moveTo>
                  <a:cubicBezTo>
                    <a:pt x="51" y="1"/>
                    <a:pt x="0" y="188"/>
                    <a:pt x="0" y="426"/>
                  </a:cubicBezTo>
                  <a:cubicBezTo>
                    <a:pt x="0" y="659"/>
                    <a:pt x="51" y="852"/>
                    <a:pt x="114" y="852"/>
                  </a:cubicBezTo>
                  <a:cubicBezTo>
                    <a:pt x="176" y="852"/>
                    <a:pt x="227" y="659"/>
                    <a:pt x="227" y="426"/>
                  </a:cubicBezTo>
                  <a:cubicBezTo>
                    <a:pt x="227" y="188"/>
                    <a:pt x="176" y="1"/>
                    <a:pt x="1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7" name="Google Shape;8117;p60"/>
            <p:cNvSpPr/>
            <p:nvPr/>
          </p:nvSpPr>
          <p:spPr>
            <a:xfrm>
              <a:off x="5480475" y="3533875"/>
              <a:ext cx="13625" cy="35475"/>
            </a:xfrm>
            <a:custGeom>
              <a:avLst/>
              <a:gdLst/>
              <a:ahLst/>
              <a:cxnLst/>
              <a:rect l="l" t="t" r="r" b="b"/>
              <a:pathLst>
                <a:path w="545" h="1419" extrusionOk="0">
                  <a:moveTo>
                    <a:pt x="273" y="1"/>
                  </a:moveTo>
                  <a:cubicBezTo>
                    <a:pt x="120" y="1"/>
                    <a:pt x="0" y="319"/>
                    <a:pt x="0" y="710"/>
                  </a:cubicBezTo>
                  <a:cubicBezTo>
                    <a:pt x="0" y="1101"/>
                    <a:pt x="125" y="1419"/>
                    <a:pt x="273" y="1419"/>
                  </a:cubicBezTo>
                  <a:cubicBezTo>
                    <a:pt x="420" y="1419"/>
                    <a:pt x="545" y="1101"/>
                    <a:pt x="545" y="710"/>
                  </a:cubicBezTo>
                  <a:cubicBezTo>
                    <a:pt x="545" y="319"/>
                    <a:pt x="420" y="1"/>
                    <a:pt x="2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8" name="Google Shape;8118;p60"/>
            <p:cNvSpPr/>
            <p:nvPr/>
          </p:nvSpPr>
          <p:spPr>
            <a:xfrm>
              <a:off x="5520450" y="3526925"/>
              <a:ext cx="18475" cy="39875"/>
            </a:xfrm>
            <a:custGeom>
              <a:avLst/>
              <a:gdLst/>
              <a:ahLst/>
              <a:cxnLst/>
              <a:rect l="l" t="t" r="r" b="b"/>
              <a:pathLst>
                <a:path w="739" h="1595" extrusionOk="0">
                  <a:moveTo>
                    <a:pt x="370" y="1"/>
                  </a:moveTo>
                  <a:cubicBezTo>
                    <a:pt x="165" y="1"/>
                    <a:pt x="1" y="358"/>
                    <a:pt x="1" y="801"/>
                  </a:cubicBezTo>
                  <a:cubicBezTo>
                    <a:pt x="1" y="1243"/>
                    <a:pt x="165" y="1595"/>
                    <a:pt x="370" y="1595"/>
                  </a:cubicBezTo>
                  <a:cubicBezTo>
                    <a:pt x="574" y="1595"/>
                    <a:pt x="738" y="1238"/>
                    <a:pt x="738" y="801"/>
                  </a:cubicBezTo>
                  <a:cubicBezTo>
                    <a:pt x="738" y="358"/>
                    <a:pt x="574" y="1"/>
                    <a:pt x="3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9" name="Google Shape;8119;p60"/>
            <p:cNvSpPr/>
            <p:nvPr/>
          </p:nvSpPr>
          <p:spPr>
            <a:xfrm>
              <a:off x="5499050" y="3428800"/>
              <a:ext cx="21300" cy="37600"/>
            </a:xfrm>
            <a:custGeom>
              <a:avLst/>
              <a:gdLst/>
              <a:ahLst/>
              <a:cxnLst/>
              <a:rect l="l" t="t" r="r" b="b"/>
              <a:pathLst>
                <a:path w="852" h="1504" extrusionOk="0">
                  <a:moveTo>
                    <a:pt x="426" y="1"/>
                  </a:moveTo>
                  <a:cubicBezTo>
                    <a:pt x="193" y="1"/>
                    <a:pt x="0" y="336"/>
                    <a:pt x="0" y="750"/>
                  </a:cubicBezTo>
                  <a:cubicBezTo>
                    <a:pt x="0" y="1169"/>
                    <a:pt x="193" y="1504"/>
                    <a:pt x="426" y="1504"/>
                  </a:cubicBezTo>
                  <a:cubicBezTo>
                    <a:pt x="658" y="1504"/>
                    <a:pt x="851" y="1169"/>
                    <a:pt x="851" y="750"/>
                  </a:cubicBezTo>
                  <a:cubicBezTo>
                    <a:pt x="851" y="336"/>
                    <a:pt x="658" y="1"/>
                    <a:pt x="4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0" name="Google Shape;8120;p60"/>
            <p:cNvSpPr/>
            <p:nvPr/>
          </p:nvSpPr>
          <p:spPr>
            <a:xfrm>
              <a:off x="5544425" y="3411075"/>
              <a:ext cx="16050" cy="49675"/>
            </a:xfrm>
            <a:custGeom>
              <a:avLst/>
              <a:gdLst/>
              <a:ahLst/>
              <a:cxnLst/>
              <a:rect l="l" t="t" r="r" b="b"/>
              <a:pathLst>
                <a:path w="642" h="1987" extrusionOk="0">
                  <a:moveTo>
                    <a:pt x="318" y="1"/>
                  </a:moveTo>
                  <a:cubicBezTo>
                    <a:pt x="142" y="1"/>
                    <a:pt x="1" y="449"/>
                    <a:pt x="1" y="993"/>
                  </a:cubicBezTo>
                  <a:cubicBezTo>
                    <a:pt x="1" y="1538"/>
                    <a:pt x="142" y="1986"/>
                    <a:pt x="318" y="1986"/>
                  </a:cubicBezTo>
                  <a:cubicBezTo>
                    <a:pt x="500" y="1986"/>
                    <a:pt x="642" y="1544"/>
                    <a:pt x="642" y="993"/>
                  </a:cubicBezTo>
                  <a:cubicBezTo>
                    <a:pt x="642" y="443"/>
                    <a:pt x="500" y="1"/>
                    <a:pt x="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1" name="Google Shape;8121;p60"/>
            <p:cNvSpPr/>
            <p:nvPr/>
          </p:nvSpPr>
          <p:spPr>
            <a:xfrm>
              <a:off x="5256000" y="3496025"/>
              <a:ext cx="24275" cy="44400"/>
            </a:xfrm>
            <a:custGeom>
              <a:avLst/>
              <a:gdLst/>
              <a:ahLst/>
              <a:cxnLst/>
              <a:rect l="l" t="t" r="r" b="b"/>
              <a:pathLst>
                <a:path w="971" h="1776" extrusionOk="0">
                  <a:moveTo>
                    <a:pt x="483" y="0"/>
                  </a:moveTo>
                  <a:cubicBezTo>
                    <a:pt x="216" y="0"/>
                    <a:pt x="1" y="398"/>
                    <a:pt x="1" y="891"/>
                  </a:cubicBezTo>
                  <a:cubicBezTo>
                    <a:pt x="1" y="1379"/>
                    <a:pt x="216" y="1776"/>
                    <a:pt x="483" y="1776"/>
                  </a:cubicBezTo>
                  <a:cubicBezTo>
                    <a:pt x="755" y="1776"/>
                    <a:pt x="970" y="1379"/>
                    <a:pt x="970" y="891"/>
                  </a:cubicBezTo>
                  <a:cubicBezTo>
                    <a:pt x="970" y="398"/>
                    <a:pt x="755" y="0"/>
                    <a:pt x="4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2" name="Google Shape;8122;p60"/>
            <p:cNvSpPr/>
            <p:nvPr/>
          </p:nvSpPr>
          <p:spPr>
            <a:xfrm>
              <a:off x="5285925" y="3460725"/>
              <a:ext cx="17025" cy="36450"/>
            </a:xfrm>
            <a:custGeom>
              <a:avLst/>
              <a:gdLst/>
              <a:ahLst/>
              <a:cxnLst/>
              <a:rect l="l" t="t" r="r" b="b"/>
              <a:pathLst>
                <a:path w="681" h="1458" extrusionOk="0">
                  <a:moveTo>
                    <a:pt x="341" y="0"/>
                  </a:moveTo>
                  <a:cubicBezTo>
                    <a:pt x="153" y="0"/>
                    <a:pt x="0" y="329"/>
                    <a:pt x="0" y="732"/>
                  </a:cubicBezTo>
                  <a:cubicBezTo>
                    <a:pt x="0" y="1135"/>
                    <a:pt x="153" y="1458"/>
                    <a:pt x="341" y="1458"/>
                  </a:cubicBezTo>
                  <a:cubicBezTo>
                    <a:pt x="528" y="1458"/>
                    <a:pt x="681" y="1135"/>
                    <a:pt x="681" y="732"/>
                  </a:cubicBezTo>
                  <a:cubicBezTo>
                    <a:pt x="681" y="329"/>
                    <a:pt x="528" y="0"/>
                    <a:pt x="3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3" name="Google Shape;8123;p60"/>
            <p:cNvSpPr/>
            <p:nvPr/>
          </p:nvSpPr>
          <p:spPr>
            <a:xfrm>
              <a:off x="5255850" y="3446950"/>
              <a:ext cx="14225" cy="28400"/>
            </a:xfrm>
            <a:custGeom>
              <a:avLst/>
              <a:gdLst/>
              <a:ahLst/>
              <a:cxnLst/>
              <a:rect l="l" t="t" r="r" b="b"/>
              <a:pathLst>
                <a:path w="569" h="1136" extrusionOk="0">
                  <a:moveTo>
                    <a:pt x="284" y="1"/>
                  </a:moveTo>
                  <a:cubicBezTo>
                    <a:pt x="131" y="1"/>
                    <a:pt x="1" y="250"/>
                    <a:pt x="1" y="568"/>
                  </a:cubicBezTo>
                  <a:cubicBezTo>
                    <a:pt x="1" y="880"/>
                    <a:pt x="131" y="1135"/>
                    <a:pt x="284" y="1135"/>
                  </a:cubicBezTo>
                  <a:cubicBezTo>
                    <a:pt x="443" y="1135"/>
                    <a:pt x="568" y="880"/>
                    <a:pt x="568" y="568"/>
                  </a:cubicBezTo>
                  <a:cubicBezTo>
                    <a:pt x="568" y="256"/>
                    <a:pt x="443" y="1"/>
                    <a:pt x="2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4" name="Google Shape;8124;p60"/>
            <p:cNvSpPr/>
            <p:nvPr/>
          </p:nvSpPr>
          <p:spPr>
            <a:xfrm>
              <a:off x="5331300" y="3511900"/>
              <a:ext cx="19875" cy="47825"/>
            </a:xfrm>
            <a:custGeom>
              <a:avLst/>
              <a:gdLst/>
              <a:ahLst/>
              <a:cxnLst/>
              <a:rect l="l" t="t" r="r" b="b"/>
              <a:pathLst>
                <a:path w="795" h="1913" extrusionOk="0">
                  <a:moveTo>
                    <a:pt x="397" y="1"/>
                  </a:moveTo>
                  <a:cubicBezTo>
                    <a:pt x="182" y="1"/>
                    <a:pt x="0" y="420"/>
                    <a:pt x="0" y="954"/>
                  </a:cubicBezTo>
                  <a:cubicBezTo>
                    <a:pt x="0" y="1487"/>
                    <a:pt x="182" y="1912"/>
                    <a:pt x="397" y="1912"/>
                  </a:cubicBezTo>
                  <a:cubicBezTo>
                    <a:pt x="619" y="1912"/>
                    <a:pt x="795" y="1487"/>
                    <a:pt x="795" y="954"/>
                  </a:cubicBezTo>
                  <a:cubicBezTo>
                    <a:pt x="795" y="432"/>
                    <a:pt x="619" y="1"/>
                    <a:pt x="3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5" name="Google Shape;8125;p60"/>
            <p:cNvSpPr/>
            <p:nvPr/>
          </p:nvSpPr>
          <p:spPr>
            <a:xfrm>
              <a:off x="5280400" y="3539000"/>
              <a:ext cx="17750" cy="30350"/>
            </a:xfrm>
            <a:custGeom>
              <a:avLst/>
              <a:gdLst/>
              <a:ahLst/>
              <a:cxnLst/>
              <a:rect l="l" t="t" r="r" b="b"/>
              <a:pathLst>
                <a:path w="710" h="1214" extrusionOk="0">
                  <a:moveTo>
                    <a:pt x="357" y="0"/>
                  </a:moveTo>
                  <a:cubicBezTo>
                    <a:pt x="159" y="0"/>
                    <a:pt x="0" y="272"/>
                    <a:pt x="0" y="607"/>
                  </a:cubicBezTo>
                  <a:cubicBezTo>
                    <a:pt x="0" y="942"/>
                    <a:pt x="165" y="1214"/>
                    <a:pt x="357" y="1214"/>
                  </a:cubicBezTo>
                  <a:cubicBezTo>
                    <a:pt x="550" y="1214"/>
                    <a:pt x="709" y="942"/>
                    <a:pt x="709" y="607"/>
                  </a:cubicBezTo>
                  <a:cubicBezTo>
                    <a:pt x="709" y="272"/>
                    <a:pt x="550" y="0"/>
                    <a:pt x="3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6" name="Google Shape;8126;p60"/>
            <p:cNvSpPr/>
            <p:nvPr/>
          </p:nvSpPr>
          <p:spPr>
            <a:xfrm>
              <a:off x="5280250" y="3503825"/>
              <a:ext cx="23575" cy="36600"/>
            </a:xfrm>
            <a:custGeom>
              <a:avLst/>
              <a:gdLst/>
              <a:ahLst/>
              <a:cxnLst/>
              <a:rect l="l" t="t" r="r" b="b"/>
              <a:pathLst>
                <a:path w="943" h="1464" extrusionOk="0">
                  <a:moveTo>
                    <a:pt x="471" y="0"/>
                  </a:moveTo>
                  <a:cubicBezTo>
                    <a:pt x="216" y="0"/>
                    <a:pt x="0" y="329"/>
                    <a:pt x="0" y="732"/>
                  </a:cubicBezTo>
                  <a:cubicBezTo>
                    <a:pt x="0" y="1135"/>
                    <a:pt x="216" y="1464"/>
                    <a:pt x="471" y="1464"/>
                  </a:cubicBezTo>
                  <a:cubicBezTo>
                    <a:pt x="732" y="1464"/>
                    <a:pt x="942" y="1135"/>
                    <a:pt x="942" y="732"/>
                  </a:cubicBezTo>
                  <a:cubicBezTo>
                    <a:pt x="942" y="329"/>
                    <a:pt x="732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7" name="Google Shape;8127;p60"/>
            <p:cNvSpPr/>
            <p:nvPr/>
          </p:nvSpPr>
          <p:spPr>
            <a:xfrm>
              <a:off x="5575625" y="3486675"/>
              <a:ext cx="35200" cy="35025"/>
            </a:xfrm>
            <a:custGeom>
              <a:avLst/>
              <a:gdLst/>
              <a:ahLst/>
              <a:cxnLst/>
              <a:rect l="l" t="t" r="r" b="b"/>
              <a:pathLst>
                <a:path w="1408" h="1401" extrusionOk="0">
                  <a:moveTo>
                    <a:pt x="1122" y="0"/>
                  </a:moveTo>
                  <a:cubicBezTo>
                    <a:pt x="922" y="0"/>
                    <a:pt x="605" y="139"/>
                    <a:pt x="397" y="363"/>
                  </a:cubicBezTo>
                  <a:cubicBezTo>
                    <a:pt x="85" y="703"/>
                    <a:pt x="0" y="1271"/>
                    <a:pt x="171" y="1378"/>
                  </a:cubicBezTo>
                  <a:cubicBezTo>
                    <a:pt x="193" y="1393"/>
                    <a:pt x="220" y="1400"/>
                    <a:pt x="252" y="1400"/>
                  </a:cubicBezTo>
                  <a:cubicBezTo>
                    <a:pt x="473" y="1400"/>
                    <a:pt x="889" y="1053"/>
                    <a:pt x="1118" y="675"/>
                  </a:cubicBezTo>
                  <a:cubicBezTo>
                    <a:pt x="1163" y="601"/>
                    <a:pt x="1407" y="193"/>
                    <a:pt x="1277" y="51"/>
                  </a:cubicBezTo>
                  <a:cubicBezTo>
                    <a:pt x="1245" y="16"/>
                    <a:pt x="1190" y="0"/>
                    <a:pt x="11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8" name="Google Shape;8128;p60"/>
            <p:cNvSpPr/>
            <p:nvPr/>
          </p:nvSpPr>
          <p:spPr>
            <a:xfrm>
              <a:off x="5408025" y="3466250"/>
              <a:ext cx="39650" cy="124675"/>
            </a:xfrm>
            <a:custGeom>
              <a:avLst/>
              <a:gdLst/>
              <a:ahLst/>
              <a:cxnLst/>
              <a:rect l="l" t="t" r="r" b="b"/>
              <a:pathLst>
                <a:path w="1586" h="4987" extrusionOk="0">
                  <a:moveTo>
                    <a:pt x="811" y="0"/>
                  </a:moveTo>
                  <a:cubicBezTo>
                    <a:pt x="545" y="6"/>
                    <a:pt x="357" y="1016"/>
                    <a:pt x="301" y="1311"/>
                  </a:cubicBezTo>
                  <a:cubicBezTo>
                    <a:pt x="0" y="2893"/>
                    <a:pt x="91" y="4941"/>
                    <a:pt x="471" y="4986"/>
                  </a:cubicBezTo>
                  <a:cubicBezTo>
                    <a:pt x="475" y="4987"/>
                    <a:pt x="480" y="4987"/>
                    <a:pt x="484" y="4987"/>
                  </a:cubicBezTo>
                  <a:cubicBezTo>
                    <a:pt x="868" y="4987"/>
                    <a:pt x="1585" y="3082"/>
                    <a:pt x="1322" y="1311"/>
                  </a:cubicBezTo>
                  <a:cubicBezTo>
                    <a:pt x="1254" y="806"/>
                    <a:pt x="1049" y="0"/>
                    <a:pt x="8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9" name="Google Shape;8129;p60"/>
            <p:cNvSpPr/>
            <p:nvPr/>
          </p:nvSpPr>
          <p:spPr>
            <a:xfrm>
              <a:off x="5467850" y="3443600"/>
              <a:ext cx="41850" cy="83800"/>
            </a:xfrm>
            <a:custGeom>
              <a:avLst/>
              <a:gdLst/>
              <a:ahLst/>
              <a:cxnLst/>
              <a:rect l="l" t="t" r="r" b="b"/>
              <a:pathLst>
                <a:path w="1674" h="3352" extrusionOk="0">
                  <a:moveTo>
                    <a:pt x="434" y="1"/>
                  </a:moveTo>
                  <a:cubicBezTo>
                    <a:pt x="422" y="1"/>
                    <a:pt x="410" y="2"/>
                    <a:pt x="398" y="4"/>
                  </a:cubicBezTo>
                  <a:cubicBezTo>
                    <a:pt x="165" y="50"/>
                    <a:pt x="1" y="538"/>
                    <a:pt x="23" y="952"/>
                  </a:cubicBezTo>
                  <a:cubicBezTo>
                    <a:pt x="57" y="1502"/>
                    <a:pt x="409" y="1632"/>
                    <a:pt x="874" y="2608"/>
                  </a:cubicBezTo>
                  <a:cubicBezTo>
                    <a:pt x="1129" y="3133"/>
                    <a:pt x="1146" y="3351"/>
                    <a:pt x="1225" y="3351"/>
                  </a:cubicBezTo>
                  <a:cubicBezTo>
                    <a:pt x="1227" y="3351"/>
                    <a:pt x="1229" y="3351"/>
                    <a:pt x="1231" y="3351"/>
                  </a:cubicBezTo>
                  <a:cubicBezTo>
                    <a:pt x="1430" y="3340"/>
                    <a:pt x="1674" y="2080"/>
                    <a:pt x="1209" y="974"/>
                  </a:cubicBezTo>
                  <a:cubicBezTo>
                    <a:pt x="1057" y="615"/>
                    <a:pt x="722" y="1"/>
                    <a:pt x="4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0" name="Google Shape;8130;p60"/>
            <p:cNvSpPr/>
            <p:nvPr/>
          </p:nvSpPr>
          <p:spPr>
            <a:xfrm>
              <a:off x="5450550" y="3526925"/>
              <a:ext cx="22725" cy="57475"/>
            </a:xfrm>
            <a:custGeom>
              <a:avLst/>
              <a:gdLst/>
              <a:ahLst/>
              <a:cxnLst/>
              <a:rect l="l" t="t" r="r" b="b"/>
              <a:pathLst>
                <a:path w="909" h="2299" extrusionOk="0">
                  <a:moveTo>
                    <a:pt x="454" y="1"/>
                  </a:moveTo>
                  <a:cubicBezTo>
                    <a:pt x="205" y="1"/>
                    <a:pt x="1" y="517"/>
                    <a:pt x="1" y="1152"/>
                  </a:cubicBezTo>
                  <a:cubicBezTo>
                    <a:pt x="1" y="1782"/>
                    <a:pt x="205" y="2298"/>
                    <a:pt x="454" y="2298"/>
                  </a:cubicBezTo>
                  <a:cubicBezTo>
                    <a:pt x="704" y="2298"/>
                    <a:pt x="908" y="1782"/>
                    <a:pt x="908" y="1152"/>
                  </a:cubicBezTo>
                  <a:cubicBezTo>
                    <a:pt x="908" y="517"/>
                    <a:pt x="704" y="1"/>
                    <a:pt x="4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1" name="Google Shape;8131;p60"/>
            <p:cNvSpPr/>
            <p:nvPr/>
          </p:nvSpPr>
          <p:spPr>
            <a:xfrm>
              <a:off x="5495375" y="3500025"/>
              <a:ext cx="39725" cy="113150"/>
            </a:xfrm>
            <a:custGeom>
              <a:avLst/>
              <a:gdLst/>
              <a:ahLst/>
              <a:cxnLst/>
              <a:rect l="l" t="t" r="r" b="b"/>
              <a:pathLst>
                <a:path w="1589" h="4526" extrusionOk="0">
                  <a:moveTo>
                    <a:pt x="1435" y="0"/>
                  </a:moveTo>
                  <a:cubicBezTo>
                    <a:pt x="1201" y="0"/>
                    <a:pt x="272" y="1094"/>
                    <a:pt x="119" y="2472"/>
                  </a:cubicBezTo>
                  <a:cubicBezTo>
                    <a:pt x="1" y="3516"/>
                    <a:pt x="348" y="4526"/>
                    <a:pt x="530" y="4526"/>
                  </a:cubicBezTo>
                  <a:cubicBezTo>
                    <a:pt x="531" y="4526"/>
                    <a:pt x="532" y="4526"/>
                    <a:pt x="533" y="4526"/>
                  </a:cubicBezTo>
                  <a:cubicBezTo>
                    <a:pt x="675" y="4520"/>
                    <a:pt x="664" y="3890"/>
                    <a:pt x="930" y="2472"/>
                  </a:cubicBezTo>
                  <a:cubicBezTo>
                    <a:pt x="1265" y="703"/>
                    <a:pt x="1588" y="67"/>
                    <a:pt x="1458" y="5"/>
                  </a:cubicBezTo>
                  <a:cubicBezTo>
                    <a:pt x="1451" y="2"/>
                    <a:pt x="1443" y="0"/>
                    <a:pt x="14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2" name="Google Shape;8132;p60"/>
            <p:cNvSpPr/>
            <p:nvPr/>
          </p:nvSpPr>
          <p:spPr>
            <a:xfrm>
              <a:off x="5526000" y="3512700"/>
              <a:ext cx="66675" cy="105325"/>
            </a:xfrm>
            <a:custGeom>
              <a:avLst/>
              <a:gdLst/>
              <a:ahLst/>
              <a:cxnLst/>
              <a:rect l="l" t="t" r="r" b="b"/>
              <a:pathLst>
                <a:path w="2667" h="4213" extrusionOk="0">
                  <a:moveTo>
                    <a:pt x="2148" y="1"/>
                  </a:moveTo>
                  <a:cubicBezTo>
                    <a:pt x="1947" y="1"/>
                    <a:pt x="1674" y="254"/>
                    <a:pt x="1384" y="525"/>
                  </a:cubicBezTo>
                  <a:cubicBezTo>
                    <a:pt x="494" y="1353"/>
                    <a:pt x="295" y="2385"/>
                    <a:pt x="176" y="3060"/>
                  </a:cubicBezTo>
                  <a:cubicBezTo>
                    <a:pt x="85" y="3593"/>
                    <a:pt x="0" y="4064"/>
                    <a:pt x="204" y="4183"/>
                  </a:cubicBezTo>
                  <a:cubicBezTo>
                    <a:pt x="237" y="4203"/>
                    <a:pt x="276" y="4213"/>
                    <a:pt x="320" y="4213"/>
                  </a:cubicBezTo>
                  <a:cubicBezTo>
                    <a:pt x="647" y="4213"/>
                    <a:pt x="1247" y="3691"/>
                    <a:pt x="1622" y="3190"/>
                  </a:cubicBezTo>
                  <a:cubicBezTo>
                    <a:pt x="2536" y="1982"/>
                    <a:pt x="2666" y="213"/>
                    <a:pt x="2235" y="20"/>
                  </a:cubicBezTo>
                  <a:cubicBezTo>
                    <a:pt x="2208" y="7"/>
                    <a:pt x="2179" y="1"/>
                    <a:pt x="2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3" name="Google Shape;8133;p60"/>
            <p:cNvSpPr/>
            <p:nvPr/>
          </p:nvSpPr>
          <p:spPr>
            <a:xfrm>
              <a:off x="5261250" y="3609750"/>
              <a:ext cx="315525" cy="227525"/>
            </a:xfrm>
            <a:custGeom>
              <a:avLst/>
              <a:gdLst/>
              <a:ahLst/>
              <a:cxnLst/>
              <a:rect l="l" t="t" r="r" b="b"/>
              <a:pathLst>
                <a:path w="12621" h="9101" extrusionOk="0">
                  <a:moveTo>
                    <a:pt x="0" y="0"/>
                  </a:moveTo>
                  <a:lnTo>
                    <a:pt x="0" y="2791"/>
                  </a:lnTo>
                  <a:cubicBezTo>
                    <a:pt x="0" y="3495"/>
                    <a:pt x="120" y="4192"/>
                    <a:pt x="352" y="4856"/>
                  </a:cubicBezTo>
                  <a:cubicBezTo>
                    <a:pt x="1238" y="7405"/>
                    <a:pt x="3635" y="9100"/>
                    <a:pt x="6305" y="9100"/>
                  </a:cubicBezTo>
                  <a:cubicBezTo>
                    <a:pt x="6440" y="9100"/>
                    <a:pt x="6575" y="9096"/>
                    <a:pt x="6710" y="9087"/>
                  </a:cubicBezTo>
                  <a:cubicBezTo>
                    <a:pt x="9535" y="8911"/>
                    <a:pt x="11900" y="6869"/>
                    <a:pt x="12485" y="4096"/>
                  </a:cubicBezTo>
                  <a:cubicBezTo>
                    <a:pt x="12575" y="3670"/>
                    <a:pt x="12621" y="3228"/>
                    <a:pt x="12621" y="2791"/>
                  </a:cubicBezTo>
                  <a:lnTo>
                    <a:pt x="126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4" name="Google Shape;8134;p60"/>
            <p:cNvSpPr/>
            <p:nvPr/>
          </p:nvSpPr>
          <p:spPr>
            <a:xfrm>
              <a:off x="5246075" y="3603925"/>
              <a:ext cx="346025" cy="20450"/>
            </a:xfrm>
            <a:custGeom>
              <a:avLst/>
              <a:gdLst/>
              <a:ahLst/>
              <a:cxnLst/>
              <a:rect l="l" t="t" r="r" b="b"/>
              <a:pathLst>
                <a:path w="13841" h="818" extrusionOk="0">
                  <a:moveTo>
                    <a:pt x="403" y="1"/>
                  </a:moveTo>
                  <a:cubicBezTo>
                    <a:pt x="182" y="1"/>
                    <a:pt x="0" y="182"/>
                    <a:pt x="0" y="409"/>
                  </a:cubicBezTo>
                  <a:cubicBezTo>
                    <a:pt x="0" y="631"/>
                    <a:pt x="182" y="818"/>
                    <a:pt x="403" y="818"/>
                  </a:cubicBezTo>
                  <a:lnTo>
                    <a:pt x="13432" y="818"/>
                  </a:lnTo>
                  <a:cubicBezTo>
                    <a:pt x="13659" y="818"/>
                    <a:pt x="13840" y="631"/>
                    <a:pt x="13840" y="409"/>
                  </a:cubicBezTo>
                  <a:cubicBezTo>
                    <a:pt x="13840" y="182"/>
                    <a:pt x="13659" y="1"/>
                    <a:pt x="134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5" name="Google Shape;8135;p60"/>
            <p:cNvSpPr/>
            <p:nvPr/>
          </p:nvSpPr>
          <p:spPr>
            <a:xfrm>
              <a:off x="5259125" y="3621525"/>
              <a:ext cx="320500" cy="7125"/>
            </a:xfrm>
            <a:custGeom>
              <a:avLst/>
              <a:gdLst/>
              <a:ahLst/>
              <a:cxnLst/>
              <a:rect l="l" t="t" r="r" b="b"/>
              <a:pathLst>
                <a:path w="12820" h="285" extrusionOk="0">
                  <a:moveTo>
                    <a:pt x="12672" y="0"/>
                  </a:moveTo>
                  <a:cubicBezTo>
                    <a:pt x="10269" y="39"/>
                    <a:pt x="7864" y="58"/>
                    <a:pt x="5460" y="58"/>
                  </a:cubicBezTo>
                  <a:cubicBezTo>
                    <a:pt x="3687" y="58"/>
                    <a:pt x="1914" y="48"/>
                    <a:pt x="142" y="29"/>
                  </a:cubicBezTo>
                  <a:cubicBezTo>
                    <a:pt x="0" y="40"/>
                    <a:pt x="0" y="244"/>
                    <a:pt x="142" y="256"/>
                  </a:cubicBezTo>
                  <a:cubicBezTo>
                    <a:pt x="1914" y="275"/>
                    <a:pt x="3687" y="285"/>
                    <a:pt x="5460" y="285"/>
                  </a:cubicBezTo>
                  <a:cubicBezTo>
                    <a:pt x="7864" y="285"/>
                    <a:pt x="10269" y="266"/>
                    <a:pt x="12672" y="227"/>
                  </a:cubicBezTo>
                  <a:cubicBezTo>
                    <a:pt x="12819" y="227"/>
                    <a:pt x="12819" y="0"/>
                    <a:pt x="126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6" name="Google Shape;8136;p60"/>
            <p:cNvSpPr/>
            <p:nvPr/>
          </p:nvSpPr>
          <p:spPr>
            <a:xfrm>
              <a:off x="5270050" y="3712125"/>
              <a:ext cx="303325" cy="125150"/>
            </a:xfrm>
            <a:custGeom>
              <a:avLst/>
              <a:gdLst/>
              <a:ahLst/>
              <a:cxnLst/>
              <a:rect l="l" t="t" r="r" b="b"/>
              <a:pathLst>
                <a:path w="12133" h="5006" extrusionOk="0">
                  <a:moveTo>
                    <a:pt x="12133" y="1"/>
                  </a:moveTo>
                  <a:lnTo>
                    <a:pt x="12133" y="1"/>
                  </a:lnTo>
                  <a:cubicBezTo>
                    <a:pt x="11711" y="204"/>
                    <a:pt x="11469" y="962"/>
                    <a:pt x="11018" y="962"/>
                  </a:cubicBezTo>
                  <a:cubicBezTo>
                    <a:pt x="11002" y="962"/>
                    <a:pt x="10986" y="961"/>
                    <a:pt x="10970" y="959"/>
                  </a:cubicBezTo>
                  <a:cubicBezTo>
                    <a:pt x="10766" y="931"/>
                    <a:pt x="10766" y="778"/>
                    <a:pt x="10510" y="738"/>
                  </a:cubicBezTo>
                  <a:cubicBezTo>
                    <a:pt x="10474" y="732"/>
                    <a:pt x="10440" y="729"/>
                    <a:pt x="10406" y="729"/>
                  </a:cubicBezTo>
                  <a:cubicBezTo>
                    <a:pt x="10056" y="729"/>
                    <a:pt x="9834" y="1056"/>
                    <a:pt x="9399" y="1175"/>
                  </a:cubicBezTo>
                  <a:cubicBezTo>
                    <a:pt x="9297" y="1203"/>
                    <a:pt x="9203" y="1214"/>
                    <a:pt x="9112" y="1214"/>
                  </a:cubicBezTo>
                  <a:cubicBezTo>
                    <a:pt x="8813" y="1214"/>
                    <a:pt x="8560" y="1089"/>
                    <a:pt x="8264" y="1010"/>
                  </a:cubicBezTo>
                  <a:cubicBezTo>
                    <a:pt x="8079" y="962"/>
                    <a:pt x="7911" y="941"/>
                    <a:pt x="7756" y="941"/>
                  </a:cubicBezTo>
                  <a:cubicBezTo>
                    <a:pt x="6865" y="941"/>
                    <a:pt x="6377" y="1626"/>
                    <a:pt x="5187" y="1626"/>
                  </a:cubicBezTo>
                  <a:cubicBezTo>
                    <a:pt x="5140" y="1626"/>
                    <a:pt x="5092" y="1625"/>
                    <a:pt x="5043" y="1623"/>
                  </a:cubicBezTo>
                  <a:cubicBezTo>
                    <a:pt x="4611" y="1595"/>
                    <a:pt x="3914" y="1339"/>
                    <a:pt x="2496" y="823"/>
                  </a:cubicBezTo>
                  <a:cubicBezTo>
                    <a:pt x="2110" y="676"/>
                    <a:pt x="1568" y="363"/>
                    <a:pt x="1144" y="363"/>
                  </a:cubicBezTo>
                  <a:cubicBezTo>
                    <a:pt x="1014" y="363"/>
                    <a:pt x="894" y="392"/>
                    <a:pt x="794" y="466"/>
                  </a:cubicBezTo>
                  <a:cubicBezTo>
                    <a:pt x="630" y="585"/>
                    <a:pt x="579" y="772"/>
                    <a:pt x="357" y="823"/>
                  </a:cubicBezTo>
                  <a:cubicBezTo>
                    <a:pt x="326" y="829"/>
                    <a:pt x="294" y="832"/>
                    <a:pt x="263" y="832"/>
                  </a:cubicBezTo>
                  <a:cubicBezTo>
                    <a:pt x="170" y="832"/>
                    <a:pt x="80" y="807"/>
                    <a:pt x="0" y="761"/>
                  </a:cubicBezTo>
                  <a:lnTo>
                    <a:pt x="0" y="761"/>
                  </a:lnTo>
                  <a:cubicBezTo>
                    <a:pt x="886" y="3310"/>
                    <a:pt x="3283" y="5005"/>
                    <a:pt x="5953" y="5005"/>
                  </a:cubicBezTo>
                  <a:cubicBezTo>
                    <a:pt x="6088" y="5005"/>
                    <a:pt x="6223" y="5001"/>
                    <a:pt x="6358" y="4992"/>
                  </a:cubicBezTo>
                  <a:cubicBezTo>
                    <a:pt x="9183" y="4816"/>
                    <a:pt x="11548" y="2774"/>
                    <a:pt x="12133" y="1"/>
                  </a:cubicBezTo>
                  <a:close/>
                </a:path>
              </a:pathLst>
            </a:custGeom>
            <a:solidFill>
              <a:srgbClr val="242222">
                <a:alpha val="150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7" name="Google Shape;8137;p60"/>
            <p:cNvSpPr/>
            <p:nvPr/>
          </p:nvSpPr>
          <p:spPr>
            <a:xfrm>
              <a:off x="5421200" y="3501550"/>
              <a:ext cx="13650" cy="36750"/>
            </a:xfrm>
            <a:custGeom>
              <a:avLst/>
              <a:gdLst/>
              <a:ahLst/>
              <a:cxnLst/>
              <a:rect l="l" t="t" r="r" b="b"/>
              <a:pathLst>
                <a:path w="546" h="1470" extrusionOk="0">
                  <a:moveTo>
                    <a:pt x="273" y="1"/>
                  </a:moveTo>
                  <a:cubicBezTo>
                    <a:pt x="125" y="1"/>
                    <a:pt x="1" y="330"/>
                    <a:pt x="1" y="738"/>
                  </a:cubicBezTo>
                  <a:cubicBezTo>
                    <a:pt x="1" y="1141"/>
                    <a:pt x="125" y="1470"/>
                    <a:pt x="273" y="1470"/>
                  </a:cubicBezTo>
                  <a:cubicBezTo>
                    <a:pt x="426" y="1470"/>
                    <a:pt x="545" y="1141"/>
                    <a:pt x="545" y="738"/>
                  </a:cubicBezTo>
                  <a:cubicBezTo>
                    <a:pt x="545" y="330"/>
                    <a:pt x="426" y="1"/>
                    <a:pt x="2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8" name="Google Shape;8138;p60"/>
            <p:cNvSpPr/>
            <p:nvPr/>
          </p:nvSpPr>
          <p:spPr>
            <a:xfrm>
              <a:off x="5269825" y="3697050"/>
              <a:ext cx="45675" cy="56325"/>
            </a:xfrm>
            <a:custGeom>
              <a:avLst/>
              <a:gdLst/>
              <a:ahLst/>
              <a:cxnLst/>
              <a:rect l="l" t="t" r="r" b="b"/>
              <a:pathLst>
                <a:path w="1827" h="2253" extrusionOk="0">
                  <a:moveTo>
                    <a:pt x="1550" y="1"/>
                  </a:moveTo>
                  <a:cubicBezTo>
                    <a:pt x="1490" y="1"/>
                    <a:pt x="1430" y="26"/>
                    <a:pt x="1387" y="88"/>
                  </a:cubicBezTo>
                  <a:cubicBezTo>
                    <a:pt x="962" y="717"/>
                    <a:pt x="531" y="1341"/>
                    <a:pt x="100" y="1965"/>
                  </a:cubicBezTo>
                  <a:cubicBezTo>
                    <a:pt x="1" y="2112"/>
                    <a:pt x="137" y="2253"/>
                    <a:pt x="277" y="2253"/>
                  </a:cubicBezTo>
                  <a:cubicBezTo>
                    <a:pt x="337" y="2253"/>
                    <a:pt x="397" y="2227"/>
                    <a:pt x="440" y="2164"/>
                  </a:cubicBezTo>
                  <a:lnTo>
                    <a:pt x="1728" y="286"/>
                  </a:lnTo>
                  <a:cubicBezTo>
                    <a:pt x="1827" y="139"/>
                    <a:pt x="1690" y="1"/>
                    <a:pt x="15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9" name="Google Shape;8139;p60"/>
            <p:cNvSpPr/>
            <p:nvPr/>
          </p:nvSpPr>
          <p:spPr>
            <a:xfrm>
              <a:off x="5302550" y="3695050"/>
              <a:ext cx="61925" cy="49275"/>
            </a:xfrm>
            <a:custGeom>
              <a:avLst/>
              <a:gdLst/>
              <a:ahLst/>
              <a:cxnLst/>
              <a:rect l="l" t="t" r="r" b="b"/>
              <a:pathLst>
                <a:path w="2477" h="1971" extrusionOk="0">
                  <a:moveTo>
                    <a:pt x="285" y="1"/>
                  </a:moveTo>
                  <a:cubicBezTo>
                    <a:pt x="134" y="1"/>
                    <a:pt x="1" y="198"/>
                    <a:pt x="141" y="338"/>
                  </a:cubicBezTo>
                  <a:cubicBezTo>
                    <a:pt x="736" y="933"/>
                    <a:pt x="1394" y="1472"/>
                    <a:pt x="2098" y="1937"/>
                  </a:cubicBezTo>
                  <a:cubicBezTo>
                    <a:pt x="2133" y="1961"/>
                    <a:pt x="2168" y="1971"/>
                    <a:pt x="2201" y="1971"/>
                  </a:cubicBezTo>
                  <a:cubicBezTo>
                    <a:pt x="2367" y="1971"/>
                    <a:pt x="2476" y="1711"/>
                    <a:pt x="2296" y="1597"/>
                  </a:cubicBezTo>
                  <a:cubicBezTo>
                    <a:pt x="1621" y="1149"/>
                    <a:pt x="986" y="633"/>
                    <a:pt x="419" y="60"/>
                  </a:cubicBezTo>
                  <a:cubicBezTo>
                    <a:pt x="377" y="18"/>
                    <a:pt x="330" y="1"/>
                    <a:pt x="2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0" name="Google Shape;8140;p60"/>
            <p:cNvSpPr/>
            <p:nvPr/>
          </p:nvSpPr>
          <p:spPr>
            <a:xfrm>
              <a:off x="5355825" y="3687600"/>
              <a:ext cx="65400" cy="58650"/>
            </a:xfrm>
            <a:custGeom>
              <a:avLst/>
              <a:gdLst/>
              <a:ahLst/>
              <a:cxnLst/>
              <a:rect l="l" t="t" r="r" b="b"/>
              <a:pathLst>
                <a:path w="2616" h="2346" extrusionOk="0">
                  <a:moveTo>
                    <a:pt x="2349" y="1"/>
                  </a:moveTo>
                  <a:cubicBezTo>
                    <a:pt x="2316" y="1"/>
                    <a:pt x="2282" y="11"/>
                    <a:pt x="2247" y="35"/>
                  </a:cubicBezTo>
                  <a:cubicBezTo>
                    <a:pt x="1430" y="590"/>
                    <a:pt x="704" y="1277"/>
                    <a:pt x="108" y="2065"/>
                  </a:cubicBezTo>
                  <a:cubicBezTo>
                    <a:pt x="0" y="2205"/>
                    <a:pt x="139" y="2346"/>
                    <a:pt x="283" y="2346"/>
                  </a:cubicBezTo>
                  <a:cubicBezTo>
                    <a:pt x="343" y="2346"/>
                    <a:pt x="404" y="2322"/>
                    <a:pt x="449" y="2264"/>
                  </a:cubicBezTo>
                  <a:cubicBezTo>
                    <a:pt x="1005" y="1532"/>
                    <a:pt x="1680" y="891"/>
                    <a:pt x="2445" y="375"/>
                  </a:cubicBezTo>
                  <a:cubicBezTo>
                    <a:pt x="2616" y="257"/>
                    <a:pt x="2510" y="1"/>
                    <a:pt x="23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1" name="Google Shape;8141;p60"/>
            <p:cNvSpPr/>
            <p:nvPr/>
          </p:nvSpPr>
          <p:spPr>
            <a:xfrm>
              <a:off x="5408400" y="3690050"/>
              <a:ext cx="60575" cy="58000"/>
            </a:xfrm>
            <a:custGeom>
              <a:avLst/>
              <a:gdLst/>
              <a:ahLst/>
              <a:cxnLst/>
              <a:rect l="l" t="t" r="r" b="b"/>
              <a:pathLst>
                <a:path w="2423" h="2320" extrusionOk="0">
                  <a:moveTo>
                    <a:pt x="280" y="1"/>
                  </a:moveTo>
                  <a:cubicBezTo>
                    <a:pt x="138" y="1"/>
                    <a:pt x="0" y="139"/>
                    <a:pt x="104" y="283"/>
                  </a:cubicBezTo>
                  <a:cubicBezTo>
                    <a:pt x="660" y="1037"/>
                    <a:pt x="1318" y="1712"/>
                    <a:pt x="2061" y="2279"/>
                  </a:cubicBezTo>
                  <a:cubicBezTo>
                    <a:pt x="2098" y="2308"/>
                    <a:pt x="2134" y="2320"/>
                    <a:pt x="2168" y="2320"/>
                  </a:cubicBezTo>
                  <a:cubicBezTo>
                    <a:pt x="2322" y="2320"/>
                    <a:pt x="2422" y="2065"/>
                    <a:pt x="2260" y="1944"/>
                  </a:cubicBezTo>
                  <a:cubicBezTo>
                    <a:pt x="1568" y="1411"/>
                    <a:pt x="961" y="787"/>
                    <a:pt x="444" y="84"/>
                  </a:cubicBezTo>
                  <a:cubicBezTo>
                    <a:pt x="401" y="25"/>
                    <a:pt x="340" y="1"/>
                    <a:pt x="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2" name="Google Shape;8142;p60"/>
            <p:cNvSpPr/>
            <p:nvPr/>
          </p:nvSpPr>
          <p:spPr>
            <a:xfrm>
              <a:off x="5458150" y="3680550"/>
              <a:ext cx="55025" cy="70450"/>
            </a:xfrm>
            <a:custGeom>
              <a:avLst/>
              <a:gdLst/>
              <a:ahLst/>
              <a:cxnLst/>
              <a:rect l="l" t="t" r="r" b="b"/>
              <a:pathLst>
                <a:path w="2201" h="2818" extrusionOk="0">
                  <a:moveTo>
                    <a:pt x="1925" y="0"/>
                  </a:moveTo>
                  <a:cubicBezTo>
                    <a:pt x="1865" y="0"/>
                    <a:pt x="1804" y="26"/>
                    <a:pt x="1761" y="90"/>
                  </a:cubicBezTo>
                  <a:lnTo>
                    <a:pt x="99" y="2529"/>
                  </a:lnTo>
                  <a:cubicBezTo>
                    <a:pt x="1" y="2679"/>
                    <a:pt x="135" y="2818"/>
                    <a:pt x="274" y="2818"/>
                  </a:cubicBezTo>
                  <a:cubicBezTo>
                    <a:pt x="335" y="2818"/>
                    <a:pt x="397" y="2791"/>
                    <a:pt x="440" y="2727"/>
                  </a:cubicBezTo>
                  <a:lnTo>
                    <a:pt x="2102" y="288"/>
                  </a:lnTo>
                  <a:cubicBezTo>
                    <a:pt x="2201" y="141"/>
                    <a:pt x="2064" y="0"/>
                    <a:pt x="19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3" name="Google Shape;8143;p60"/>
            <p:cNvSpPr/>
            <p:nvPr/>
          </p:nvSpPr>
          <p:spPr>
            <a:xfrm>
              <a:off x="5502425" y="3677525"/>
              <a:ext cx="44250" cy="73150"/>
            </a:xfrm>
            <a:custGeom>
              <a:avLst/>
              <a:gdLst/>
              <a:ahLst/>
              <a:cxnLst/>
              <a:rect l="l" t="t" r="r" b="b"/>
              <a:pathLst>
                <a:path w="1770" h="2926" extrusionOk="0">
                  <a:moveTo>
                    <a:pt x="267" y="1"/>
                  </a:moveTo>
                  <a:cubicBezTo>
                    <a:pt x="138" y="1"/>
                    <a:pt x="1" y="143"/>
                    <a:pt x="75" y="296"/>
                  </a:cubicBezTo>
                  <a:lnTo>
                    <a:pt x="1352" y="2825"/>
                  </a:lnTo>
                  <a:cubicBezTo>
                    <a:pt x="1389" y="2896"/>
                    <a:pt x="1447" y="2926"/>
                    <a:pt x="1506" y="2926"/>
                  </a:cubicBezTo>
                  <a:cubicBezTo>
                    <a:pt x="1636" y="2926"/>
                    <a:pt x="1770" y="2785"/>
                    <a:pt x="1692" y="2633"/>
                  </a:cubicBezTo>
                  <a:lnTo>
                    <a:pt x="416" y="97"/>
                  </a:lnTo>
                  <a:cubicBezTo>
                    <a:pt x="381" y="29"/>
                    <a:pt x="325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4" name="Google Shape;8144;p60"/>
            <p:cNvSpPr/>
            <p:nvPr/>
          </p:nvSpPr>
          <p:spPr>
            <a:xfrm>
              <a:off x="5536075" y="3687150"/>
              <a:ext cx="44075" cy="64625"/>
            </a:xfrm>
            <a:custGeom>
              <a:avLst/>
              <a:gdLst/>
              <a:ahLst/>
              <a:cxnLst/>
              <a:rect l="l" t="t" r="r" b="b"/>
              <a:pathLst>
                <a:path w="1763" h="2585" extrusionOk="0">
                  <a:moveTo>
                    <a:pt x="1487" y="0"/>
                  </a:moveTo>
                  <a:cubicBezTo>
                    <a:pt x="1428" y="0"/>
                    <a:pt x="1368" y="27"/>
                    <a:pt x="1327" y="92"/>
                  </a:cubicBezTo>
                  <a:cubicBezTo>
                    <a:pt x="885" y="807"/>
                    <a:pt x="465" y="1539"/>
                    <a:pt x="79" y="2287"/>
                  </a:cubicBezTo>
                  <a:cubicBezTo>
                    <a:pt x="1" y="2440"/>
                    <a:pt x="136" y="2585"/>
                    <a:pt x="267" y="2585"/>
                  </a:cubicBezTo>
                  <a:cubicBezTo>
                    <a:pt x="325" y="2585"/>
                    <a:pt x="383" y="2556"/>
                    <a:pt x="420" y="2486"/>
                  </a:cubicBezTo>
                  <a:lnTo>
                    <a:pt x="420" y="2492"/>
                  </a:lnTo>
                  <a:cubicBezTo>
                    <a:pt x="805" y="1743"/>
                    <a:pt x="1219" y="1005"/>
                    <a:pt x="1667" y="291"/>
                  </a:cubicBezTo>
                  <a:cubicBezTo>
                    <a:pt x="1763" y="144"/>
                    <a:pt x="1625" y="0"/>
                    <a:pt x="14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5" name="Google Shape;8145;p60"/>
            <p:cNvSpPr/>
            <p:nvPr/>
          </p:nvSpPr>
          <p:spPr>
            <a:xfrm>
              <a:off x="5253425" y="3689750"/>
              <a:ext cx="30475" cy="67475"/>
            </a:xfrm>
            <a:custGeom>
              <a:avLst/>
              <a:gdLst/>
              <a:ahLst/>
              <a:cxnLst/>
              <a:rect l="l" t="t" r="r" b="b"/>
              <a:pathLst>
                <a:path w="1219" h="2699" extrusionOk="0">
                  <a:moveTo>
                    <a:pt x="274" y="1"/>
                  </a:moveTo>
                  <a:cubicBezTo>
                    <a:pt x="135" y="1"/>
                    <a:pt x="1" y="141"/>
                    <a:pt x="104" y="283"/>
                  </a:cubicBezTo>
                  <a:cubicBezTo>
                    <a:pt x="563" y="935"/>
                    <a:pt x="813" y="1713"/>
                    <a:pt x="824" y="2507"/>
                  </a:cubicBezTo>
                  <a:cubicBezTo>
                    <a:pt x="824" y="2634"/>
                    <a:pt x="923" y="2698"/>
                    <a:pt x="1022" y="2698"/>
                  </a:cubicBezTo>
                  <a:cubicBezTo>
                    <a:pt x="1120" y="2698"/>
                    <a:pt x="1218" y="2634"/>
                    <a:pt x="1215" y="2507"/>
                  </a:cubicBezTo>
                  <a:cubicBezTo>
                    <a:pt x="1210" y="1644"/>
                    <a:pt x="937" y="799"/>
                    <a:pt x="438" y="90"/>
                  </a:cubicBezTo>
                  <a:cubicBezTo>
                    <a:pt x="395" y="27"/>
                    <a:pt x="334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6" name="Google Shape;8146;p60"/>
            <p:cNvSpPr/>
            <p:nvPr/>
          </p:nvSpPr>
          <p:spPr>
            <a:xfrm>
              <a:off x="5269225" y="3746450"/>
              <a:ext cx="115625" cy="87725"/>
            </a:xfrm>
            <a:custGeom>
              <a:avLst/>
              <a:gdLst/>
              <a:ahLst/>
              <a:cxnLst/>
              <a:rect l="l" t="t" r="r" b="b"/>
              <a:pathLst>
                <a:path w="4625" h="3509" extrusionOk="0">
                  <a:moveTo>
                    <a:pt x="274" y="1"/>
                  </a:moveTo>
                  <a:cubicBezTo>
                    <a:pt x="137" y="1"/>
                    <a:pt x="1" y="140"/>
                    <a:pt x="95" y="290"/>
                  </a:cubicBezTo>
                  <a:lnTo>
                    <a:pt x="90" y="290"/>
                  </a:lnTo>
                  <a:cubicBezTo>
                    <a:pt x="1048" y="1844"/>
                    <a:pt x="2546" y="2990"/>
                    <a:pt x="4298" y="3500"/>
                  </a:cubicBezTo>
                  <a:cubicBezTo>
                    <a:pt x="4319" y="3506"/>
                    <a:pt x="4338" y="3508"/>
                    <a:pt x="4356" y="3508"/>
                  </a:cubicBezTo>
                  <a:cubicBezTo>
                    <a:pt x="4557" y="3508"/>
                    <a:pt x="4625" y="3188"/>
                    <a:pt x="4406" y="3120"/>
                  </a:cubicBezTo>
                  <a:cubicBezTo>
                    <a:pt x="2750" y="2638"/>
                    <a:pt x="1332" y="1560"/>
                    <a:pt x="436" y="91"/>
                  </a:cubicBezTo>
                  <a:cubicBezTo>
                    <a:pt x="394" y="27"/>
                    <a:pt x="334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7" name="Google Shape;8147;p60"/>
            <p:cNvSpPr/>
            <p:nvPr/>
          </p:nvSpPr>
          <p:spPr>
            <a:xfrm>
              <a:off x="5446150" y="3688025"/>
              <a:ext cx="133125" cy="146925"/>
            </a:xfrm>
            <a:custGeom>
              <a:avLst/>
              <a:gdLst/>
              <a:ahLst/>
              <a:cxnLst/>
              <a:rect l="l" t="t" r="r" b="b"/>
              <a:pathLst>
                <a:path w="5325" h="5877" extrusionOk="0">
                  <a:moveTo>
                    <a:pt x="5135" y="0"/>
                  </a:moveTo>
                  <a:cubicBezTo>
                    <a:pt x="5038" y="0"/>
                    <a:pt x="4933" y="63"/>
                    <a:pt x="4918" y="188"/>
                  </a:cubicBezTo>
                  <a:cubicBezTo>
                    <a:pt x="4652" y="2837"/>
                    <a:pt x="2820" y="4896"/>
                    <a:pt x="228" y="5491"/>
                  </a:cubicBezTo>
                  <a:cubicBezTo>
                    <a:pt x="1" y="5544"/>
                    <a:pt x="73" y="5877"/>
                    <a:pt x="286" y="5877"/>
                  </a:cubicBezTo>
                  <a:cubicBezTo>
                    <a:pt x="302" y="5877"/>
                    <a:pt x="318" y="5875"/>
                    <a:pt x="335" y="5871"/>
                  </a:cubicBezTo>
                  <a:cubicBezTo>
                    <a:pt x="3109" y="5230"/>
                    <a:pt x="5026" y="3012"/>
                    <a:pt x="5310" y="188"/>
                  </a:cubicBezTo>
                  <a:cubicBezTo>
                    <a:pt x="5324" y="63"/>
                    <a:pt x="5233" y="0"/>
                    <a:pt x="5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8" name="Google Shape;8148;p60"/>
            <p:cNvSpPr/>
            <p:nvPr/>
          </p:nvSpPr>
          <p:spPr>
            <a:xfrm>
              <a:off x="5367625" y="3823000"/>
              <a:ext cx="98050" cy="15825"/>
            </a:xfrm>
            <a:custGeom>
              <a:avLst/>
              <a:gdLst/>
              <a:ahLst/>
              <a:cxnLst/>
              <a:rect l="l" t="t" r="r" b="b"/>
              <a:pathLst>
                <a:path w="3922" h="633" extrusionOk="0">
                  <a:moveTo>
                    <a:pt x="281" y="0"/>
                  </a:moveTo>
                  <a:cubicBezTo>
                    <a:pt x="76" y="0"/>
                    <a:pt x="1" y="329"/>
                    <a:pt x="226" y="387"/>
                  </a:cubicBezTo>
                  <a:cubicBezTo>
                    <a:pt x="869" y="551"/>
                    <a:pt x="1527" y="633"/>
                    <a:pt x="2185" y="633"/>
                  </a:cubicBezTo>
                  <a:cubicBezTo>
                    <a:pt x="2689" y="633"/>
                    <a:pt x="3193" y="585"/>
                    <a:pt x="3692" y="489"/>
                  </a:cubicBezTo>
                  <a:cubicBezTo>
                    <a:pt x="3922" y="441"/>
                    <a:pt x="3844" y="105"/>
                    <a:pt x="3625" y="105"/>
                  </a:cubicBezTo>
                  <a:cubicBezTo>
                    <a:pt x="3612" y="105"/>
                    <a:pt x="3598" y="107"/>
                    <a:pt x="3584" y="109"/>
                  </a:cubicBezTo>
                  <a:cubicBezTo>
                    <a:pt x="3121" y="199"/>
                    <a:pt x="2651" y="245"/>
                    <a:pt x="2181" y="245"/>
                  </a:cubicBezTo>
                  <a:cubicBezTo>
                    <a:pt x="1559" y="245"/>
                    <a:pt x="938" y="165"/>
                    <a:pt x="334" y="7"/>
                  </a:cubicBezTo>
                  <a:cubicBezTo>
                    <a:pt x="316" y="2"/>
                    <a:pt x="298" y="0"/>
                    <a:pt x="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9" name="Google Shape;8149;p60"/>
            <p:cNvSpPr/>
            <p:nvPr/>
          </p:nvSpPr>
          <p:spPr>
            <a:xfrm>
              <a:off x="5353850" y="3742700"/>
              <a:ext cx="16425" cy="30875"/>
            </a:xfrm>
            <a:custGeom>
              <a:avLst/>
              <a:gdLst/>
              <a:ahLst/>
              <a:cxnLst/>
              <a:rect l="l" t="t" r="r" b="b"/>
              <a:pathLst>
                <a:path w="657" h="1235" extrusionOk="0">
                  <a:moveTo>
                    <a:pt x="191" y="1"/>
                  </a:moveTo>
                  <a:cubicBezTo>
                    <a:pt x="93" y="1"/>
                    <a:pt x="0" y="63"/>
                    <a:pt x="12" y="190"/>
                  </a:cubicBezTo>
                  <a:lnTo>
                    <a:pt x="6" y="190"/>
                  </a:lnTo>
                  <a:cubicBezTo>
                    <a:pt x="34" y="502"/>
                    <a:pt x="102" y="814"/>
                    <a:pt x="221" y="1103"/>
                  </a:cubicBezTo>
                  <a:cubicBezTo>
                    <a:pt x="257" y="1195"/>
                    <a:pt x="338" y="1235"/>
                    <a:pt x="418" y="1235"/>
                  </a:cubicBezTo>
                  <a:cubicBezTo>
                    <a:pt x="539" y="1235"/>
                    <a:pt x="656" y="1142"/>
                    <a:pt x="602" y="1001"/>
                  </a:cubicBezTo>
                  <a:cubicBezTo>
                    <a:pt x="494" y="740"/>
                    <a:pt x="426" y="468"/>
                    <a:pt x="403" y="190"/>
                  </a:cubicBezTo>
                  <a:cubicBezTo>
                    <a:pt x="394" y="65"/>
                    <a:pt x="290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0" name="Google Shape;8150;p60"/>
            <p:cNvSpPr/>
            <p:nvPr/>
          </p:nvSpPr>
          <p:spPr>
            <a:xfrm>
              <a:off x="5462600" y="3742650"/>
              <a:ext cx="9825" cy="30475"/>
            </a:xfrm>
            <a:custGeom>
              <a:avLst/>
              <a:gdLst/>
              <a:ahLst/>
              <a:cxnLst/>
              <a:rect l="l" t="t" r="r" b="b"/>
              <a:pathLst>
                <a:path w="393" h="1219" extrusionOk="0">
                  <a:moveTo>
                    <a:pt x="196" y="1"/>
                  </a:moveTo>
                  <a:cubicBezTo>
                    <a:pt x="99" y="1"/>
                    <a:pt x="1" y="64"/>
                    <a:pt x="1" y="192"/>
                  </a:cubicBezTo>
                  <a:lnTo>
                    <a:pt x="1" y="1032"/>
                  </a:lnTo>
                  <a:cubicBezTo>
                    <a:pt x="1" y="1156"/>
                    <a:pt x="99" y="1219"/>
                    <a:pt x="196" y="1219"/>
                  </a:cubicBezTo>
                  <a:cubicBezTo>
                    <a:pt x="294" y="1219"/>
                    <a:pt x="392" y="1156"/>
                    <a:pt x="392" y="1032"/>
                  </a:cubicBezTo>
                  <a:lnTo>
                    <a:pt x="392" y="192"/>
                  </a:lnTo>
                  <a:cubicBezTo>
                    <a:pt x="392" y="64"/>
                    <a:pt x="294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1" name="Google Shape;8151;p60"/>
            <p:cNvSpPr/>
            <p:nvPr/>
          </p:nvSpPr>
          <p:spPr>
            <a:xfrm>
              <a:off x="5533650" y="3741225"/>
              <a:ext cx="9800" cy="25075"/>
            </a:xfrm>
            <a:custGeom>
              <a:avLst/>
              <a:gdLst/>
              <a:ahLst/>
              <a:cxnLst/>
              <a:rect l="l" t="t" r="r" b="b"/>
              <a:pathLst>
                <a:path w="392" h="1003" extrusionOk="0">
                  <a:moveTo>
                    <a:pt x="196" y="1"/>
                  </a:moveTo>
                  <a:cubicBezTo>
                    <a:pt x="98" y="1"/>
                    <a:pt x="0" y="65"/>
                    <a:pt x="0" y="192"/>
                  </a:cubicBezTo>
                  <a:lnTo>
                    <a:pt x="0" y="811"/>
                  </a:lnTo>
                  <a:cubicBezTo>
                    <a:pt x="0" y="938"/>
                    <a:pt x="98" y="1002"/>
                    <a:pt x="196" y="1002"/>
                  </a:cubicBezTo>
                  <a:cubicBezTo>
                    <a:pt x="294" y="1002"/>
                    <a:pt x="392" y="938"/>
                    <a:pt x="392" y="811"/>
                  </a:cubicBezTo>
                  <a:lnTo>
                    <a:pt x="392" y="192"/>
                  </a:lnTo>
                  <a:cubicBezTo>
                    <a:pt x="392" y="65"/>
                    <a:pt x="294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2" name="Google Shape;8152;p60"/>
            <p:cNvSpPr/>
            <p:nvPr/>
          </p:nvSpPr>
          <p:spPr>
            <a:xfrm>
              <a:off x="5355850" y="3765450"/>
              <a:ext cx="67775" cy="73100"/>
            </a:xfrm>
            <a:custGeom>
              <a:avLst/>
              <a:gdLst/>
              <a:ahLst/>
              <a:cxnLst/>
              <a:rect l="l" t="t" r="r" b="b"/>
              <a:pathLst>
                <a:path w="2711" h="2924" extrusionOk="0">
                  <a:moveTo>
                    <a:pt x="270" y="0"/>
                  </a:moveTo>
                  <a:cubicBezTo>
                    <a:pt x="135" y="0"/>
                    <a:pt x="0" y="142"/>
                    <a:pt x="90" y="295"/>
                  </a:cubicBezTo>
                  <a:cubicBezTo>
                    <a:pt x="663" y="1277"/>
                    <a:pt x="1406" y="2150"/>
                    <a:pt x="2280" y="2876"/>
                  </a:cubicBezTo>
                  <a:cubicBezTo>
                    <a:pt x="2320" y="2910"/>
                    <a:pt x="2365" y="2924"/>
                    <a:pt x="2407" y="2924"/>
                  </a:cubicBezTo>
                  <a:cubicBezTo>
                    <a:pt x="2569" y="2924"/>
                    <a:pt x="2710" y="2724"/>
                    <a:pt x="2558" y="2598"/>
                  </a:cubicBezTo>
                  <a:cubicBezTo>
                    <a:pt x="1707" y="1895"/>
                    <a:pt x="987" y="1044"/>
                    <a:pt x="431" y="97"/>
                  </a:cubicBezTo>
                  <a:cubicBezTo>
                    <a:pt x="391" y="29"/>
                    <a:pt x="330" y="0"/>
                    <a:pt x="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3" name="Google Shape;8153;p60"/>
            <p:cNvSpPr/>
            <p:nvPr/>
          </p:nvSpPr>
          <p:spPr>
            <a:xfrm>
              <a:off x="5422475" y="3764925"/>
              <a:ext cx="50700" cy="73800"/>
            </a:xfrm>
            <a:custGeom>
              <a:avLst/>
              <a:gdLst/>
              <a:ahLst/>
              <a:cxnLst/>
              <a:rect l="l" t="t" r="r" b="b"/>
              <a:pathLst>
                <a:path w="2028" h="2952" extrusionOk="0">
                  <a:moveTo>
                    <a:pt x="1763" y="1"/>
                  </a:moveTo>
                  <a:cubicBezTo>
                    <a:pt x="1707" y="1"/>
                    <a:pt x="1653" y="30"/>
                    <a:pt x="1623" y="101"/>
                  </a:cubicBezTo>
                  <a:cubicBezTo>
                    <a:pt x="1220" y="1014"/>
                    <a:pt x="710" y="1876"/>
                    <a:pt x="108" y="2670"/>
                  </a:cubicBezTo>
                  <a:cubicBezTo>
                    <a:pt x="0" y="2811"/>
                    <a:pt x="138" y="2951"/>
                    <a:pt x="281" y="2951"/>
                  </a:cubicBezTo>
                  <a:cubicBezTo>
                    <a:pt x="340" y="2951"/>
                    <a:pt x="400" y="2927"/>
                    <a:pt x="443" y="2869"/>
                  </a:cubicBezTo>
                  <a:cubicBezTo>
                    <a:pt x="1050" y="2075"/>
                    <a:pt x="1560" y="1213"/>
                    <a:pt x="1957" y="299"/>
                  </a:cubicBezTo>
                  <a:cubicBezTo>
                    <a:pt x="2028" y="143"/>
                    <a:pt x="1889" y="1"/>
                    <a:pt x="1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4" name="Google Shape;8154;p60"/>
            <p:cNvSpPr/>
            <p:nvPr/>
          </p:nvSpPr>
          <p:spPr>
            <a:xfrm>
              <a:off x="5298550" y="3641000"/>
              <a:ext cx="20300" cy="61250"/>
            </a:xfrm>
            <a:custGeom>
              <a:avLst/>
              <a:gdLst/>
              <a:ahLst/>
              <a:cxnLst/>
              <a:rect l="l" t="t" r="r" b="b"/>
              <a:pathLst>
                <a:path w="812" h="2450" extrusionOk="0">
                  <a:moveTo>
                    <a:pt x="389" y="0"/>
                  </a:moveTo>
                  <a:cubicBezTo>
                    <a:pt x="329" y="0"/>
                    <a:pt x="267" y="25"/>
                    <a:pt x="221" y="83"/>
                  </a:cubicBezTo>
                  <a:lnTo>
                    <a:pt x="119" y="214"/>
                  </a:lnTo>
                  <a:cubicBezTo>
                    <a:pt x="65" y="287"/>
                    <a:pt x="90" y="379"/>
                    <a:pt x="145" y="441"/>
                  </a:cubicBezTo>
                  <a:lnTo>
                    <a:pt x="145" y="441"/>
                  </a:lnTo>
                  <a:cubicBezTo>
                    <a:pt x="92" y="518"/>
                    <a:pt x="85" y="627"/>
                    <a:pt x="150" y="692"/>
                  </a:cubicBezTo>
                  <a:lnTo>
                    <a:pt x="150" y="692"/>
                  </a:lnTo>
                  <a:cubicBezTo>
                    <a:pt x="123" y="749"/>
                    <a:pt x="122" y="818"/>
                    <a:pt x="153" y="878"/>
                  </a:cubicBezTo>
                  <a:cubicBezTo>
                    <a:pt x="166" y="902"/>
                    <a:pt x="179" y="922"/>
                    <a:pt x="192" y="938"/>
                  </a:cubicBezTo>
                  <a:lnTo>
                    <a:pt x="192" y="938"/>
                  </a:lnTo>
                  <a:cubicBezTo>
                    <a:pt x="167" y="968"/>
                    <a:pt x="145" y="1001"/>
                    <a:pt x="125" y="1036"/>
                  </a:cubicBezTo>
                  <a:cubicBezTo>
                    <a:pt x="72" y="1132"/>
                    <a:pt x="104" y="1248"/>
                    <a:pt x="190" y="1302"/>
                  </a:cubicBezTo>
                  <a:lnTo>
                    <a:pt x="190" y="1302"/>
                  </a:lnTo>
                  <a:cubicBezTo>
                    <a:pt x="182" y="1309"/>
                    <a:pt x="174" y="1317"/>
                    <a:pt x="165" y="1326"/>
                  </a:cubicBezTo>
                  <a:cubicBezTo>
                    <a:pt x="119" y="1365"/>
                    <a:pt x="85" y="1411"/>
                    <a:pt x="63" y="1462"/>
                  </a:cubicBezTo>
                  <a:cubicBezTo>
                    <a:pt x="0" y="1570"/>
                    <a:pt x="57" y="1711"/>
                    <a:pt x="182" y="1745"/>
                  </a:cubicBezTo>
                  <a:lnTo>
                    <a:pt x="218" y="1761"/>
                  </a:lnTo>
                  <a:lnTo>
                    <a:pt x="218" y="1761"/>
                  </a:lnTo>
                  <a:cubicBezTo>
                    <a:pt x="126" y="1922"/>
                    <a:pt x="107" y="2108"/>
                    <a:pt x="153" y="2307"/>
                  </a:cubicBezTo>
                  <a:cubicBezTo>
                    <a:pt x="176" y="2406"/>
                    <a:pt x="250" y="2449"/>
                    <a:pt x="327" y="2449"/>
                  </a:cubicBezTo>
                  <a:cubicBezTo>
                    <a:pt x="443" y="2449"/>
                    <a:pt x="567" y="2352"/>
                    <a:pt x="533" y="2205"/>
                  </a:cubicBezTo>
                  <a:cubicBezTo>
                    <a:pt x="499" y="2029"/>
                    <a:pt x="550" y="1904"/>
                    <a:pt x="681" y="1825"/>
                  </a:cubicBezTo>
                  <a:cubicBezTo>
                    <a:pt x="811" y="1723"/>
                    <a:pt x="709" y="1547"/>
                    <a:pt x="590" y="1496"/>
                  </a:cubicBezTo>
                  <a:lnTo>
                    <a:pt x="585" y="1494"/>
                  </a:lnTo>
                  <a:lnTo>
                    <a:pt x="585" y="1494"/>
                  </a:lnTo>
                  <a:cubicBezTo>
                    <a:pt x="640" y="1453"/>
                    <a:pt x="684" y="1402"/>
                    <a:pt x="686" y="1303"/>
                  </a:cubicBezTo>
                  <a:cubicBezTo>
                    <a:pt x="691" y="1217"/>
                    <a:pt x="663" y="1152"/>
                    <a:pt x="617" y="1100"/>
                  </a:cubicBezTo>
                  <a:lnTo>
                    <a:pt x="617" y="1100"/>
                  </a:lnTo>
                  <a:cubicBezTo>
                    <a:pt x="690" y="1046"/>
                    <a:pt x="749" y="987"/>
                    <a:pt x="726" y="855"/>
                  </a:cubicBezTo>
                  <a:cubicBezTo>
                    <a:pt x="715" y="799"/>
                    <a:pt x="667" y="746"/>
                    <a:pt x="618" y="708"/>
                  </a:cubicBezTo>
                  <a:lnTo>
                    <a:pt x="618" y="708"/>
                  </a:lnTo>
                  <a:cubicBezTo>
                    <a:pt x="629" y="644"/>
                    <a:pt x="618" y="578"/>
                    <a:pt x="585" y="521"/>
                  </a:cubicBezTo>
                  <a:lnTo>
                    <a:pt x="585" y="521"/>
                  </a:lnTo>
                  <a:cubicBezTo>
                    <a:pt x="615" y="442"/>
                    <a:pt x="607" y="357"/>
                    <a:pt x="561" y="283"/>
                  </a:cubicBezTo>
                  <a:lnTo>
                    <a:pt x="561" y="283"/>
                  </a:lnTo>
                  <a:lnTo>
                    <a:pt x="562" y="282"/>
                  </a:lnTo>
                  <a:cubicBezTo>
                    <a:pt x="669" y="138"/>
                    <a:pt x="533" y="0"/>
                    <a:pt x="3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5" name="Google Shape;8155;p60"/>
            <p:cNvSpPr/>
            <p:nvPr/>
          </p:nvSpPr>
          <p:spPr>
            <a:xfrm>
              <a:off x="5402350" y="3639475"/>
              <a:ext cx="19575" cy="55775"/>
            </a:xfrm>
            <a:custGeom>
              <a:avLst/>
              <a:gdLst/>
              <a:ahLst/>
              <a:cxnLst/>
              <a:rect l="l" t="t" r="r" b="b"/>
              <a:pathLst>
                <a:path w="783" h="2231" extrusionOk="0">
                  <a:moveTo>
                    <a:pt x="352" y="388"/>
                  </a:moveTo>
                  <a:lnTo>
                    <a:pt x="352" y="394"/>
                  </a:lnTo>
                  <a:cubicBezTo>
                    <a:pt x="351" y="392"/>
                    <a:pt x="351" y="390"/>
                    <a:pt x="351" y="388"/>
                  </a:cubicBezTo>
                  <a:lnTo>
                    <a:pt x="351" y="388"/>
                  </a:lnTo>
                  <a:cubicBezTo>
                    <a:pt x="351" y="388"/>
                    <a:pt x="351" y="388"/>
                    <a:pt x="352" y="388"/>
                  </a:cubicBezTo>
                  <a:close/>
                  <a:moveTo>
                    <a:pt x="387" y="0"/>
                  </a:moveTo>
                  <a:cubicBezTo>
                    <a:pt x="339" y="0"/>
                    <a:pt x="290" y="6"/>
                    <a:pt x="244" y="14"/>
                  </a:cubicBezTo>
                  <a:cubicBezTo>
                    <a:pt x="58" y="44"/>
                    <a:pt x="73" y="273"/>
                    <a:pt x="202" y="359"/>
                  </a:cubicBezTo>
                  <a:lnTo>
                    <a:pt x="202" y="359"/>
                  </a:lnTo>
                  <a:cubicBezTo>
                    <a:pt x="149" y="413"/>
                    <a:pt x="101" y="472"/>
                    <a:pt x="119" y="587"/>
                  </a:cubicBezTo>
                  <a:cubicBezTo>
                    <a:pt x="127" y="649"/>
                    <a:pt x="150" y="700"/>
                    <a:pt x="184" y="743"/>
                  </a:cubicBezTo>
                  <a:lnTo>
                    <a:pt x="184" y="743"/>
                  </a:lnTo>
                  <a:cubicBezTo>
                    <a:pt x="125" y="816"/>
                    <a:pt x="78" y="900"/>
                    <a:pt x="46" y="990"/>
                  </a:cubicBezTo>
                  <a:cubicBezTo>
                    <a:pt x="0" y="1095"/>
                    <a:pt x="89" y="1210"/>
                    <a:pt x="193" y="1231"/>
                  </a:cubicBezTo>
                  <a:lnTo>
                    <a:pt x="193" y="1231"/>
                  </a:lnTo>
                  <a:cubicBezTo>
                    <a:pt x="191" y="1233"/>
                    <a:pt x="189" y="1236"/>
                    <a:pt x="187" y="1239"/>
                  </a:cubicBezTo>
                  <a:cubicBezTo>
                    <a:pt x="142" y="1307"/>
                    <a:pt x="131" y="1392"/>
                    <a:pt x="170" y="1466"/>
                  </a:cubicBezTo>
                  <a:cubicBezTo>
                    <a:pt x="204" y="1545"/>
                    <a:pt x="272" y="1557"/>
                    <a:pt x="312" y="1619"/>
                  </a:cubicBezTo>
                  <a:cubicBezTo>
                    <a:pt x="317" y="1627"/>
                    <a:pt x="321" y="1633"/>
                    <a:pt x="325" y="1637"/>
                  </a:cubicBezTo>
                  <a:lnTo>
                    <a:pt x="325" y="1637"/>
                  </a:lnTo>
                  <a:cubicBezTo>
                    <a:pt x="324" y="1648"/>
                    <a:pt x="323" y="1662"/>
                    <a:pt x="323" y="1682"/>
                  </a:cubicBezTo>
                  <a:cubicBezTo>
                    <a:pt x="323" y="1767"/>
                    <a:pt x="250" y="1908"/>
                    <a:pt x="227" y="1988"/>
                  </a:cubicBezTo>
                  <a:cubicBezTo>
                    <a:pt x="182" y="2135"/>
                    <a:pt x="302" y="2231"/>
                    <a:pt x="420" y="2231"/>
                  </a:cubicBezTo>
                  <a:cubicBezTo>
                    <a:pt x="498" y="2231"/>
                    <a:pt x="576" y="2190"/>
                    <a:pt x="607" y="2096"/>
                  </a:cubicBezTo>
                  <a:cubicBezTo>
                    <a:pt x="658" y="1920"/>
                    <a:pt x="783" y="1676"/>
                    <a:pt x="726" y="1489"/>
                  </a:cubicBezTo>
                  <a:cubicBezTo>
                    <a:pt x="714" y="1453"/>
                    <a:pt x="670" y="1408"/>
                    <a:pt x="628" y="1371"/>
                  </a:cubicBezTo>
                  <a:lnTo>
                    <a:pt x="628" y="1371"/>
                  </a:lnTo>
                  <a:cubicBezTo>
                    <a:pt x="685" y="1324"/>
                    <a:pt x="727" y="1270"/>
                    <a:pt x="715" y="1148"/>
                  </a:cubicBezTo>
                  <a:cubicBezTo>
                    <a:pt x="702" y="1041"/>
                    <a:pt x="648" y="968"/>
                    <a:pt x="573" y="920"/>
                  </a:cubicBezTo>
                  <a:lnTo>
                    <a:pt x="573" y="920"/>
                  </a:lnTo>
                  <a:lnTo>
                    <a:pt x="607" y="882"/>
                  </a:lnTo>
                  <a:cubicBezTo>
                    <a:pt x="741" y="793"/>
                    <a:pt x="732" y="572"/>
                    <a:pt x="570" y="521"/>
                  </a:cubicBezTo>
                  <a:lnTo>
                    <a:pt x="570" y="521"/>
                  </a:lnTo>
                  <a:cubicBezTo>
                    <a:pt x="571" y="519"/>
                    <a:pt x="572" y="516"/>
                    <a:pt x="573" y="513"/>
                  </a:cubicBezTo>
                  <a:cubicBezTo>
                    <a:pt x="584" y="479"/>
                    <a:pt x="635" y="451"/>
                    <a:pt x="658" y="417"/>
                  </a:cubicBezTo>
                  <a:cubicBezTo>
                    <a:pt x="692" y="343"/>
                    <a:pt x="703" y="252"/>
                    <a:pt x="675" y="173"/>
                  </a:cubicBezTo>
                  <a:cubicBezTo>
                    <a:pt x="626" y="38"/>
                    <a:pt x="510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6" name="Google Shape;8156;p60"/>
            <p:cNvSpPr/>
            <p:nvPr/>
          </p:nvSpPr>
          <p:spPr>
            <a:xfrm>
              <a:off x="5497675" y="3637275"/>
              <a:ext cx="20300" cy="48800"/>
            </a:xfrm>
            <a:custGeom>
              <a:avLst/>
              <a:gdLst/>
              <a:ahLst/>
              <a:cxnLst/>
              <a:rect l="l" t="t" r="r" b="b"/>
              <a:pathLst>
                <a:path w="812" h="1952" extrusionOk="0">
                  <a:moveTo>
                    <a:pt x="540" y="0"/>
                  </a:moveTo>
                  <a:cubicBezTo>
                    <a:pt x="496" y="0"/>
                    <a:pt x="451" y="20"/>
                    <a:pt x="413" y="68"/>
                  </a:cubicBezTo>
                  <a:cubicBezTo>
                    <a:pt x="322" y="176"/>
                    <a:pt x="231" y="289"/>
                    <a:pt x="214" y="437"/>
                  </a:cubicBezTo>
                  <a:cubicBezTo>
                    <a:pt x="214" y="499"/>
                    <a:pt x="220" y="561"/>
                    <a:pt x="237" y="618"/>
                  </a:cubicBezTo>
                  <a:cubicBezTo>
                    <a:pt x="254" y="794"/>
                    <a:pt x="214" y="873"/>
                    <a:pt x="146" y="1015"/>
                  </a:cubicBezTo>
                  <a:cubicBezTo>
                    <a:pt x="79" y="1157"/>
                    <a:pt x="77" y="1291"/>
                    <a:pt x="135" y="1397"/>
                  </a:cubicBezTo>
                  <a:lnTo>
                    <a:pt x="135" y="1397"/>
                  </a:lnTo>
                  <a:lnTo>
                    <a:pt x="107" y="1424"/>
                  </a:lnTo>
                  <a:cubicBezTo>
                    <a:pt x="0" y="1540"/>
                    <a:pt x="61" y="1714"/>
                    <a:pt x="195" y="1751"/>
                  </a:cubicBezTo>
                  <a:lnTo>
                    <a:pt x="195" y="1751"/>
                  </a:lnTo>
                  <a:cubicBezTo>
                    <a:pt x="201" y="1853"/>
                    <a:pt x="284" y="1952"/>
                    <a:pt x="388" y="1952"/>
                  </a:cubicBezTo>
                  <a:cubicBezTo>
                    <a:pt x="420" y="1952"/>
                    <a:pt x="453" y="1943"/>
                    <a:pt x="487" y="1923"/>
                  </a:cubicBezTo>
                  <a:cubicBezTo>
                    <a:pt x="589" y="1866"/>
                    <a:pt x="668" y="1781"/>
                    <a:pt x="730" y="1690"/>
                  </a:cubicBezTo>
                  <a:cubicBezTo>
                    <a:pt x="792" y="1578"/>
                    <a:pt x="737" y="1438"/>
                    <a:pt x="615" y="1402"/>
                  </a:cubicBezTo>
                  <a:lnTo>
                    <a:pt x="615" y="1402"/>
                  </a:lnTo>
                  <a:cubicBezTo>
                    <a:pt x="619" y="1317"/>
                    <a:pt x="568" y="1232"/>
                    <a:pt x="476" y="1202"/>
                  </a:cubicBezTo>
                  <a:lnTo>
                    <a:pt x="476" y="1202"/>
                  </a:lnTo>
                  <a:cubicBezTo>
                    <a:pt x="477" y="1203"/>
                    <a:pt x="478" y="1203"/>
                    <a:pt x="479" y="1203"/>
                  </a:cubicBezTo>
                  <a:cubicBezTo>
                    <a:pt x="533" y="1203"/>
                    <a:pt x="663" y="906"/>
                    <a:pt x="668" y="856"/>
                  </a:cubicBezTo>
                  <a:cubicBezTo>
                    <a:pt x="708" y="686"/>
                    <a:pt x="560" y="493"/>
                    <a:pt x="691" y="340"/>
                  </a:cubicBezTo>
                  <a:cubicBezTo>
                    <a:pt x="811" y="198"/>
                    <a:pt x="680" y="0"/>
                    <a:pt x="5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7" name="Google Shape;8157;p60"/>
            <p:cNvSpPr/>
            <p:nvPr/>
          </p:nvSpPr>
          <p:spPr>
            <a:xfrm>
              <a:off x="5569250" y="3640800"/>
              <a:ext cx="15650" cy="52225"/>
            </a:xfrm>
            <a:custGeom>
              <a:avLst/>
              <a:gdLst/>
              <a:ahLst/>
              <a:cxnLst/>
              <a:rect l="l" t="t" r="r" b="b"/>
              <a:pathLst>
                <a:path w="626" h="2089" extrusionOk="0">
                  <a:moveTo>
                    <a:pt x="356" y="1"/>
                  </a:moveTo>
                  <a:cubicBezTo>
                    <a:pt x="296" y="1"/>
                    <a:pt x="237" y="29"/>
                    <a:pt x="199" y="97"/>
                  </a:cubicBezTo>
                  <a:cubicBezTo>
                    <a:pt x="74" y="313"/>
                    <a:pt x="97" y="415"/>
                    <a:pt x="114" y="642"/>
                  </a:cubicBezTo>
                  <a:cubicBezTo>
                    <a:pt x="131" y="766"/>
                    <a:pt x="0" y="925"/>
                    <a:pt x="17" y="1107"/>
                  </a:cubicBezTo>
                  <a:cubicBezTo>
                    <a:pt x="23" y="1215"/>
                    <a:pt x="80" y="1317"/>
                    <a:pt x="85" y="1424"/>
                  </a:cubicBezTo>
                  <a:cubicBezTo>
                    <a:pt x="91" y="1532"/>
                    <a:pt x="17" y="1606"/>
                    <a:pt x="12" y="1714"/>
                  </a:cubicBezTo>
                  <a:cubicBezTo>
                    <a:pt x="0" y="1782"/>
                    <a:pt x="23" y="1855"/>
                    <a:pt x="63" y="1912"/>
                  </a:cubicBezTo>
                  <a:cubicBezTo>
                    <a:pt x="76" y="1926"/>
                    <a:pt x="105" y="1950"/>
                    <a:pt x="133" y="1972"/>
                  </a:cubicBezTo>
                  <a:lnTo>
                    <a:pt x="133" y="1972"/>
                  </a:lnTo>
                  <a:cubicBezTo>
                    <a:pt x="161" y="2033"/>
                    <a:pt x="217" y="2082"/>
                    <a:pt x="301" y="2088"/>
                  </a:cubicBezTo>
                  <a:lnTo>
                    <a:pt x="329" y="2088"/>
                  </a:lnTo>
                  <a:cubicBezTo>
                    <a:pt x="334" y="2088"/>
                    <a:pt x="338" y="2089"/>
                    <a:pt x="343" y="2089"/>
                  </a:cubicBezTo>
                  <a:cubicBezTo>
                    <a:pt x="411" y="2089"/>
                    <a:pt x="467" y="2050"/>
                    <a:pt x="499" y="1992"/>
                  </a:cubicBezTo>
                  <a:cubicBezTo>
                    <a:pt x="505" y="1980"/>
                    <a:pt x="511" y="1975"/>
                    <a:pt x="516" y="1963"/>
                  </a:cubicBezTo>
                  <a:cubicBezTo>
                    <a:pt x="550" y="1901"/>
                    <a:pt x="550" y="1821"/>
                    <a:pt x="516" y="1765"/>
                  </a:cubicBezTo>
                  <a:cubicBezTo>
                    <a:pt x="489" y="1730"/>
                    <a:pt x="458" y="1700"/>
                    <a:pt x="423" y="1675"/>
                  </a:cubicBezTo>
                  <a:lnTo>
                    <a:pt x="423" y="1675"/>
                  </a:lnTo>
                  <a:cubicBezTo>
                    <a:pt x="448" y="1611"/>
                    <a:pt x="488" y="1517"/>
                    <a:pt x="488" y="1475"/>
                  </a:cubicBezTo>
                  <a:cubicBezTo>
                    <a:pt x="494" y="1322"/>
                    <a:pt x="397" y="1180"/>
                    <a:pt x="420" y="1027"/>
                  </a:cubicBezTo>
                  <a:cubicBezTo>
                    <a:pt x="443" y="903"/>
                    <a:pt x="533" y="817"/>
                    <a:pt x="539" y="681"/>
                  </a:cubicBezTo>
                  <a:cubicBezTo>
                    <a:pt x="539" y="523"/>
                    <a:pt x="437" y="460"/>
                    <a:pt x="539" y="296"/>
                  </a:cubicBezTo>
                  <a:cubicBezTo>
                    <a:pt x="625" y="143"/>
                    <a:pt x="489" y="1"/>
                    <a:pt x="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8" name="Google Shape;8158;p60"/>
            <p:cNvSpPr/>
            <p:nvPr/>
          </p:nvSpPr>
          <p:spPr>
            <a:xfrm>
              <a:off x="5251275" y="3637250"/>
              <a:ext cx="18075" cy="59600"/>
            </a:xfrm>
            <a:custGeom>
              <a:avLst/>
              <a:gdLst/>
              <a:ahLst/>
              <a:cxnLst/>
              <a:rect l="l" t="t" r="r" b="b"/>
              <a:pathLst>
                <a:path w="723" h="2384" extrusionOk="0">
                  <a:moveTo>
                    <a:pt x="266" y="0"/>
                  </a:moveTo>
                  <a:cubicBezTo>
                    <a:pt x="139" y="0"/>
                    <a:pt x="0" y="146"/>
                    <a:pt x="70" y="301"/>
                  </a:cubicBezTo>
                  <a:cubicBezTo>
                    <a:pt x="150" y="477"/>
                    <a:pt x="59" y="699"/>
                    <a:pt x="76" y="886"/>
                  </a:cubicBezTo>
                  <a:cubicBezTo>
                    <a:pt x="99" y="1073"/>
                    <a:pt x="121" y="1254"/>
                    <a:pt x="127" y="1453"/>
                  </a:cubicBezTo>
                  <a:cubicBezTo>
                    <a:pt x="130" y="1587"/>
                    <a:pt x="162" y="1685"/>
                    <a:pt x="231" y="1751"/>
                  </a:cubicBezTo>
                  <a:lnTo>
                    <a:pt x="231" y="1751"/>
                  </a:lnTo>
                  <a:cubicBezTo>
                    <a:pt x="190" y="1876"/>
                    <a:pt x="159" y="2005"/>
                    <a:pt x="138" y="2134"/>
                  </a:cubicBezTo>
                  <a:cubicBezTo>
                    <a:pt x="115" y="2284"/>
                    <a:pt x="243" y="2383"/>
                    <a:pt x="358" y="2383"/>
                  </a:cubicBezTo>
                  <a:cubicBezTo>
                    <a:pt x="433" y="2383"/>
                    <a:pt x="503" y="2340"/>
                    <a:pt x="519" y="2241"/>
                  </a:cubicBezTo>
                  <a:lnTo>
                    <a:pt x="519" y="2236"/>
                  </a:lnTo>
                  <a:cubicBezTo>
                    <a:pt x="547" y="2054"/>
                    <a:pt x="592" y="1873"/>
                    <a:pt x="666" y="1703"/>
                  </a:cubicBezTo>
                  <a:cubicBezTo>
                    <a:pt x="723" y="1572"/>
                    <a:pt x="587" y="1470"/>
                    <a:pt x="479" y="1453"/>
                  </a:cubicBezTo>
                  <a:lnTo>
                    <a:pt x="479" y="1453"/>
                  </a:lnTo>
                  <a:cubicBezTo>
                    <a:pt x="483" y="1453"/>
                    <a:pt x="487" y="1454"/>
                    <a:pt x="490" y="1454"/>
                  </a:cubicBezTo>
                  <a:cubicBezTo>
                    <a:pt x="665" y="1454"/>
                    <a:pt x="501" y="935"/>
                    <a:pt x="490" y="869"/>
                  </a:cubicBezTo>
                  <a:cubicBezTo>
                    <a:pt x="445" y="596"/>
                    <a:pt x="530" y="364"/>
                    <a:pt x="411" y="103"/>
                  </a:cubicBezTo>
                  <a:cubicBezTo>
                    <a:pt x="379" y="30"/>
                    <a:pt x="324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9" name="Google Shape;8159;p60"/>
            <p:cNvSpPr/>
            <p:nvPr/>
          </p:nvSpPr>
          <p:spPr>
            <a:xfrm>
              <a:off x="5304225" y="2958675"/>
              <a:ext cx="75725" cy="685900"/>
            </a:xfrm>
            <a:custGeom>
              <a:avLst/>
              <a:gdLst/>
              <a:ahLst/>
              <a:cxnLst/>
              <a:rect l="l" t="t" r="r" b="b"/>
              <a:pathLst>
                <a:path w="3029" h="27436" extrusionOk="0">
                  <a:moveTo>
                    <a:pt x="2840" y="1"/>
                  </a:moveTo>
                  <a:cubicBezTo>
                    <a:pt x="2741" y="1"/>
                    <a:pt x="2635" y="65"/>
                    <a:pt x="2621" y="190"/>
                  </a:cubicBezTo>
                  <a:cubicBezTo>
                    <a:pt x="1753" y="9209"/>
                    <a:pt x="885" y="18227"/>
                    <a:pt x="11" y="27246"/>
                  </a:cubicBezTo>
                  <a:cubicBezTo>
                    <a:pt x="0" y="27373"/>
                    <a:pt x="91" y="27435"/>
                    <a:pt x="188" y="27435"/>
                  </a:cubicBezTo>
                  <a:cubicBezTo>
                    <a:pt x="287" y="27435"/>
                    <a:pt x="391" y="27371"/>
                    <a:pt x="403" y="27246"/>
                  </a:cubicBezTo>
                  <a:cubicBezTo>
                    <a:pt x="1276" y="18227"/>
                    <a:pt x="2144" y="9209"/>
                    <a:pt x="3018" y="190"/>
                  </a:cubicBezTo>
                  <a:cubicBezTo>
                    <a:pt x="3029" y="63"/>
                    <a:pt x="2938" y="1"/>
                    <a:pt x="28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0" name="Google Shape;8160;p60"/>
            <p:cNvSpPr/>
            <p:nvPr/>
          </p:nvSpPr>
          <p:spPr>
            <a:xfrm>
              <a:off x="5383500" y="2956475"/>
              <a:ext cx="133350" cy="690750"/>
            </a:xfrm>
            <a:custGeom>
              <a:avLst/>
              <a:gdLst/>
              <a:ahLst/>
              <a:cxnLst/>
              <a:rect l="l" t="t" r="r" b="b"/>
              <a:pathLst>
                <a:path w="5334" h="27630" extrusionOk="0">
                  <a:moveTo>
                    <a:pt x="244" y="0"/>
                  </a:moveTo>
                  <a:cubicBezTo>
                    <a:pt x="128" y="0"/>
                    <a:pt x="1" y="99"/>
                    <a:pt x="28" y="250"/>
                  </a:cubicBezTo>
                  <a:lnTo>
                    <a:pt x="4929" y="27487"/>
                  </a:lnTo>
                  <a:cubicBezTo>
                    <a:pt x="4945" y="27587"/>
                    <a:pt x="5015" y="27629"/>
                    <a:pt x="5091" y="27629"/>
                  </a:cubicBezTo>
                  <a:cubicBezTo>
                    <a:pt x="5206" y="27629"/>
                    <a:pt x="5334" y="27532"/>
                    <a:pt x="5303" y="27385"/>
                  </a:cubicBezTo>
                  <a:lnTo>
                    <a:pt x="408" y="142"/>
                  </a:lnTo>
                  <a:cubicBezTo>
                    <a:pt x="390" y="43"/>
                    <a:pt x="319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1" name="Google Shape;8161;p60"/>
            <p:cNvSpPr/>
            <p:nvPr/>
          </p:nvSpPr>
          <p:spPr>
            <a:xfrm>
              <a:off x="5388375" y="2959325"/>
              <a:ext cx="196075" cy="691125"/>
            </a:xfrm>
            <a:custGeom>
              <a:avLst/>
              <a:gdLst/>
              <a:ahLst/>
              <a:cxnLst/>
              <a:rect l="l" t="t" r="r" b="b"/>
              <a:pathLst>
                <a:path w="7843" h="27645" extrusionOk="0">
                  <a:moveTo>
                    <a:pt x="240" y="0"/>
                  </a:moveTo>
                  <a:cubicBezTo>
                    <a:pt x="120" y="0"/>
                    <a:pt x="1" y="96"/>
                    <a:pt x="49" y="243"/>
                  </a:cubicBezTo>
                  <a:cubicBezTo>
                    <a:pt x="2970" y="9228"/>
                    <a:pt x="4280" y="18570"/>
                    <a:pt x="7411" y="27509"/>
                  </a:cubicBezTo>
                  <a:cubicBezTo>
                    <a:pt x="7445" y="27604"/>
                    <a:pt x="7525" y="27644"/>
                    <a:pt x="7603" y="27644"/>
                  </a:cubicBezTo>
                  <a:cubicBezTo>
                    <a:pt x="7724" y="27644"/>
                    <a:pt x="7842" y="27549"/>
                    <a:pt x="7791" y="27401"/>
                  </a:cubicBezTo>
                  <a:cubicBezTo>
                    <a:pt x="4660" y="18468"/>
                    <a:pt x="3350" y="9126"/>
                    <a:pt x="429" y="136"/>
                  </a:cubicBezTo>
                  <a:cubicBezTo>
                    <a:pt x="397" y="41"/>
                    <a:pt x="319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2" name="Google Shape;8162;p60"/>
            <p:cNvSpPr/>
            <p:nvPr/>
          </p:nvSpPr>
          <p:spPr>
            <a:xfrm>
              <a:off x="5252775" y="2958475"/>
              <a:ext cx="127350" cy="686325"/>
            </a:xfrm>
            <a:custGeom>
              <a:avLst/>
              <a:gdLst/>
              <a:ahLst/>
              <a:cxnLst/>
              <a:rect l="l" t="t" r="r" b="b"/>
              <a:pathLst>
                <a:path w="5094" h="27453" extrusionOk="0">
                  <a:moveTo>
                    <a:pt x="4852" y="1"/>
                  </a:moveTo>
                  <a:cubicBezTo>
                    <a:pt x="4776" y="1"/>
                    <a:pt x="4706" y="45"/>
                    <a:pt x="4690" y="147"/>
                  </a:cubicBezTo>
                  <a:cubicBezTo>
                    <a:pt x="3136" y="9166"/>
                    <a:pt x="1582" y="18184"/>
                    <a:pt x="27" y="27203"/>
                  </a:cubicBezTo>
                  <a:cubicBezTo>
                    <a:pt x="0" y="27354"/>
                    <a:pt x="128" y="27452"/>
                    <a:pt x="242" y="27452"/>
                  </a:cubicBezTo>
                  <a:cubicBezTo>
                    <a:pt x="317" y="27452"/>
                    <a:pt x="386" y="27410"/>
                    <a:pt x="402" y="27311"/>
                  </a:cubicBezTo>
                  <a:cubicBezTo>
                    <a:pt x="1956" y="18286"/>
                    <a:pt x="3510" y="9268"/>
                    <a:pt x="5070" y="249"/>
                  </a:cubicBezTo>
                  <a:cubicBezTo>
                    <a:pt x="5094" y="99"/>
                    <a:pt x="4967" y="1"/>
                    <a:pt x="48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3" name="Google Shape;8163;p60"/>
            <p:cNvSpPr/>
            <p:nvPr/>
          </p:nvSpPr>
          <p:spPr>
            <a:xfrm>
              <a:off x="5369725" y="2956600"/>
              <a:ext cx="50300" cy="691900"/>
            </a:xfrm>
            <a:custGeom>
              <a:avLst/>
              <a:gdLst/>
              <a:ahLst/>
              <a:cxnLst/>
              <a:rect l="l" t="t" r="r" b="b"/>
              <a:pathLst>
                <a:path w="2012" h="27676" extrusionOk="0">
                  <a:moveTo>
                    <a:pt x="782" y="1"/>
                  </a:moveTo>
                  <a:cubicBezTo>
                    <a:pt x="684" y="1"/>
                    <a:pt x="582" y="63"/>
                    <a:pt x="573" y="188"/>
                  </a:cubicBezTo>
                  <a:cubicBezTo>
                    <a:pt x="1" y="9314"/>
                    <a:pt x="347" y="18475"/>
                    <a:pt x="1611" y="27533"/>
                  </a:cubicBezTo>
                  <a:cubicBezTo>
                    <a:pt x="1625" y="27633"/>
                    <a:pt x="1693" y="27675"/>
                    <a:pt x="1769" y="27675"/>
                  </a:cubicBezTo>
                  <a:cubicBezTo>
                    <a:pt x="1883" y="27675"/>
                    <a:pt x="2012" y="27578"/>
                    <a:pt x="1991" y="27431"/>
                  </a:cubicBezTo>
                  <a:cubicBezTo>
                    <a:pt x="732" y="18407"/>
                    <a:pt x="392" y="9280"/>
                    <a:pt x="965" y="188"/>
                  </a:cubicBezTo>
                  <a:cubicBezTo>
                    <a:pt x="973" y="63"/>
                    <a:pt x="880" y="1"/>
                    <a:pt x="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4" name="Google Shape;8164;p60"/>
            <p:cNvSpPr/>
            <p:nvPr/>
          </p:nvSpPr>
          <p:spPr>
            <a:xfrm>
              <a:off x="5364200" y="2944550"/>
              <a:ext cx="44700" cy="39025"/>
            </a:xfrm>
            <a:custGeom>
              <a:avLst/>
              <a:gdLst/>
              <a:ahLst/>
              <a:cxnLst/>
              <a:rect l="l" t="t" r="r" b="b"/>
              <a:pathLst>
                <a:path w="1788" h="1561" extrusionOk="0">
                  <a:moveTo>
                    <a:pt x="897" y="1"/>
                  </a:moveTo>
                  <a:cubicBezTo>
                    <a:pt x="403" y="1"/>
                    <a:pt x="0" y="352"/>
                    <a:pt x="0" y="783"/>
                  </a:cubicBezTo>
                  <a:cubicBezTo>
                    <a:pt x="0" y="1209"/>
                    <a:pt x="403" y="1560"/>
                    <a:pt x="897" y="1560"/>
                  </a:cubicBezTo>
                  <a:cubicBezTo>
                    <a:pt x="1390" y="1560"/>
                    <a:pt x="1787" y="1209"/>
                    <a:pt x="1787" y="783"/>
                  </a:cubicBezTo>
                  <a:cubicBezTo>
                    <a:pt x="1787" y="352"/>
                    <a:pt x="1390" y="1"/>
                    <a:pt x="8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5" name="Google Shape;8165;p60"/>
            <p:cNvSpPr/>
            <p:nvPr/>
          </p:nvSpPr>
          <p:spPr>
            <a:xfrm>
              <a:off x="5368875" y="2929250"/>
              <a:ext cx="35325" cy="30775"/>
            </a:xfrm>
            <a:custGeom>
              <a:avLst/>
              <a:gdLst/>
              <a:ahLst/>
              <a:cxnLst/>
              <a:rect l="l" t="t" r="r" b="b"/>
              <a:pathLst>
                <a:path w="1413" h="1231" extrusionOk="0">
                  <a:moveTo>
                    <a:pt x="710" y="0"/>
                  </a:moveTo>
                  <a:cubicBezTo>
                    <a:pt x="312" y="0"/>
                    <a:pt x="1" y="272"/>
                    <a:pt x="1" y="613"/>
                  </a:cubicBezTo>
                  <a:cubicBezTo>
                    <a:pt x="1" y="953"/>
                    <a:pt x="318" y="1231"/>
                    <a:pt x="710" y="1231"/>
                  </a:cubicBezTo>
                  <a:cubicBezTo>
                    <a:pt x="1095" y="1231"/>
                    <a:pt x="1413" y="953"/>
                    <a:pt x="1413" y="613"/>
                  </a:cubicBezTo>
                  <a:cubicBezTo>
                    <a:pt x="1413" y="272"/>
                    <a:pt x="1101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6" name="Google Shape;8166;p60"/>
            <p:cNvSpPr/>
            <p:nvPr/>
          </p:nvSpPr>
          <p:spPr>
            <a:xfrm>
              <a:off x="5370575" y="2912225"/>
              <a:ext cx="31925" cy="27825"/>
            </a:xfrm>
            <a:custGeom>
              <a:avLst/>
              <a:gdLst/>
              <a:ahLst/>
              <a:cxnLst/>
              <a:rect l="l" t="t" r="r" b="b"/>
              <a:pathLst>
                <a:path w="1277" h="1113" extrusionOk="0">
                  <a:moveTo>
                    <a:pt x="642" y="0"/>
                  </a:moveTo>
                  <a:cubicBezTo>
                    <a:pt x="290" y="0"/>
                    <a:pt x="1" y="250"/>
                    <a:pt x="1" y="556"/>
                  </a:cubicBezTo>
                  <a:cubicBezTo>
                    <a:pt x="1" y="863"/>
                    <a:pt x="290" y="1112"/>
                    <a:pt x="642" y="1112"/>
                  </a:cubicBezTo>
                  <a:cubicBezTo>
                    <a:pt x="993" y="1112"/>
                    <a:pt x="1277" y="863"/>
                    <a:pt x="1277" y="556"/>
                  </a:cubicBezTo>
                  <a:cubicBezTo>
                    <a:pt x="1277" y="250"/>
                    <a:pt x="993" y="0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7" name="Google Shape;8167;p60"/>
            <p:cNvSpPr/>
            <p:nvPr/>
          </p:nvSpPr>
          <p:spPr>
            <a:xfrm>
              <a:off x="5475375" y="3603350"/>
              <a:ext cx="325300" cy="94950"/>
            </a:xfrm>
            <a:custGeom>
              <a:avLst/>
              <a:gdLst/>
              <a:ahLst/>
              <a:cxnLst/>
              <a:rect l="l" t="t" r="r" b="b"/>
              <a:pathLst>
                <a:path w="13012" h="3798" extrusionOk="0">
                  <a:moveTo>
                    <a:pt x="11305" y="1"/>
                  </a:moveTo>
                  <a:cubicBezTo>
                    <a:pt x="10684" y="1"/>
                    <a:pt x="10067" y="41"/>
                    <a:pt x="9450" y="120"/>
                  </a:cubicBezTo>
                  <a:cubicBezTo>
                    <a:pt x="6109" y="563"/>
                    <a:pt x="4753" y="1935"/>
                    <a:pt x="1509" y="2242"/>
                  </a:cubicBezTo>
                  <a:cubicBezTo>
                    <a:pt x="1105" y="2278"/>
                    <a:pt x="705" y="2296"/>
                    <a:pt x="303" y="2296"/>
                  </a:cubicBezTo>
                  <a:cubicBezTo>
                    <a:pt x="202" y="2296"/>
                    <a:pt x="101" y="2295"/>
                    <a:pt x="0" y="2293"/>
                  </a:cubicBezTo>
                  <a:lnTo>
                    <a:pt x="0" y="2293"/>
                  </a:lnTo>
                  <a:cubicBezTo>
                    <a:pt x="40" y="2644"/>
                    <a:pt x="80" y="3002"/>
                    <a:pt x="114" y="3353"/>
                  </a:cubicBezTo>
                  <a:cubicBezTo>
                    <a:pt x="1485" y="3608"/>
                    <a:pt x="3090" y="3797"/>
                    <a:pt x="4870" y="3797"/>
                  </a:cubicBezTo>
                  <a:cubicBezTo>
                    <a:pt x="6308" y="3797"/>
                    <a:pt x="7860" y="3673"/>
                    <a:pt x="9495" y="3359"/>
                  </a:cubicBezTo>
                  <a:cubicBezTo>
                    <a:pt x="10329" y="3200"/>
                    <a:pt x="11152" y="2996"/>
                    <a:pt x="11968" y="2752"/>
                  </a:cubicBezTo>
                  <a:cubicBezTo>
                    <a:pt x="12087" y="2701"/>
                    <a:pt x="12677" y="2440"/>
                    <a:pt x="12825" y="1901"/>
                  </a:cubicBezTo>
                  <a:cubicBezTo>
                    <a:pt x="13012" y="1232"/>
                    <a:pt x="12473" y="330"/>
                    <a:pt x="11429" y="1"/>
                  </a:cubicBezTo>
                  <a:cubicBezTo>
                    <a:pt x="11388" y="1"/>
                    <a:pt x="11347" y="1"/>
                    <a:pt x="11305" y="1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8" name="Google Shape;8168;p60"/>
            <p:cNvSpPr/>
            <p:nvPr/>
          </p:nvSpPr>
          <p:spPr>
            <a:xfrm>
              <a:off x="5372000" y="3627750"/>
              <a:ext cx="146800" cy="113675"/>
            </a:xfrm>
            <a:custGeom>
              <a:avLst/>
              <a:gdLst/>
              <a:ahLst/>
              <a:cxnLst/>
              <a:rect l="l" t="t" r="r" b="b"/>
              <a:pathLst>
                <a:path w="5872" h="4547" extrusionOk="0">
                  <a:moveTo>
                    <a:pt x="2925" y="0"/>
                  </a:moveTo>
                  <a:cubicBezTo>
                    <a:pt x="2844" y="0"/>
                    <a:pt x="2791" y="13"/>
                    <a:pt x="2768" y="29"/>
                  </a:cubicBezTo>
                  <a:cubicBezTo>
                    <a:pt x="2706" y="75"/>
                    <a:pt x="2740" y="194"/>
                    <a:pt x="2751" y="250"/>
                  </a:cubicBezTo>
                  <a:cubicBezTo>
                    <a:pt x="2768" y="290"/>
                    <a:pt x="2808" y="415"/>
                    <a:pt x="3120" y="608"/>
                  </a:cubicBezTo>
                  <a:cubicBezTo>
                    <a:pt x="3284" y="710"/>
                    <a:pt x="3460" y="795"/>
                    <a:pt x="3642" y="863"/>
                  </a:cubicBezTo>
                  <a:cubicBezTo>
                    <a:pt x="3784" y="971"/>
                    <a:pt x="3795" y="1062"/>
                    <a:pt x="3789" y="1118"/>
                  </a:cubicBezTo>
                  <a:cubicBezTo>
                    <a:pt x="3772" y="1186"/>
                    <a:pt x="3653" y="1408"/>
                    <a:pt x="2003" y="1702"/>
                  </a:cubicBezTo>
                  <a:cubicBezTo>
                    <a:pt x="2003" y="1702"/>
                    <a:pt x="1481" y="1799"/>
                    <a:pt x="982" y="1907"/>
                  </a:cubicBezTo>
                  <a:cubicBezTo>
                    <a:pt x="908" y="1907"/>
                    <a:pt x="97" y="1929"/>
                    <a:pt x="51" y="2173"/>
                  </a:cubicBezTo>
                  <a:cubicBezTo>
                    <a:pt x="46" y="2213"/>
                    <a:pt x="51" y="2253"/>
                    <a:pt x="74" y="2281"/>
                  </a:cubicBezTo>
                  <a:cubicBezTo>
                    <a:pt x="196" y="2335"/>
                    <a:pt x="319" y="2355"/>
                    <a:pt x="454" y="2355"/>
                  </a:cubicBezTo>
                  <a:cubicBezTo>
                    <a:pt x="544" y="2355"/>
                    <a:pt x="640" y="2346"/>
                    <a:pt x="743" y="2332"/>
                  </a:cubicBezTo>
                  <a:cubicBezTo>
                    <a:pt x="1004" y="2292"/>
                    <a:pt x="1299" y="2230"/>
                    <a:pt x="1685" y="2207"/>
                  </a:cubicBezTo>
                  <a:cubicBezTo>
                    <a:pt x="1794" y="2200"/>
                    <a:pt x="1903" y="2197"/>
                    <a:pt x="2013" y="2197"/>
                  </a:cubicBezTo>
                  <a:cubicBezTo>
                    <a:pt x="2164" y="2197"/>
                    <a:pt x="2316" y="2203"/>
                    <a:pt x="2468" y="2213"/>
                  </a:cubicBezTo>
                  <a:cubicBezTo>
                    <a:pt x="2479" y="2258"/>
                    <a:pt x="2479" y="2304"/>
                    <a:pt x="2468" y="2349"/>
                  </a:cubicBezTo>
                  <a:cubicBezTo>
                    <a:pt x="2377" y="2570"/>
                    <a:pt x="1866" y="2593"/>
                    <a:pt x="1072" y="2831"/>
                  </a:cubicBezTo>
                  <a:cubicBezTo>
                    <a:pt x="726" y="2928"/>
                    <a:pt x="0" y="3149"/>
                    <a:pt x="6" y="3336"/>
                  </a:cubicBezTo>
                  <a:cubicBezTo>
                    <a:pt x="6" y="3398"/>
                    <a:pt x="102" y="3444"/>
                    <a:pt x="136" y="3461"/>
                  </a:cubicBezTo>
                  <a:cubicBezTo>
                    <a:pt x="228" y="3512"/>
                    <a:pt x="325" y="3533"/>
                    <a:pt x="427" y="3533"/>
                  </a:cubicBezTo>
                  <a:cubicBezTo>
                    <a:pt x="713" y="3533"/>
                    <a:pt x="1037" y="3369"/>
                    <a:pt x="1367" y="3240"/>
                  </a:cubicBezTo>
                  <a:cubicBezTo>
                    <a:pt x="1821" y="3064"/>
                    <a:pt x="2286" y="2933"/>
                    <a:pt x="2763" y="2848"/>
                  </a:cubicBezTo>
                  <a:lnTo>
                    <a:pt x="2763" y="2848"/>
                  </a:lnTo>
                  <a:cubicBezTo>
                    <a:pt x="2394" y="3041"/>
                    <a:pt x="2014" y="3234"/>
                    <a:pt x="1628" y="3427"/>
                  </a:cubicBezTo>
                  <a:cubicBezTo>
                    <a:pt x="1299" y="3586"/>
                    <a:pt x="982" y="3733"/>
                    <a:pt x="670" y="3875"/>
                  </a:cubicBezTo>
                  <a:cubicBezTo>
                    <a:pt x="664" y="3943"/>
                    <a:pt x="692" y="4005"/>
                    <a:pt x="732" y="4056"/>
                  </a:cubicBezTo>
                  <a:cubicBezTo>
                    <a:pt x="778" y="4103"/>
                    <a:pt x="851" y="4127"/>
                    <a:pt x="939" y="4127"/>
                  </a:cubicBezTo>
                  <a:cubicBezTo>
                    <a:pt x="1066" y="4127"/>
                    <a:pt x="1224" y="4076"/>
                    <a:pt x="1379" y="3966"/>
                  </a:cubicBezTo>
                  <a:lnTo>
                    <a:pt x="3126" y="3223"/>
                  </a:lnTo>
                  <a:cubicBezTo>
                    <a:pt x="3188" y="3302"/>
                    <a:pt x="3256" y="3370"/>
                    <a:pt x="3318" y="3438"/>
                  </a:cubicBezTo>
                  <a:cubicBezTo>
                    <a:pt x="3012" y="3665"/>
                    <a:pt x="2683" y="3875"/>
                    <a:pt x="2349" y="4062"/>
                  </a:cubicBezTo>
                  <a:cubicBezTo>
                    <a:pt x="2099" y="4204"/>
                    <a:pt x="1832" y="4329"/>
                    <a:pt x="1849" y="4436"/>
                  </a:cubicBezTo>
                  <a:cubicBezTo>
                    <a:pt x="1872" y="4516"/>
                    <a:pt x="2031" y="4539"/>
                    <a:pt x="2048" y="4539"/>
                  </a:cubicBezTo>
                  <a:cubicBezTo>
                    <a:pt x="2077" y="4544"/>
                    <a:pt x="2106" y="4546"/>
                    <a:pt x="2136" y="4546"/>
                  </a:cubicBezTo>
                  <a:cubicBezTo>
                    <a:pt x="2298" y="4546"/>
                    <a:pt x="2476" y="4470"/>
                    <a:pt x="2706" y="4340"/>
                  </a:cubicBezTo>
                  <a:cubicBezTo>
                    <a:pt x="3250" y="3954"/>
                    <a:pt x="3659" y="3682"/>
                    <a:pt x="3744" y="3631"/>
                  </a:cubicBezTo>
                  <a:cubicBezTo>
                    <a:pt x="3835" y="3574"/>
                    <a:pt x="3914" y="3535"/>
                    <a:pt x="3914" y="3535"/>
                  </a:cubicBezTo>
                  <a:lnTo>
                    <a:pt x="3993" y="3501"/>
                  </a:lnTo>
                  <a:cubicBezTo>
                    <a:pt x="4010" y="3489"/>
                    <a:pt x="4079" y="3461"/>
                    <a:pt x="4164" y="3427"/>
                  </a:cubicBezTo>
                  <a:cubicBezTo>
                    <a:pt x="4266" y="3393"/>
                    <a:pt x="4300" y="3393"/>
                    <a:pt x="4402" y="3364"/>
                  </a:cubicBezTo>
                  <a:cubicBezTo>
                    <a:pt x="4481" y="3336"/>
                    <a:pt x="4561" y="3308"/>
                    <a:pt x="4640" y="3274"/>
                  </a:cubicBezTo>
                  <a:cubicBezTo>
                    <a:pt x="5770" y="2794"/>
                    <a:pt x="5872" y="1324"/>
                    <a:pt x="5663" y="1324"/>
                  </a:cubicBezTo>
                  <a:cubicBezTo>
                    <a:pt x="5657" y="1324"/>
                    <a:pt x="5651" y="1326"/>
                    <a:pt x="5644" y="1328"/>
                  </a:cubicBezTo>
                  <a:cubicBezTo>
                    <a:pt x="5236" y="1135"/>
                    <a:pt x="4056" y="409"/>
                    <a:pt x="4056" y="409"/>
                  </a:cubicBezTo>
                  <a:cubicBezTo>
                    <a:pt x="3522" y="83"/>
                    <a:pt x="3132" y="0"/>
                    <a:pt x="2925" y="0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256" name="Picture 255">
            <a:extLst>
              <a:ext uri="{FF2B5EF4-FFF2-40B4-BE49-F238E27FC236}">
                <a16:creationId xmlns="" xmlns:a16="http://schemas.microsoft.com/office/drawing/2014/main" xmlns:lc="http://schemas.openxmlformats.org/drawingml/2006/lockedCanvas" id="{18FE2890-F45C-FD1B-8FFF-62BB6960C6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7317804" y="2490"/>
            <a:ext cx="1838626" cy="412660"/>
          </a:xfrm>
          <a:prstGeom prst="rect">
            <a:avLst/>
          </a:prstGeom>
        </p:spPr>
      </p:pic>
      <p:pic>
        <p:nvPicPr>
          <p:cNvPr id="257" name="Picture 256">
            <a:extLst>
              <a:ext uri="{FF2B5EF4-FFF2-40B4-BE49-F238E27FC236}">
                <a16:creationId xmlns="" xmlns:a16="http://schemas.microsoft.com/office/drawing/2014/main" xmlns:lc="http://schemas.openxmlformats.org/drawingml/2006/lockedCanvas" id="{ADD83C07-7039-3207-128A-5F04B0834C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8647" cy="460644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5" name="Google Shape;3735;p42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7823" y="1500292"/>
            <a:ext cx="3082528" cy="28707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6" name="Google Shape;3736;p42"/>
          <p:cNvGrpSpPr/>
          <p:nvPr/>
        </p:nvGrpSpPr>
        <p:grpSpPr>
          <a:xfrm>
            <a:off x="3613911" y="2248375"/>
            <a:ext cx="1750352" cy="1542535"/>
            <a:chOff x="1781675" y="2410925"/>
            <a:chExt cx="701600" cy="618300"/>
          </a:xfrm>
        </p:grpSpPr>
        <p:sp>
          <p:nvSpPr>
            <p:cNvPr id="3737" name="Google Shape;3737;p42"/>
            <p:cNvSpPr/>
            <p:nvPr/>
          </p:nvSpPr>
          <p:spPr>
            <a:xfrm>
              <a:off x="1807100" y="2410925"/>
              <a:ext cx="654575" cy="596125"/>
            </a:xfrm>
            <a:custGeom>
              <a:avLst/>
              <a:gdLst/>
              <a:ahLst/>
              <a:cxnLst/>
              <a:rect l="l" t="t" r="r" b="b"/>
              <a:pathLst>
                <a:path w="26183" h="23845" extrusionOk="0">
                  <a:moveTo>
                    <a:pt x="13092" y="0"/>
                  </a:moveTo>
                  <a:cubicBezTo>
                    <a:pt x="10040" y="0"/>
                    <a:pt x="6989" y="1166"/>
                    <a:pt x="4663" y="3497"/>
                  </a:cubicBezTo>
                  <a:cubicBezTo>
                    <a:pt x="0" y="8150"/>
                    <a:pt x="0" y="15702"/>
                    <a:pt x="4663" y="20355"/>
                  </a:cubicBezTo>
                  <a:cubicBezTo>
                    <a:pt x="6989" y="22682"/>
                    <a:pt x="10040" y="23845"/>
                    <a:pt x="13092" y="23845"/>
                  </a:cubicBezTo>
                  <a:cubicBezTo>
                    <a:pt x="16143" y="23845"/>
                    <a:pt x="19194" y="22682"/>
                    <a:pt x="21521" y="20355"/>
                  </a:cubicBezTo>
                  <a:cubicBezTo>
                    <a:pt x="26183" y="15702"/>
                    <a:pt x="26183" y="8150"/>
                    <a:pt x="21521" y="3497"/>
                  </a:cubicBezTo>
                  <a:cubicBezTo>
                    <a:pt x="19194" y="1166"/>
                    <a:pt x="16143" y="0"/>
                    <a:pt x="130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42"/>
            <p:cNvSpPr/>
            <p:nvPr/>
          </p:nvSpPr>
          <p:spPr>
            <a:xfrm>
              <a:off x="1872350" y="2447025"/>
              <a:ext cx="524075" cy="524100"/>
            </a:xfrm>
            <a:custGeom>
              <a:avLst/>
              <a:gdLst/>
              <a:ahLst/>
              <a:cxnLst/>
              <a:rect l="l" t="t" r="r" b="b"/>
              <a:pathLst>
                <a:path w="20963" h="20964" extrusionOk="0">
                  <a:moveTo>
                    <a:pt x="10477" y="1"/>
                  </a:moveTo>
                  <a:cubicBezTo>
                    <a:pt x="4690" y="1"/>
                    <a:pt x="0" y="4690"/>
                    <a:pt x="0" y="10477"/>
                  </a:cubicBezTo>
                  <a:cubicBezTo>
                    <a:pt x="0" y="16265"/>
                    <a:pt x="4690" y="20963"/>
                    <a:pt x="10477" y="20963"/>
                  </a:cubicBezTo>
                  <a:cubicBezTo>
                    <a:pt x="16273" y="20963"/>
                    <a:pt x="20963" y="16265"/>
                    <a:pt x="20963" y="10477"/>
                  </a:cubicBezTo>
                  <a:cubicBezTo>
                    <a:pt x="20963" y="4690"/>
                    <a:pt x="16273" y="1"/>
                    <a:pt x="104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42"/>
            <p:cNvSpPr/>
            <p:nvPr/>
          </p:nvSpPr>
          <p:spPr>
            <a:xfrm>
              <a:off x="2037500" y="2836525"/>
              <a:ext cx="33775" cy="23650"/>
            </a:xfrm>
            <a:custGeom>
              <a:avLst/>
              <a:gdLst/>
              <a:ahLst/>
              <a:cxnLst/>
              <a:rect l="l" t="t" r="r" b="b"/>
              <a:pathLst>
                <a:path w="1351" h="946" extrusionOk="0">
                  <a:moveTo>
                    <a:pt x="676" y="1"/>
                  </a:moveTo>
                  <a:cubicBezTo>
                    <a:pt x="298" y="1"/>
                    <a:pt x="1" y="217"/>
                    <a:pt x="1" y="478"/>
                  </a:cubicBezTo>
                  <a:cubicBezTo>
                    <a:pt x="1" y="739"/>
                    <a:pt x="298" y="946"/>
                    <a:pt x="676" y="946"/>
                  </a:cubicBezTo>
                  <a:cubicBezTo>
                    <a:pt x="1045" y="946"/>
                    <a:pt x="1351" y="739"/>
                    <a:pt x="1351" y="478"/>
                  </a:cubicBezTo>
                  <a:cubicBezTo>
                    <a:pt x="1351" y="217"/>
                    <a:pt x="1045" y="1"/>
                    <a:pt x="6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42"/>
            <p:cNvSpPr/>
            <p:nvPr/>
          </p:nvSpPr>
          <p:spPr>
            <a:xfrm>
              <a:off x="1997900" y="2785000"/>
              <a:ext cx="25000" cy="53575"/>
            </a:xfrm>
            <a:custGeom>
              <a:avLst/>
              <a:gdLst/>
              <a:ahLst/>
              <a:cxnLst/>
              <a:rect l="l" t="t" r="r" b="b"/>
              <a:pathLst>
                <a:path w="1000" h="2143" extrusionOk="0">
                  <a:moveTo>
                    <a:pt x="496" y="1"/>
                  </a:moveTo>
                  <a:cubicBezTo>
                    <a:pt x="226" y="1"/>
                    <a:pt x="1" y="478"/>
                    <a:pt x="1" y="1072"/>
                  </a:cubicBezTo>
                  <a:cubicBezTo>
                    <a:pt x="1" y="1666"/>
                    <a:pt x="226" y="2143"/>
                    <a:pt x="496" y="2143"/>
                  </a:cubicBezTo>
                  <a:cubicBezTo>
                    <a:pt x="775" y="2143"/>
                    <a:pt x="1000" y="1666"/>
                    <a:pt x="1000" y="1072"/>
                  </a:cubicBezTo>
                  <a:cubicBezTo>
                    <a:pt x="1000" y="478"/>
                    <a:pt x="775" y="1"/>
                    <a:pt x="4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42"/>
            <p:cNvSpPr/>
            <p:nvPr/>
          </p:nvSpPr>
          <p:spPr>
            <a:xfrm>
              <a:off x="2030075" y="2799850"/>
              <a:ext cx="48625" cy="24100"/>
            </a:xfrm>
            <a:custGeom>
              <a:avLst/>
              <a:gdLst/>
              <a:ahLst/>
              <a:cxnLst/>
              <a:rect l="l" t="t" r="r" b="b"/>
              <a:pathLst>
                <a:path w="1945" h="964" extrusionOk="0">
                  <a:moveTo>
                    <a:pt x="973" y="1"/>
                  </a:moveTo>
                  <a:cubicBezTo>
                    <a:pt x="442" y="1"/>
                    <a:pt x="1" y="217"/>
                    <a:pt x="1" y="487"/>
                  </a:cubicBezTo>
                  <a:cubicBezTo>
                    <a:pt x="1" y="748"/>
                    <a:pt x="442" y="964"/>
                    <a:pt x="973" y="964"/>
                  </a:cubicBezTo>
                  <a:cubicBezTo>
                    <a:pt x="1513" y="964"/>
                    <a:pt x="1945" y="748"/>
                    <a:pt x="1945" y="487"/>
                  </a:cubicBezTo>
                  <a:cubicBezTo>
                    <a:pt x="1945" y="217"/>
                    <a:pt x="1513" y="1"/>
                    <a:pt x="9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42"/>
            <p:cNvSpPr/>
            <p:nvPr/>
          </p:nvSpPr>
          <p:spPr>
            <a:xfrm>
              <a:off x="2022875" y="2814700"/>
              <a:ext cx="16450" cy="23875"/>
            </a:xfrm>
            <a:custGeom>
              <a:avLst/>
              <a:gdLst/>
              <a:ahLst/>
              <a:cxnLst/>
              <a:rect l="l" t="t" r="r" b="b"/>
              <a:pathLst>
                <a:path w="658" h="955" extrusionOk="0">
                  <a:moveTo>
                    <a:pt x="325" y="1"/>
                  </a:moveTo>
                  <a:cubicBezTo>
                    <a:pt x="145" y="1"/>
                    <a:pt x="1" y="217"/>
                    <a:pt x="1" y="478"/>
                  </a:cubicBezTo>
                  <a:cubicBezTo>
                    <a:pt x="1" y="739"/>
                    <a:pt x="145" y="955"/>
                    <a:pt x="325" y="955"/>
                  </a:cubicBezTo>
                  <a:cubicBezTo>
                    <a:pt x="514" y="955"/>
                    <a:pt x="658" y="739"/>
                    <a:pt x="658" y="478"/>
                  </a:cubicBezTo>
                  <a:cubicBezTo>
                    <a:pt x="658" y="217"/>
                    <a:pt x="514" y="1"/>
                    <a:pt x="3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42"/>
            <p:cNvSpPr/>
            <p:nvPr/>
          </p:nvSpPr>
          <p:spPr>
            <a:xfrm>
              <a:off x="2050550" y="2870500"/>
              <a:ext cx="28150" cy="19375"/>
            </a:xfrm>
            <a:custGeom>
              <a:avLst/>
              <a:gdLst/>
              <a:ahLst/>
              <a:cxnLst/>
              <a:rect l="l" t="t" r="r" b="b"/>
              <a:pathLst>
                <a:path w="1126" h="775" extrusionOk="0">
                  <a:moveTo>
                    <a:pt x="568" y="1"/>
                  </a:moveTo>
                  <a:cubicBezTo>
                    <a:pt x="253" y="1"/>
                    <a:pt x="1" y="172"/>
                    <a:pt x="1" y="388"/>
                  </a:cubicBezTo>
                  <a:cubicBezTo>
                    <a:pt x="1" y="604"/>
                    <a:pt x="253" y="775"/>
                    <a:pt x="568" y="775"/>
                  </a:cubicBezTo>
                  <a:cubicBezTo>
                    <a:pt x="874" y="775"/>
                    <a:pt x="1126" y="604"/>
                    <a:pt x="1126" y="388"/>
                  </a:cubicBezTo>
                  <a:cubicBezTo>
                    <a:pt x="1126" y="172"/>
                    <a:pt x="874" y="1"/>
                    <a:pt x="5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42"/>
            <p:cNvSpPr/>
            <p:nvPr/>
          </p:nvSpPr>
          <p:spPr>
            <a:xfrm>
              <a:off x="2056625" y="2823925"/>
              <a:ext cx="43900" cy="30400"/>
            </a:xfrm>
            <a:custGeom>
              <a:avLst/>
              <a:gdLst/>
              <a:ahLst/>
              <a:cxnLst/>
              <a:rect l="l" t="t" r="r" b="b"/>
              <a:pathLst>
                <a:path w="1756" h="1216" extrusionOk="0">
                  <a:moveTo>
                    <a:pt x="883" y="1"/>
                  </a:moveTo>
                  <a:cubicBezTo>
                    <a:pt x="397" y="1"/>
                    <a:pt x="1" y="271"/>
                    <a:pt x="1" y="613"/>
                  </a:cubicBezTo>
                  <a:cubicBezTo>
                    <a:pt x="1" y="946"/>
                    <a:pt x="397" y="1216"/>
                    <a:pt x="883" y="1216"/>
                  </a:cubicBezTo>
                  <a:cubicBezTo>
                    <a:pt x="1360" y="1216"/>
                    <a:pt x="1756" y="946"/>
                    <a:pt x="1756" y="613"/>
                  </a:cubicBezTo>
                  <a:cubicBezTo>
                    <a:pt x="1756" y="271"/>
                    <a:pt x="1360" y="1"/>
                    <a:pt x="8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42"/>
            <p:cNvSpPr/>
            <p:nvPr/>
          </p:nvSpPr>
          <p:spPr>
            <a:xfrm>
              <a:off x="2085875" y="2854300"/>
              <a:ext cx="36050" cy="29725"/>
            </a:xfrm>
            <a:custGeom>
              <a:avLst/>
              <a:gdLst/>
              <a:ahLst/>
              <a:cxnLst/>
              <a:rect l="l" t="t" r="r" b="b"/>
              <a:pathLst>
                <a:path w="1442" h="1189" extrusionOk="0">
                  <a:moveTo>
                    <a:pt x="721" y="1"/>
                  </a:moveTo>
                  <a:cubicBezTo>
                    <a:pt x="325" y="1"/>
                    <a:pt x="1" y="262"/>
                    <a:pt x="1" y="595"/>
                  </a:cubicBezTo>
                  <a:cubicBezTo>
                    <a:pt x="1" y="919"/>
                    <a:pt x="325" y="1189"/>
                    <a:pt x="721" y="1189"/>
                  </a:cubicBezTo>
                  <a:cubicBezTo>
                    <a:pt x="1117" y="1189"/>
                    <a:pt x="1441" y="919"/>
                    <a:pt x="1441" y="595"/>
                  </a:cubicBezTo>
                  <a:cubicBezTo>
                    <a:pt x="1441" y="262"/>
                    <a:pt x="1117" y="1"/>
                    <a:pt x="721" y="1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42"/>
            <p:cNvSpPr/>
            <p:nvPr/>
          </p:nvSpPr>
          <p:spPr>
            <a:xfrm>
              <a:off x="2157900" y="2813800"/>
              <a:ext cx="38950" cy="46375"/>
            </a:xfrm>
            <a:custGeom>
              <a:avLst/>
              <a:gdLst/>
              <a:ahLst/>
              <a:cxnLst/>
              <a:rect l="l" t="t" r="r" b="b"/>
              <a:pathLst>
                <a:path w="1558" h="1855" extrusionOk="0">
                  <a:moveTo>
                    <a:pt x="774" y="1"/>
                  </a:moveTo>
                  <a:cubicBezTo>
                    <a:pt x="342" y="1"/>
                    <a:pt x="0" y="415"/>
                    <a:pt x="0" y="928"/>
                  </a:cubicBezTo>
                  <a:cubicBezTo>
                    <a:pt x="0" y="1450"/>
                    <a:pt x="351" y="1855"/>
                    <a:pt x="774" y="1855"/>
                  </a:cubicBezTo>
                  <a:cubicBezTo>
                    <a:pt x="1206" y="1855"/>
                    <a:pt x="1557" y="1441"/>
                    <a:pt x="1557" y="928"/>
                  </a:cubicBezTo>
                  <a:cubicBezTo>
                    <a:pt x="1557" y="415"/>
                    <a:pt x="1206" y="1"/>
                    <a:pt x="7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42"/>
            <p:cNvSpPr/>
            <p:nvPr/>
          </p:nvSpPr>
          <p:spPr>
            <a:xfrm>
              <a:off x="1971350" y="2751475"/>
              <a:ext cx="38950" cy="46375"/>
            </a:xfrm>
            <a:custGeom>
              <a:avLst/>
              <a:gdLst/>
              <a:ahLst/>
              <a:cxnLst/>
              <a:rect l="l" t="t" r="r" b="b"/>
              <a:pathLst>
                <a:path w="1558" h="1855" extrusionOk="0">
                  <a:moveTo>
                    <a:pt x="784" y="1"/>
                  </a:moveTo>
                  <a:cubicBezTo>
                    <a:pt x="352" y="1"/>
                    <a:pt x="1" y="415"/>
                    <a:pt x="1" y="928"/>
                  </a:cubicBezTo>
                  <a:cubicBezTo>
                    <a:pt x="1" y="1441"/>
                    <a:pt x="352" y="1855"/>
                    <a:pt x="784" y="1855"/>
                  </a:cubicBezTo>
                  <a:cubicBezTo>
                    <a:pt x="1216" y="1855"/>
                    <a:pt x="1558" y="1441"/>
                    <a:pt x="1558" y="928"/>
                  </a:cubicBezTo>
                  <a:cubicBezTo>
                    <a:pt x="1558" y="415"/>
                    <a:pt x="1207" y="1"/>
                    <a:pt x="784" y="1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42"/>
            <p:cNvSpPr/>
            <p:nvPr/>
          </p:nvSpPr>
          <p:spPr>
            <a:xfrm>
              <a:off x="2014100" y="2744500"/>
              <a:ext cx="38950" cy="46375"/>
            </a:xfrm>
            <a:custGeom>
              <a:avLst/>
              <a:gdLst/>
              <a:ahLst/>
              <a:cxnLst/>
              <a:rect l="l" t="t" r="r" b="b"/>
              <a:pathLst>
                <a:path w="1558" h="1855" extrusionOk="0">
                  <a:moveTo>
                    <a:pt x="784" y="1"/>
                  </a:moveTo>
                  <a:cubicBezTo>
                    <a:pt x="352" y="1"/>
                    <a:pt x="1" y="415"/>
                    <a:pt x="1" y="928"/>
                  </a:cubicBezTo>
                  <a:cubicBezTo>
                    <a:pt x="1" y="1441"/>
                    <a:pt x="352" y="1855"/>
                    <a:pt x="784" y="1855"/>
                  </a:cubicBezTo>
                  <a:cubicBezTo>
                    <a:pt x="1207" y="1855"/>
                    <a:pt x="1558" y="1441"/>
                    <a:pt x="1558" y="928"/>
                  </a:cubicBezTo>
                  <a:cubicBezTo>
                    <a:pt x="1558" y="415"/>
                    <a:pt x="1207" y="1"/>
                    <a:pt x="784" y="1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42"/>
            <p:cNvSpPr/>
            <p:nvPr/>
          </p:nvSpPr>
          <p:spPr>
            <a:xfrm>
              <a:off x="2031425" y="2776900"/>
              <a:ext cx="38950" cy="46150"/>
            </a:xfrm>
            <a:custGeom>
              <a:avLst/>
              <a:gdLst/>
              <a:ahLst/>
              <a:cxnLst/>
              <a:rect l="l" t="t" r="r" b="b"/>
              <a:pathLst>
                <a:path w="1558" h="1846" extrusionOk="0">
                  <a:moveTo>
                    <a:pt x="784" y="1"/>
                  </a:moveTo>
                  <a:cubicBezTo>
                    <a:pt x="343" y="1"/>
                    <a:pt x="1" y="406"/>
                    <a:pt x="1" y="919"/>
                  </a:cubicBezTo>
                  <a:cubicBezTo>
                    <a:pt x="1" y="1432"/>
                    <a:pt x="343" y="1846"/>
                    <a:pt x="775" y="1846"/>
                  </a:cubicBezTo>
                  <a:cubicBezTo>
                    <a:pt x="1207" y="1846"/>
                    <a:pt x="1558" y="1432"/>
                    <a:pt x="1558" y="919"/>
                  </a:cubicBezTo>
                  <a:cubicBezTo>
                    <a:pt x="1558" y="406"/>
                    <a:pt x="1216" y="1"/>
                    <a:pt x="7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42"/>
            <p:cNvSpPr/>
            <p:nvPr/>
          </p:nvSpPr>
          <p:spPr>
            <a:xfrm>
              <a:off x="2129100" y="2860150"/>
              <a:ext cx="49975" cy="23875"/>
            </a:xfrm>
            <a:custGeom>
              <a:avLst/>
              <a:gdLst/>
              <a:ahLst/>
              <a:cxnLst/>
              <a:rect l="l" t="t" r="r" b="b"/>
              <a:pathLst>
                <a:path w="1999" h="955" extrusionOk="0">
                  <a:moveTo>
                    <a:pt x="999" y="1"/>
                  </a:moveTo>
                  <a:cubicBezTo>
                    <a:pt x="450" y="1"/>
                    <a:pt x="0" y="217"/>
                    <a:pt x="0" y="478"/>
                  </a:cubicBezTo>
                  <a:cubicBezTo>
                    <a:pt x="0" y="739"/>
                    <a:pt x="450" y="955"/>
                    <a:pt x="999" y="955"/>
                  </a:cubicBezTo>
                  <a:cubicBezTo>
                    <a:pt x="1548" y="955"/>
                    <a:pt x="1998" y="739"/>
                    <a:pt x="1998" y="478"/>
                  </a:cubicBezTo>
                  <a:cubicBezTo>
                    <a:pt x="1998" y="217"/>
                    <a:pt x="1548" y="1"/>
                    <a:pt x="9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42"/>
            <p:cNvSpPr/>
            <p:nvPr/>
          </p:nvSpPr>
          <p:spPr>
            <a:xfrm>
              <a:off x="2121675" y="2897275"/>
              <a:ext cx="29500" cy="16900"/>
            </a:xfrm>
            <a:custGeom>
              <a:avLst/>
              <a:gdLst/>
              <a:ahLst/>
              <a:cxnLst/>
              <a:rect l="l" t="t" r="r" b="b"/>
              <a:pathLst>
                <a:path w="1180" h="676" extrusionOk="0">
                  <a:moveTo>
                    <a:pt x="594" y="1"/>
                  </a:moveTo>
                  <a:cubicBezTo>
                    <a:pt x="270" y="1"/>
                    <a:pt x="0" y="163"/>
                    <a:pt x="0" y="343"/>
                  </a:cubicBezTo>
                  <a:cubicBezTo>
                    <a:pt x="0" y="523"/>
                    <a:pt x="270" y="676"/>
                    <a:pt x="594" y="676"/>
                  </a:cubicBezTo>
                  <a:cubicBezTo>
                    <a:pt x="918" y="676"/>
                    <a:pt x="1179" y="523"/>
                    <a:pt x="1179" y="343"/>
                  </a:cubicBezTo>
                  <a:cubicBezTo>
                    <a:pt x="1179" y="154"/>
                    <a:pt x="918" y="1"/>
                    <a:pt x="5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42"/>
            <p:cNvSpPr/>
            <p:nvPr/>
          </p:nvSpPr>
          <p:spPr>
            <a:xfrm>
              <a:off x="2121675" y="2843275"/>
              <a:ext cx="35125" cy="34900"/>
            </a:xfrm>
            <a:custGeom>
              <a:avLst/>
              <a:gdLst/>
              <a:ahLst/>
              <a:cxnLst/>
              <a:rect l="l" t="t" r="r" b="b"/>
              <a:pathLst>
                <a:path w="1405" h="1396" extrusionOk="0">
                  <a:moveTo>
                    <a:pt x="702" y="1"/>
                  </a:moveTo>
                  <a:cubicBezTo>
                    <a:pt x="315" y="1"/>
                    <a:pt x="0" y="316"/>
                    <a:pt x="0" y="703"/>
                  </a:cubicBezTo>
                  <a:cubicBezTo>
                    <a:pt x="0" y="1081"/>
                    <a:pt x="315" y="1396"/>
                    <a:pt x="702" y="1396"/>
                  </a:cubicBezTo>
                  <a:cubicBezTo>
                    <a:pt x="1089" y="1396"/>
                    <a:pt x="1404" y="1081"/>
                    <a:pt x="1404" y="703"/>
                  </a:cubicBezTo>
                  <a:cubicBezTo>
                    <a:pt x="1404" y="316"/>
                    <a:pt x="1089" y="1"/>
                    <a:pt x="702" y="1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42"/>
            <p:cNvSpPr/>
            <p:nvPr/>
          </p:nvSpPr>
          <p:spPr>
            <a:xfrm>
              <a:off x="2196825" y="2863300"/>
              <a:ext cx="40525" cy="28600"/>
            </a:xfrm>
            <a:custGeom>
              <a:avLst/>
              <a:gdLst/>
              <a:ahLst/>
              <a:cxnLst/>
              <a:rect l="l" t="t" r="r" b="b"/>
              <a:pathLst>
                <a:path w="1621" h="1144" extrusionOk="0">
                  <a:moveTo>
                    <a:pt x="810" y="1"/>
                  </a:moveTo>
                  <a:cubicBezTo>
                    <a:pt x="360" y="1"/>
                    <a:pt x="0" y="253"/>
                    <a:pt x="0" y="568"/>
                  </a:cubicBezTo>
                  <a:cubicBezTo>
                    <a:pt x="0" y="892"/>
                    <a:pt x="360" y="1144"/>
                    <a:pt x="810" y="1144"/>
                  </a:cubicBezTo>
                  <a:cubicBezTo>
                    <a:pt x="1260" y="1144"/>
                    <a:pt x="1620" y="892"/>
                    <a:pt x="1620" y="568"/>
                  </a:cubicBezTo>
                  <a:cubicBezTo>
                    <a:pt x="1620" y="253"/>
                    <a:pt x="1260" y="1"/>
                    <a:pt x="8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42"/>
            <p:cNvSpPr/>
            <p:nvPr/>
          </p:nvSpPr>
          <p:spPr>
            <a:xfrm>
              <a:off x="2165100" y="2880175"/>
              <a:ext cx="29500" cy="11725"/>
            </a:xfrm>
            <a:custGeom>
              <a:avLst/>
              <a:gdLst/>
              <a:ahLst/>
              <a:cxnLst/>
              <a:rect l="l" t="t" r="r" b="b"/>
              <a:pathLst>
                <a:path w="1180" h="469" extrusionOk="0">
                  <a:moveTo>
                    <a:pt x="585" y="1"/>
                  </a:moveTo>
                  <a:cubicBezTo>
                    <a:pt x="261" y="1"/>
                    <a:pt x="0" y="109"/>
                    <a:pt x="0" y="235"/>
                  </a:cubicBezTo>
                  <a:cubicBezTo>
                    <a:pt x="0" y="370"/>
                    <a:pt x="261" y="469"/>
                    <a:pt x="585" y="469"/>
                  </a:cubicBezTo>
                  <a:cubicBezTo>
                    <a:pt x="909" y="469"/>
                    <a:pt x="1179" y="370"/>
                    <a:pt x="1179" y="235"/>
                  </a:cubicBezTo>
                  <a:cubicBezTo>
                    <a:pt x="1179" y="109"/>
                    <a:pt x="909" y="1"/>
                    <a:pt x="5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42"/>
            <p:cNvSpPr/>
            <p:nvPr/>
          </p:nvSpPr>
          <p:spPr>
            <a:xfrm>
              <a:off x="2200425" y="2820550"/>
              <a:ext cx="29050" cy="39625"/>
            </a:xfrm>
            <a:custGeom>
              <a:avLst/>
              <a:gdLst/>
              <a:ahLst/>
              <a:cxnLst/>
              <a:rect l="l" t="t" r="r" b="b"/>
              <a:pathLst>
                <a:path w="1162" h="1585" extrusionOk="0">
                  <a:moveTo>
                    <a:pt x="576" y="1"/>
                  </a:moveTo>
                  <a:cubicBezTo>
                    <a:pt x="261" y="1"/>
                    <a:pt x="0" y="361"/>
                    <a:pt x="0" y="793"/>
                  </a:cubicBezTo>
                  <a:cubicBezTo>
                    <a:pt x="0" y="1234"/>
                    <a:pt x="261" y="1585"/>
                    <a:pt x="576" y="1585"/>
                  </a:cubicBezTo>
                  <a:cubicBezTo>
                    <a:pt x="900" y="1585"/>
                    <a:pt x="1161" y="1234"/>
                    <a:pt x="1161" y="793"/>
                  </a:cubicBezTo>
                  <a:cubicBezTo>
                    <a:pt x="1161" y="361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42"/>
            <p:cNvSpPr/>
            <p:nvPr/>
          </p:nvSpPr>
          <p:spPr>
            <a:xfrm>
              <a:off x="1990925" y="2619850"/>
              <a:ext cx="31975" cy="50200"/>
            </a:xfrm>
            <a:custGeom>
              <a:avLst/>
              <a:gdLst/>
              <a:ahLst/>
              <a:cxnLst/>
              <a:rect l="l" t="t" r="r" b="b"/>
              <a:pathLst>
                <a:path w="1279" h="2008" extrusionOk="0">
                  <a:moveTo>
                    <a:pt x="640" y="0"/>
                  </a:moveTo>
                  <a:cubicBezTo>
                    <a:pt x="280" y="0"/>
                    <a:pt x="1" y="450"/>
                    <a:pt x="1" y="999"/>
                  </a:cubicBezTo>
                  <a:cubicBezTo>
                    <a:pt x="1" y="1557"/>
                    <a:pt x="280" y="2007"/>
                    <a:pt x="640" y="2007"/>
                  </a:cubicBezTo>
                  <a:cubicBezTo>
                    <a:pt x="991" y="2007"/>
                    <a:pt x="1279" y="1557"/>
                    <a:pt x="1279" y="999"/>
                  </a:cubicBezTo>
                  <a:cubicBezTo>
                    <a:pt x="1279" y="450"/>
                    <a:pt x="991" y="0"/>
                    <a:pt x="640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42"/>
            <p:cNvSpPr/>
            <p:nvPr/>
          </p:nvSpPr>
          <p:spPr>
            <a:xfrm>
              <a:off x="1939625" y="2638525"/>
              <a:ext cx="21400" cy="45025"/>
            </a:xfrm>
            <a:custGeom>
              <a:avLst/>
              <a:gdLst/>
              <a:ahLst/>
              <a:cxnLst/>
              <a:rect l="l" t="t" r="r" b="b"/>
              <a:pathLst>
                <a:path w="856" h="1801" extrusionOk="0">
                  <a:moveTo>
                    <a:pt x="424" y="0"/>
                  </a:moveTo>
                  <a:cubicBezTo>
                    <a:pt x="190" y="0"/>
                    <a:pt x="1" y="405"/>
                    <a:pt x="1" y="900"/>
                  </a:cubicBezTo>
                  <a:cubicBezTo>
                    <a:pt x="1" y="1404"/>
                    <a:pt x="190" y="1800"/>
                    <a:pt x="424" y="1800"/>
                  </a:cubicBezTo>
                  <a:cubicBezTo>
                    <a:pt x="658" y="1800"/>
                    <a:pt x="856" y="1395"/>
                    <a:pt x="856" y="900"/>
                  </a:cubicBezTo>
                  <a:cubicBezTo>
                    <a:pt x="856" y="405"/>
                    <a:pt x="658" y="0"/>
                    <a:pt x="424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42"/>
            <p:cNvSpPr/>
            <p:nvPr/>
          </p:nvSpPr>
          <p:spPr>
            <a:xfrm>
              <a:off x="1988450" y="2678550"/>
              <a:ext cx="24325" cy="21675"/>
            </a:xfrm>
            <a:custGeom>
              <a:avLst/>
              <a:gdLst/>
              <a:ahLst/>
              <a:cxnLst/>
              <a:rect l="l" t="t" r="r" b="b"/>
              <a:pathLst>
                <a:path w="973" h="867" extrusionOk="0">
                  <a:moveTo>
                    <a:pt x="406" y="1"/>
                  </a:moveTo>
                  <a:cubicBezTo>
                    <a:pt x="311" y="1"/>
                    <a:pt x="221" y="33"/>
                    <a:pt x="154" y="100"/>
                  </a:cubicBezTo>
                  <a:cubicBezTo>
                    <a:pt x="1" y="262"/>
                    <a:pt x="28" y="523"/>
                    <a:pt x="208" y="712"/>
                  </a:cubicBezTo>
                  <a:cubicBezTo>
                    <a:pt x="314" y="813"/>
                    <a:pt x="445" y="866"/>
                    <a:pt x="567" y="866"/>
                  </a:cubicBezTo>
                  <a:cubicBezTo>
                    <a:pt x="663" y="866"/>
                    <a:pt x="752" y="834"/>
                    <a:pt x="820" y="766"/>
                  </a:cubicBezTo>
                  <a:cubicBezTo>
                    <a:pt x="973" y="604"/>
                    <a:pt x="946" y="343"/>
                    <a:pt x="757" y="154"/>
                  </a:cubicBezTo>
                  <a:cubicBezTo>
                    <a:pt x="656" y="54"/>
                    <a:pt x="527" y="1"/>
                    <a:pt x="406" y="1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42"/>
            <p:cNvSpPr/>
            <p:nvPr/>
          </p:nvSpPr>
          <p:spPr>
            <a:xfrm>
              <a:off x="1971575" y="2813350"/>
              <a:ext cx="29050" cy="21175"/>
            </a:xfrm>
            <a:custGeom>
              <a:avLst/>
              <a:gdLst/>
              <a:ahLst/>
              <a:cxnLst/>
              <a:rect l="l" t="t" r="r" b="b"/>
              <a:pathLst>
                <a:path w="1162" h="847" extrusionOk="0">
                  <a:moveTo>
                    <a:pt x="586" y="1"/>
                  </a:moveTo>
                  <a:cubicBezTo>
                    <a:pt x="262" y="1"/>
                    <a:pt x="1" y="190"/>
                    <a:pt x="1" y="424"/>
                  </a:cubicBezTo>
                  <a:cubicBezTo>
                    <a:pt x="1" y="658"/>
                    <a:pt x="262" y="847"/>
                    <a:pt x="586" y="847"/>
                  </a:cubicBezTo>
                  <a:cubicBezTo>
                    <a:pt x="901" y="847"/>
                    <a:pt x="1162" y="658"/>
                    <a:pt x="1162" y="424"/>
                  </a:cubicBezTo>
                  <a:cubicBezTo>
                    <a:pt x="1162" y="190"/>
                    <a:pt x="910" y="1"/>
                    <a:pt x="5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42"/>
            <p:cNvSpPr/>
            <p:nvPr/>
          </p:nvSpPr>
          <p:spPr>
            <a:xfrm>
              <a:off x="1954475" y="2626150"/>
              <a:ext cx="37825" cy="54925"/>
            </a:xfrm>
            <a:custGeom>
              <a:avLst/>
              <a:gdLst/>
              <a:ahLst/>
              <a:cxnLst/>
              <a:rect l="l" t="t" r="r" b="b"/>
              <a:pathLst>
                <a:path w="1513" h="2197" extrusionOk="0">
                  <a:moveTo>
                    <a:pt x="757" y="0"/>
                  </a:moveTo>
                  <a:cubicBezTo>
                    <a:pt x="334" y="0"/>
                    <a:pt x="1" y="495"/>
                    <a:pt x="1" y="1098"/>
                  </a:cubicBezTo>
                  <a:cubicBezTo>
                    <a:pt x="1" y="1710"/>
                    <a:pt x="334" y="2196"/>
                    <a:pt x="757" y="2196"/>
                  </a:cubicBezTo>
                  <a:cubicBezTo>
                    <a:pt x="1180" y="2196"/>
                    <a:pt x="1513" y="1710"/>
                    <a:pt x="1513" y="1098"/>
                  </a:cubicBezTo>
                  <a:cubicBezTo>
                    <a:pt x="1513" y="495"/>
                    <a:pt x="1180" y="0"/>
                    <a:pt x="757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42"/>
            <p:cNvSpPr/>
            <p:nvPr/>
          </p:nvSpPr>
          <p:spPr>
            <a:xfrm>
              <a:off x="1971350" y="2724475"/>
              <a:ext cx="21400" cy="21175"/>
            </a:xfrm>
            <a:custGeom>
              <a:avLst/>
              <a:gdLst/>
              <a:ahLst/>
              <a:cxnLst/>
              <a:rect l="l" t="t" r="r" b="b"/>
              <a:pathLst>
                <a:path w="856" h="847" extrusionOk="0">
                  <a:moveTo>
                    <a:pt x="424" y="1"/>
                  </a:moveTo>
                  <a:cubicBezTo>
                    <a:pt x="190" y="1"/>
                    <a:pt x="1" y="190"/>
                    <a:pt x="1" y="424"/>
                  </a:cubicBezTo>
                  <a:cubicBezTo>
                    <a:pt x="1" y="658"/>
                    <a:pt x="190" y="847"/>
                    <a:pt x="424" y="847"/>
                  </a:cubicBezTo>
                  <a:cubicBezTo>
                    <a:pt x="658" y="847"/>
                    <a:pt x="856" y="658"/>
                    <a:pt x="856" y="424"/>
                  </a:cubicBezTo>
                  <a:cubicBezTo>
                    <a:pt x="856" y="190"/>
                    <a:pt x="658" y="1"/>
                    <a:pt x="424" y="1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42"/>
            <p:cNvSpPr/>
            <p:nvPr/>
          </p:nvSpPr>
          <p:spPr>
            <a:xfrm>
              <a:off x="2260500" y="2751475"/>
              <a:ext cx="49975" cy="49750"/>
            </a:xfrm>
            <a:custGeom>
              <a:avLst/>
              <a:gdLst/>
              <a:ahLst/>
              <a:cxnLst/>
              <a:rect l="l" t="t" r="r" b="b"/>
              <a:pathLst>
                <a:path w="1999" h="1990" extrusionOk="0">
                  <a:moveTo>
                    <a:pt x="999" y="1"/>
                  </a:moveTo>
                  <a:cubicBezTo>
                    <a:pt x="450" y="1"/>
                    <a:pt x="0" y="442"/>
                    <a:pt x="0" y="1000"/>
                  </a:cubicBezTo>
                  <a:cubicBezTo>
                    <a:pt x="0" y="1549"/>
                    <a:pt x="450" y="1990"/>
                    <a:pt x="999" y="1990"/>
                  </a:cubicBezTo>
                  <a:cubicBezTo>
                    <a:pt x="1548" y="1990"/>
                    <a:pt x="1998" y="1549"/>
                    <a:pt x="1998" y="1000"/>
                  </a:cubicBezTo>
                  <a:cubicBezTo>
                    <a:pt x="1998" y="442"/>
                    <a:pt x="1548" y="1"/>
                    <a:pt x="9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42"/>
            <p:cNvSpPr/>
            <p:nvPr/>
          </p:nvSpPr>
          <p:spPr>
            <a:xfrm>
              <a:off x="2221125" y="2776675"/>
              <a:ext cx="29950" cy="29950"/>
            </a:xfrm>
            <a:custGeom>
              <a:avLst/>
              <a:gdLst/>
              <a:ahLst/>
              <a:cxnLst/>
              <a:rect l="l" t="t" r="r" b="b"/>
              <a:pathLst>
                <a:path w="1198" h="1198" extrusionOk="0">
                  <a:moveTo>
                    <a:pt x="603" y="1"/>
                  </a:moveTo>
                  <a:cubicBezTo>
                    <a:pt x="270" y="1"/>
                    <a:pt x="0" y="271"/>
                    <a:pt x="0" y="604"/>
                  </a:cubicBezTo>
                  <a:cubicBezTo>
                    <a:pt x="0" y="928"/>
                    <a:pt x="270" y="1198"/>
                    <a:pt x="603" y="1198"/>
                  </a:cubicBezTo>
                  <a:cubicBezTo>
                    <a:pt x="927" y="1198"/>
                    <a:pt x="1197" y="928"/>
                    <a:pt x="1197" y="604"/>
                  </a:cubicBezTo>
                  <a:cubicBezTo>
                    <a:pt x="1197" y="271"/>
                    <a:pt x="927" y="1"/>
                    <a:pt x="603" y="1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42"/>
            <p:cNvSpPr/>
            <p:nvPr/>
          </p:nvSpPr>
          <p:spPr>
            <a:xfrm>
              <a:off x="2177250" y="2754850"/>
              <a:ext cx="39850" cy="39850"/>
            </a:xfrm>
            <a:custGeom>
              <a:avLst/>
              <a:gdLst/>
              <a:ahLst/>
              <a:cxnLst/>
              <a:rect l="l" t="t" r="r" b="b"/>
              <a:pathLst>
                <a:path w="1594" h="1594" extrusionOk="0">
                  <a:moveTo>
                    <a:pt x="801" y="1"/>
                  </a:moveTo>
                  <a:cubicBezTo>
                    <a:pt x="360" y="1"/>
                    <a:pt x="0" y="352"/>
                    <a:pt x="0" y="793"/>
                  </a:cubicBezTo>
                  <a:cubicBezTo>
                    <a:pt x="0" y="1234"/>
                    <a:pt x="360" y="1594"/>
                    <a:pt x="801" y="1594"/>
                  </a:cubicBezTo>
                  <a:cubicBezTo>
                    <a:pt x="1242" y="1594"/>
                    <a:pt x="1593" y="1234"/>
                    <a:pt x="1593" y="793"/>
                  </a:cubicBezTo>
                  <a:cubicBezTo>
                    <a:pt x="1593" y="352"/>
                    <a:pt x="1242" y="1"/>
                    <a:pt x="801" y="1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42"/>
            <p:cNvSpPr/>
            <p:nvPr/>
          </p:nvSpPr>
          <p:spPr>
            <a:xfrm>
              <a:off x="2240475" y="2823025"/>
              <a:ext cx="35800" cy="30675"/>
            </a:xfrm>
            <a:custGeom>
              <a:avLst/>
              <a:gdLst/>
              <a:ahLst/>
              <a:cxnLst/>
              <a:rect l="l" t="t" r="r" b="b"/>
              <a:pathLst>
                <a:path w="1432" h="1227" extrusionOk="0">
                  <a:moveTo>
                    <a:pt x="819" y="1"/>
                  </a:moveTo>
                  <a:cubicBezTo>
                    <a:pt x="270" y="1"/>
                    <a:pt x="0" y="667"/>
                    <a:pt x="378" y="1045"/>
                  </a:cubicBezTo>
                  <a:cubicBezTo>
                    <a:pt x="504" y="1171"/>
                    <a:pt x="659" y="1227"/>
                    <a:pt x="811" y="1227"/>
                  </a:cubicBezTo>
                  <a:cubicBezTo>
                    <a:pt x="1128" y="1227"/>
                    <a:pt x="1431" y="983"/>
                    <a:pt x="1431" y="613"/>
                  </a:cubicBezTo>
                  <a:cubicBezTo>
                    <a:pt x="1422" y="280"/>
                    <a:pt x="1152" y="1"/>
                    <a:pt x="8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42"/>
            <p:cNvSpPr/>
            <p:nvPr/>
          </p:nvSpPr>
          <p:spPr>
            <a:xfrm>
              <a:off x="2205375" y="2839000"/>
              <a:ext cx="21625" cy="21850"/>
            </a:xfrm>
            <a:custGeom>
              <a:avLst/>
              <a:gdLst/>
              <a:ahLst/>
              <a:cxnLst/>
              <a:rect l="l" t="t" r="r" b="b"/>
              <a:pathLst>
                <a:path w="865" h="874" extrusionOk="0">
                  <a:moveTo>
                    <a:pt x="432" y="1"/>
                  </a:moveTo>
                  <a:cubicBezTo>
                    <a:pt x="189" y="1"/>
                    <a:pt x="0" y="199"/>
                    <a:pt x="0" y="442"/>
                  </a:cubicBezTo>
                  <a:cubicBezTo>
                    <a:pt x="0" y="676"/>
                    <a:pt x="189" y="874"/>
                    <a:pt x="432" y="874"/>
                  </a:cubicBezTo>
                  <a:cubicBezTo>
                    <a:pt x="675" y="874"/>
                    <a:pt x="864" y="676"/>
                    <a:pt x="864" y="442"/>
                  </a:cubicBezTo>
                  <a:cubicBezTo>
                    <a:pt x="864" y="199"/>
                    <a:pt x="675" y="1"/>
                    <a:pt x="4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42"/>
            <p:cNvSpPr/>
            <p:nvPr/>
          </p:nvSpPr>
          <p:spPr>
            <a:xfrm>
              <a:off x="2229450" y="2584975"/>
              <a:ext cx="46825" cy="46825"/>
            </a:xfrm>
            <a:custGeom>
              <a:avLst/>
              <a:gdLst/>
              <a:ahLst/>
              <a:cxnLst/>
              <a:rect l="l" t="t" r="r" b="b"/>
              <a:pathLst>
                <a:path w="1873" h="1873" extrusionOk="0">
                  <a:moveTo>
                    <a:pt x="936" y="0"/>
                  </a:moveTo>
                  <a:cubicBezTo>
                    <a:pt x="414" y="0"/>
                    <a:pt x="0" y="423"/>
                    <a:pt x="0" y="936"/>
                  </a:cubicBezTo>
                  <a:cubicBezTo>
                    <a:pt x="0" y="1449"/>
                    <a:pt x="414" y="1872"/>
                    <a:pt x="936" y="1872"/>
                  </a:cubicBezTo>
                  <a:cubicBezTo>
                    <a:pt x="1449" y="1872"/>
                    <a:pt x="1872" y="1449"/>
                    <a:pt x="1872" y="936"/>
                  </a:cubicBezTo>
                  <a:cubicBezTo>
                    <a:pt x="1872" y="423"/>
                    <a:pt x="1449" y="0"/>
                    <a:pt x="9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42"/>
            <p:cNvSpPr/>
            <p:nvPr/>
          </p:nvSpPr>
          <p:spPr>
            <a:xfrm>
              <a:off x="2214825" y="2608375"/>
              <a:ext cx="22975" cy="22750"/>
            </a:xfrm>
            <a:custGeom>
              <a:avLst/>
              <a:gdLst/>
              <a:ahLst/>
              <a:cxnLst/>
              <a:rect l="l" t="t" r="r" b="b"/>
              <a:pathLst>
                <a:path w="919" h="910" extrusionOk="0">
                  <a:moveTo>
                    <a:pt x="459" y="0"/>
                  </a:moveTo>
                  <a:cubicBezTo>
                    <a:pt x="207" y="0"/>
                    <a:pt x="0" y="207"/>
                    <a:pt x="0" y="459"/>
                  </a:cubicBezTo>
                  <a:cubicBezTo>
                    <a:pt x="0" y="711"/>
                    <a:pt x="207" y="909"/>
                    <a:pt x="459" y="909"/>
                  </a:cubicBezTo>
                  <a:cubicBezTo>
                    <a:pt x="711" y="909"/>
                    <a:pt x="918" y="711"/>
                    <a:pt x="918" y="459"/>
                  </a:cubicBezTo>
                  <a:cubicBezTo>
                    <a:pt x="918" y="207"/>
                    <a:pt x="711" y="0"/>
                    <a:pt x="459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42"/>
            <p:cNvSpPr/>
            <p:nvPr/>
          </p:nvSpPr>
          <p:spPr>
            <a:xfrm>
              <a:off x="2194575" y="2549650"/>
              <a:ext cx="34900" cy="34900"/>
            </a:xfrm>
            <a:custGeom>
              <a:avLst/>
              <a:gdLst/>
              <a:ahLst/>
              <a:cxnLst/>
              <a:rect l="l" t="t" r="r" b="b"/>
              <a:pathLst>
                <a:path w="1396" h="1396" extrusionOk="0">
                  <a:moveTo>
                    <a:pt x="693" y="0"/>
                  </a:moveTo>
                  <a:cubicBezTo>
                    <a:pt x="306" y="0"/>
                    <a:pt x="0" y="315"/>
                    <a:pt x="0" y="702"/>
                  </a:cubicBezTo>
                  <a:cubicBezTo>
                    <a:pt x="0" y="1080"/>
                    <a:pt x="306" y="1395"/>
                    <a:pt x="693" y="1395"/>
                  </a:cubicBezTo>
                  <a:cubicBezTo>
                    <a:pt x="1080" y="1395"/>
                    <a:pt x="1395" y="1080"/>
                    <a:pt x="1395" y="702"/>
                  </a:cubicBezTo>
                  <a:cubicBezTo>
                    <a:pt x="1395" y="315"/>
                    <a:pt x="1080" y="0"/>
                    <a:pt x="693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42"/>
            <p:cNvSpPr/>
            <p:nvPr/>
          </p:nvSpPr>
          <p:spPr>
            <a:xfrm>
              <a:off x="2129100" y="2549650"/>
              <a:ext cx="36025" cy="30675"/>
            </a:xfrm>
            <a:custGeom>
              <a:avLst/>
              <a:gdLst/>
              <a:ahLst/>
              <a:cxnLst/>
              <a:rect l="l" t="t" r="r" b="b"/>
              <a:pathLst>
                <a:path w="1441" h="1227" extrusionOk="0">
                  <a:moveTo>
                    <a:pt x="828" y="0"/>
                  </a:moveTo>
                  <a:cubicBezTo>
                    <a:pt x="279" y="0"/>
                    <a:pt x="0" y="657"/>
                    <a:pt x="387" y="1044"/>
                  </a:cubicBezTo>
                  <a:cubicBezTo>
                    <a:pt x="513" y="1170"/>
                    <a:pt x="668" y="1226"/>
                    <a:pt x="820" y="1226"/>
                  </a:cubicBezTo>
                  <a:cubicBezTo>
                    <a:pt x="1137" y="1226"/>
                    <a:pt x="1440" y="983"/>
                    <a:pt x="1440" y="612"/>
                  </a:cubicBezTo>
                  <a:cubicBezTo>
                    <a:pt x="1440" y="279"/>
                    <a:pt x="1161" y="0"/>
                    <a:pt x="828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42"/>
            <p:cNvSpPr/>
            <p:nvPr/>
          </p:nvSpPr>
          <p:spPr>
            <a:xfrm>
              <a:off x="2112200" y="2514750"/>
              <a:ext cx="38975" cy="38975"/>
            </a:xfrm>
            <a:custGeom>
              <a:avLst/>
              <a:gdLst/>
              <a:ahLst/>
              <a:cxnLst/>
              <a:rect l="l" t="t" r="r" b="b"/>
              <a:pathLst>
                <a:path w="1559" h="1559" extrusionOk="0">
                  <a:moveTo>
                    <a:pt x="784" y="1"/>
                  </a:moveTo>
                  <a:cubicBezTo>
                    <a:pt x="352" y="1"/>
                    <a:pt x="1" y="352"/>
                    <a:pt x="1" y="784"/>
                  </a:cubicBezTo>
                  <a:cubicBezTo>
                    <a:pt x="1" y="1207"/>
                    <a:pt x="352" y="1558"/>
                    <a:pt x="784" y="1558"/>
                  </a:cubicBezTo>
                  <a:cubicBezTo>
                    <a:pt x="1207" y="1558"/>
                    <a:pt x="1558" y="1207"/>
                    <a:pt x="1558" y="784"/>
                  </a:cubicBezTo>
                  <a:cubicBezTo>
                    <a:pt x="1558" y="352"/>
                    <a:pt x="1207" y="1"/>
                    <a:pt x="784" y="1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42"/>
            <p:cNvSpPr/>
            <p:nvPr/>
          </p:nvSpPr>
          <p:spPr>
            <a:xfrm>
              <a:off x="2078675" y="2533675"/>
              <a:ext cx="31300" cy="31300"/>
            </a:xfrm>
            <a:custGeom>
              <a:avLst/>
              <a:gdLst/>
              <a:ahLst/>
              <a:cxnLst/>
              <a:rect l="l" t="t" r="r" b="b"/>
              <a:pathLst>
                <a:path w="1252" h="1252" extrusionOk="0">
                  <a:moveTo>
                    <a:pt x="631" y="0"/>
                  </a:moveTo>
                  <a:cubicBezTo>
                    <a:pt x="280" y="0"/>
                    <a:pt x="1" y="279"/>
                    <a:pt x="1" y="630"/>
                  </a:cubicBezTo>
                  <a:cubicBezTo>
                    <a:pt x="1" y="972"/>
                    <a:pt x="280" y="1251"/>
                    <a:pt x="631" y="1251"/>
                  </a:cubicBezTo>
                  <a:cubicBezTo>
                    <a:pt x="973" y="1251"/>
                    <a:pt x="1252" y="972"/>
                    <a:pt x="1252" y="630"/>
                  </a:cubicBezTo>
                  <a:cubicBezTo>
                    <a:pt x="1252" y="279"/>
                    <a:pt x="973" y="0"/>
                    <a:pt x="631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42"/>
            <p:cNvSpPr/>
            <p:nvPr/>
          </p:nvSpPr>
          <p:spPr>
            <a:xfrm>
              <a:off x="1998125" y="2553700"/>
              <a:ext cx="17575" cy="15050"/>
            </a:xfrm>
            <a:custGeom>
              <a:avLst/>
              <a:gdLst/>
              <a:ahLst/>
              <a:cxnLst/>
              <a:rect l="l" t="t" r="r" b="b"/>
              <a:pathLst>
                <a:path w="703" h="602" extrusionOk="0">
                  <a:moveTo>
                    <a:pt x="397" y="0"/>
                  </a:moveTo>
                  <a:cubicBezTo>
                    <a:pt x="136" y="0"/>
                    <a:pt x="1" y="324"/>
                    <a:pt x="190" y="513"/>
                  </a:cubicBezTo>
                  <a:cubicBezTo>
                    <a:pt x="251" y="574"/>
                    <a:pt x="326" y="602"/>
                    <a:pt x="400" y="602"/>
                  </a:cubicBezTo>
                  <a:cubicBezTo>
                    <a:pt x="555" y="602"/>
                    <a:pt x="703" y="483"/>
                    <a:pt x="703" y="306"/>
                  </a:cubicBezTo>
                  <a:cubicBezTo>
                    <a:pt x="703" y="135"/>
                    <a:pt x="568" y="0"/>
                    <a:pt x="3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42"/>
            <p:cNvSpPr/>
            <p:nvPr/>
          </p:nvSpPr>
          <p:spPr>
            <a:xfrm>
              <a:off x="2001275" y="2524900"/>
              <a:ext cx="38050" cy="32650"/>
            </a:xfrm>
            <a:custGeom>
              <a:avLst/>
              <a:gdLst/>
              <a:ahLst/>
              <a:cxnLst/>
              <a:rect l="l" t="t" r="r" b="b"/>
              <a:pathLst>
                <a:path w="1522" h="1306" extrusionOk="0">
                  <a:moveTo>
                    <a:pt x="874" y="0"/>
                  </a:moveTo>
                  <a:cubicBezTo>
                    <a:pt x="289" y="0"/>
                    <a:pt x="1" y="702"/>
                    <a:pt x="415" y="1116"/>
                  </a:cubicBezTo>
                  <a:cubicBezTo>
                    <a:pt x="545" y="1247"/>
                    <a:pt x="707" y="1305"/>
                    <a:pt x="866" y="1305"/>
                  </a:cubicBezTo>
                  <a:cubicBezTo>
                    <a:pt x="1200" y="1305"/>
                    <a:pt x="1522" y="1047"/>
                    <a:pt x="1522" y="657"/>
                  </a:cubicBezTo>
                  <a:cubicBezTo>
                    <a:pt x="1522" y="297"/>
                    <a:pt x="1234" y="0"/>
                    <a:pt x="8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42"/>
            <p:cNvSpPr/>
            <p:nvPr/>
          </p:nvSpPr>
          <p:spPr>
            <a:xfrm>
              <a:off x="2014325" y="2572150"/>
              <a:ext cx="36700" cy="8125"/>
            </a:xfrm>
            <a:custGeom>
              <a:avLst/>
              <a:gdLst/>
              <a:ahLst/>
              <a:cxnLst/>
              <a:rect l="l" t="t" r="r" b="b"/>
              <a:pathLst>
                <a:path w="1468" h="325" extrusionOk="0">
                  <a:moveTo>
                    <a:pt x="730" y="0"/>
                  </a:moveTo>
                  <a:cubicBezTo>
                    <a:pt x="325" y="0"/>
                    <a:pt x="1" y="72"/>
                    <a:pt x="1" y="162"/>
                  </a:cubicBezTo>
                  <a:cubicBezTo>
                    <a:pt x="1" y="252"/>
                    <a:pt x="325" y="324"/>
                    <a:pt x="730" y="324"/>
                  </a:cubicBezTo>
                  <a:cubicBezTo>
                    <a:pt x="1135" y="324"/>
                    <a:pt x="1468" y="252"/>
                    <a:pt x="1468" y="162"/>
                  </a:cubicBezTo>
                  <a:cubicBezTo>
                    <a:pt x="1468" y="72"/>
                    <a:pt x="1135" y="0"/>
                    <a:pt x="730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42"/>
            <p:cNvSpPr/>
            <p:nvPr/>
          </p:nvSpPr>
          <p:spPr>
            <a:xfrm>
              <a:off x="1973375" y="2569225"/>
              <a:ext cx="27250" cy="15775"/>
            </a:xfrm>
            <a:custGeom>
              <a:avLst/>
              <a:gdLst/>
              <a:ahLst/>
              <a:cxnLst/>
              <a:rect l="l" t="t" r="r" b="b"/>
              <a:pathLst>
                <a:path w="1090" h="631" extrusionOk="0">
                  <a:moveTo>
                    <a:pt x="541" y="0"/>
                  </a:moveTo>
                  <a:cubicBezTo>
                    <a:pt x="244" y="0"/>
                    <a:pt x="1" y="144"/>
                    <a:pt x="1" y="315"/>
                  </a:cubicBezTo>
                  <a:cubicBezTo>
                    <a:pt x="1" y="495"/>
                    <a:pt x="244" y="630"/>
                    <a:pt x="541" y="630"/>
                  </a:cubicBezTo>
                  <a:cubicBezTo>
                    <a:pt x="847" y="630"/>
                    <a:pt x="1090" y="495"/>
                    <a:pt x="1090" y="315"/>
                  </a:cubicBezTo>
                  <a:cubicBezTo>
                    <a:pt x="1090" y="144"/>
                    <a:pt x="847" y="0"/>
                    <a:pt x="5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42"/>
            <p:cNvSpPr/>
            <p:nvPr/>
          </p:nvSpPr>
          <p:spPr>
            <a:xfrm>
              <a:off x="2050775" y="2497425"/>
              <a:ext cx="35125" cy="27500"/>
            </a:xfrm>
            <a:custGeom>
              <a:avLst/>
              <a:gdLst/>
              <a:ahLst/>
              <a:cxnLst/>
              <a:rect l="l" t="t" r="r" b="b"/>
              <a:pathLst>
                <a:path w="1405" h="1100" extrusionOk="0">
                  <a:moveTo>
                    <a:pt x="703" y="1"/>
                  </a:moveTo>
                  <a:cubicBezTo>
                    <a:pt x="316" y="1"/>
                    <a:pt x="1" y="253"/>
                    <a:pt x="1" y="550"/>
                  </a:cubicBezTo>
                  <a:cubicBezTo>
                    <a:pt x="1" y="856"/>
                    <a:pt x="316" y="1099"/>
                    <a:pt x="703" y="1099"/>
                  </a:cubicBezTo>
                  <a:cubicBezTo>
                    <a:pt x="1090" y="1099"/>
                    <a:pt x="1405" y="856"/>
                    <a:pt x="1405" y="550"/>
                  </a:cubicBezTo>
                  <a:cubicBezTo>
                    <a:pt x="1405" y="253"/>
                    <a:pt x="1090" y="1"/>
                    <a:pt x="7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42"/>
            <p:cNvSpPr/>
            <p:nvPr/>
          </p:nvSpPr>
          <p:spPr>
            <a:xfrm>
              <a:off x="2030975" y="2527150"/>
              <a:ext cx="47725" cy="38050"/>
            </a:xfrm>
            <a:custGeom>
              <a:avLst/>
              <a:gdLst/>
              <a:ahLst/>
              <a:cxnLst/>
              <a:rect l="l" t="t" r="r" b="b"/>
              <a:pathLst>
                <a:path w="1909" h="1522" extrusionOk="0">
                  <a:moveTo>
                    <a:pt x="955" y="0"/>
                  </a:moveTo>
                  <a:cubicBezTo>
                    <a:pt x="433" y="0"/>
                    <a:pt x="1" y="342"/>
                    <a:pt x="1" y="765"/>
                  </a:cubicBezTo>
                  <a:cubicBezTo>
                    <a:pt x="1" y="1179"/>
                    <a:pt x="433" y="1521"/>
                    <a:pt x="955" y="1521"/>
                  </a:cubicBezTo>
                  <a:cubicBezTo>
                    <a:pt x="1486" y="1521"/>
                    <a:pt x="1909" y="1179"/>
                    <a:pt x="1909" y="765"/>
                  </a:cubicBezTo>
                  <a:cubicBezTo>
                    <a:pt x="1909" y="342"/>
                    <a:pt x="1486" y="0"/>
                    <a:pt x="955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42"/>
            <p:cNvSpPr/>
            <p:nvPr/>
          </p:nvSpPr>
          <p:spPr>
            <a:xfrm>
              <a:off x="2121675" y="2497650"/>
              <a:ext cx="51325" cy="29525"/>
            </a:xfrm>
            <a:custGeom>
              <a:avLst/>
              <a:gdLst/>
              <a:ahLst/>
              <a:cxnLst/>
              <a:rect l="l" t="t" r="r" b="b"/>
              <a:pathLst>
                <a:path w="2053" h="1181" extrusionOk="0">
                  <a:moveTo>
                    <a:pt x="1026" y="1"/>
                  </a:moveTo>
                  <a:cubicBezTo>
                    <a:pt x="468" y="1"/>
                    <a:pt x="0" y="262"/>
                    <a:pt x="0" y="595"/>
                  </a:cubicBezTo>
                  <a:cubicBezTo>
                    <a:pt x="0" y="919"/>
                    <a:pt x="468" y="1180"/>
                    <a:pt x="1026" y="1180"/>
                  </a:cubicBezTo>
                  <a:cubicBezTo>
                    <a:pt x="1593" y="1180"/>
                    <a:pt x="2052" y="919"/>
                    <a:pt x="2052" y="595"/>
                  </a:cubicBezTo>
                  <a:cubicBezTo>
                    <a:pt x="2052" y="262"/>
                    <a:pt x="1593" y="1"/>
                    <a:pt x="1026" y="1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42"/>
            <p:cNvSpPr/>
            <p:nvPr/>
          </p:nvSpPr>
          <p:spPr>
            <a:xfrm>
              <a:off x="2151150" y="2534350"/>
              <a:ext cx="46150" cy="46150"/>
            </a:xfrm>
            <a:custGeom>
              <a:avLst/>
              <a:gdLst/>
              <a:ahLst/>
              <a:cxnLst/>
              <a:rect l="l" t="t" r="r" b="b"/>
              <a:pathLst>
                <a:path w="1846" h="1846" extrusionOk="0">
                  <a:moveTo>
                    <a:pt x="918" y="0"/>
                  </a:moveTo>
                  <a:cubicBezTo>
                    <a:pt x="414" y="0"/>
                    <a:pt x="0" y="405"/>
                    <a:pt x="0" y="918"/>
                  </a:cubicBezTo>
                  <a:cubicBezTo>
                    <a:pt x="0" y="1431"/>
                    <a:pt x="414" y="1845"/>
                    <a:pt x="918" y="1845"/>
                  </a:cubicBezTo>
                  <a:cubicBezTo>
                    <a:pt x="1431" y="1845"/>
                    <a:pt x="1845" y="1431"/>
                    <a:pt x="1845" y="918"/>
                  </a:cubicBezTo>
                  <a:cubicBezTo>
                    <a:pt x="1845" y="405"/>
                    <a:pt x="1431" y="0"/>
                    <a:pt x="918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42"/>
            <p:cNvSpPr/>
            <p:nvPr/>
          </p:nvSpPr>
          <p:spPr>
            <a:xfrm>
              <a:off x="2285475" y="2636500"/>
              <a:ext cx="21400" cy="41200"/>
            </a:xfrm>
            <a:custGeom>
              <a:avLst/>
              <a:gdLst/>
              <a:ahLst/>
              <a:cxnLst/>
              <a:rect l="l" t="t" r="r" b="b"/>
              <a:pathLst>
                <a:path w="856" h="1648" extrusionOk="0">
                  <a:moveTo>
                    <a:pt x="423" y="0"/>
                  </a:moveTo>
                  <a:cubicBezTo>
                    <a:pt x="189" y="0"/>
                    <a:pt x="0" y="369"/>
                    <a:pt x="0" y="828"/>
                  </a:cubicBezTo>
                  <a:cubicBezTo>
                    <a:pt x="0" y="1278"/>
                    <a:pt x="189" y="1647"/>
                    <a:pt x="423" y="1647"/>
                  </a:cubicBezTo>
                  <a:cubicBezTo>
                    <a:pt x="666" y="1647"/>
                    <a:pt x="855" y="1278"/>
                    <a:pt x="855" y="828"/>
                  </a:cubicBezTo>
                  <a:cubicBezTo>
                    <a:pt x="855" y="369"/>
                    <a:pt x="657" y="0"/>
                    <a:pt x="423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42"/>
            <p:cNvSpPr/>
            <p:nvPr/>
          </p:nvSpPr>
          <p:spPr>
            <a:xfrm>
              <a:off x="2217075" y="2564950"/>
              <a:ext cx="28600" cy="38275"/>
            </a:xfrm>
            <a:custGeom>
              <a:avLst/>
              <a:gdLst/>
              <a:ahLst/>
              <a:cxnLst/>
              <a:rect l="l" t="t" r="r" b="b"/>
              <a:pathLst>
                <a:path w="1144" h="1531" extrusionOk="0">
                  <a:moveTo>
                    <a:pt x="567" y="0"/>
                  </a:moveTo>
                  <a:cubicBezTo>
                    <a:pt x="261" y="0"/>
                    <a:pt x="0" y="342"/>
                    <a:pt x="0" y="765"/>
                  </a:cubicBezTo>
                  <a:cubicBezTo>
                    <a:pt x="0" y="1188"/>
                    <a:pt x="252" y="1530"/>
                    <a:pt x="567" y="1530"/>
                  </a:cubicBezTo>
                  <a:cubicBezTo>
                    <a:pt x="882" y="1530"/>
                    <a:pt x="1143" y="1188"/>
                    <a:pt x="1143" y="765"/>
                  </a:cubicBezTo>
                  <a:cubicBezTo>
                    <a:pt x="1143" y="342"/>
                    <a:pt x="882" y="0"/>
                    <a:pt x="567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42"/>
            <p:cNvSpPr/>
            <p:nvPr/>
          </p:nvSpPr>
          <p:spPr>
            <a:xfrm>
              <a:off x="2019500" y="2553700"/>
              <a:ext cx="66400" cy="38050"/>
            </a:xfrm>
            <a:custGeom>
              <a:avLst/>
              <a:gdLst/>
              <a:ahLst/>
              <a:cxnLst/>
              <a:rect l="l" t="t" r="r" b="b"/>
              <a:pathLst>
                <a:path w="2656" h="1522" extrusionOk="0">
                  <a:moveTo>
                    <a:pt x="1333" y="0"/>
                  </a:moveTo>
                  <a:cubicBezTo>
                    <a:pt x="595" y="0"/>
                    <a:pt x="1" y="342"/>
                    <a:pt x="1" y="756"/>
                  </a:cubicBezTo>
                  <a:cubicBezTo>
                    <a:pt x="1" y="1179"/>
                    <a:pt x="595" y="1521"/>
                    <a:pt x="1333" y="1521"/>
                  </a:cubicBezTo>
                  <a:cubicBezTo>
                    <a:pt x="2062" y="1521"/>
                    <a:pt x="2656" y="1179"/>
                    <a:pt x="2656" y="756"/>
                  </a:cubicBezTo>
                  <a:cubicBezTo>
                    <a:pt x="2656" y="342"/>
                    <a:pt x="2062" y="0"/>
                    <a:pt x="1333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42"/>
            <p:cNvSpPr/>
            <p:nvPr/>
          </p:nvSpPr>
          <p:spPr>
            <a:xfrm>
              <a:off x="2121900" y="2534350"/>
              <a:ext cx="43000" cy="32875"/>
            </a:xfrm>
            <a:custGeom>
              <a:avLst/>
              <a:gdLst/>
              <a:ahLst/>
              <a:cxnLst/>
              <a:rect l="l" t="t" r="r" b="b"/>
              <a:pathLst>
                <a:path w="1720" h="1315" extrusionOk="0">
                  <a:moveTo>
                    <a:pt x="855" y="0"/>
                  </a:moveTo>
                  <a:cubicBezTo>
                    <a:pt x="378" y="0"/>
                    <a:pt x="0" y="288"/>
                    <a:pt x="0" y="657"/>
                  </a:cubicBezTo>
                  <a:cubicBezTo>
                    <a:pt x="0" y="1017"/>
                    <a:pt x="378" y="1314"/>
                    <a:pt x="855" y="1314"/>
                  </a:cubicBezTo>
                  <a:cubicBezTo>
                    <a:pt x="1332" y="1314"/>
                    <a:pt x="1719" y="1017"/>
                    <a:pt x="1719" y="657"/>
                  </a:cubicBezTo>
                  <a:cubicBezTo>
                    <a:pt x="1719" y="288"/>
                    <a:pt x="1332" y="0"/>
                    <a:pt x="855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42"/>
            <p:cNvSpPr/>
            <p:nvPr/>
          </p:nvSpPr>
          <p:spPr>
            <a:xfrm>
              <a:off x="2194350" y="2541300"/>
              <a:ext cx="42100" cy="35875"/>
            </a:xfrm>
            <a:custGeom>
              <a:avLst/>
              <a:gdLst/>
              <a:ahLst/>
              <a:cxnLst/>
              <a:rect l="l" t="t" r="r" b="b"/>
              <a:pathLst>
                <a:path w="1684" h="1435" extrusionOk="0">
                  <a:moveTo>
                    <a:pt x="979" y="1"/>
                  </a:moveTo>
                  <a:cubicBezTo>
                    <a:pt x="974" y="1"/>
                    <a:pt x="969" y="1"/>
                    <a:pt x="963" y="1"/>
                  </a:cubicBezTo>
                  <a:cubicBezTo>
                    <a:pt x="324" y="1"/>
                    <a:pt x="0" y="775"/>
                    <a:pt x="450" y="1225"/>
                  </a:cubicBezTo>
                  <a:cubicBezTo>
                    <a:pt x="598" y="1370"/>
                    <a:pt x="778" y="1434"/>
                    <a:pt x="954" y="1434"/>
                  </a:cubicBezTo>
                  <a:cubicBezTo>
                    <a:pt x="1327" y="1434"/>
                    <a:pt x="1683" y="1146"/>
                    <a:pt x="1683" y="712"/>
                  </a:cubicBezTo>
                  <a:cubicBezTo>
                    <a:pt x="1683" y="321"/>
                    <a:pt x="1368" y="1"/>
                    <a:pt x="979" y="1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42"/>
            <p:cNvSpPr/>
            <p:nvPr/>
          </p:nvSpPr>
          <p:spPr>
            <a:xfrm>
              <a:off x="2214825" y="2644825"/>
              <a:ext cx="61450" cy="36250"/>
            </a:xfrm>
            <a:custGeom>
              <a:avLst/>
              <a:gdLst/>
              <a:ahLst/>
              <a:cxnLst/>
              <a:rect l="l" t="t" r="r" b="b"/>
              <a:pathLst>
                <a:path w="2458" h="1450" extrusionOk="0">
                  <a:moveTo>
                    <a:pt x="1233" y="0"/>
                  </a:moveTo>
                  <a:cubicBezTo>
                    <a:pt x="549" y="0"/>
                    <a:pt x="0" y="333"/>
                    <a:pt x="0" y="729"/>
                  </a:cubicBezTo>
                  <a:cubicBezTo>
                    <a:pt x="0" y="1125"/>
                    <a:pt x="549" y="1449"/>
                    <a:pt x="1233" y="1449"/>
                  </a:cubicBezTo>
                  <a:cubicBezTo>
                    <a:pt x="1908" y="1449"/>
                    <a:pt x="2457" y="1125"/>
                    <a:pt x="2457" y="729"/>
                  </a:cubicBezTo>
                  <a:cubicBezTo>
                    <a:pt x="2457" y="333"/>
                    <a:pt x="1908" y="0"/>
                    <a:pt x="1233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42"/>
            <p:cNvSpPr/>
            <p:nvPr/>
          </p:nvSpPr>
          <p:spPr>
            <a:xfrm>
              <a:off x="2229450" y="2702200"/>
              <a:ext cx="27925" cy="27925"/>
            </a:xfrm>
            <a:custGeom>
              <a:avLst/>
              <a:gdLst/>
              <a:ahLst/>
              <a:cxnLst/>
              <a:rect l="l" t="t" r="r" b="b"/>
              <a:pathLst>
                <a:path w="1117" h="1117" extrusionOk="0">
                  <a:moveTo>
                    <a:pt x="558" y="0"/>
                  </a:moveTo>
                  <a:cubicBezTo>
                    <a:pt x="252" y="0"/>
                    <a:pt x="0" y="252"/>
                    <a:pt x="0" y="558"/>
                  </a:cubicBezTo>
                  <a:cubicBezTo>
                    <a:pt x="0" y="874"/>
                    <a:pt x="252" y="1117"/>
                    <a:pt x="558" y="1117"/>
                  </a:cubicBezTo>
                  <a:cubicBezTo>
                    <a:pt x="864" y="1117"/>
                    <a:pt x="1116" y="874"/>
                    <a:pt x="1116" y="558"/>
                  </a:cubicBezTo>
                  <a:cubicBezTo>
                    <a:pt x="1116" y="252"/>
                    <a:pt x="864" y="0"/>
                    <a:pt x="558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42"/>
            <p:cNvSpPr/>
            <p:nvPr/>
          </p:nvSpPr>
          <p:spPr>
            <a:xfrm>
              <a:off x="2179725" y="2716150"/>
              <a:ext cx="65950" cy="51550"/>
            </a:xfrm>
            <a:custGeom>
              <a:avLst/>
              <a:gdLst/>
              <a:ahLst/>
              <a:cxnLst/>
              <a:rect l="l" t="t" r="r" b="b"/>
              <a:pathLst>
                <a:path w="2638" h="2062" extrusionOk="0">
                  <a:moveTo>
                    <a:pt x="1314" y="0"/>
                  </a:moveTo>
                  <a:cubicBezTo>
                    <a:pt x="594" y="0"/>
                    <a:pt x="0" y="460"/>
                    <a:pt x="0" y="1027"/>
                  </a:cubicBezTo>
                  <a:cubicBezTo>
                    <a:pt x="0" y="1603"/>
                    <a:pt x="594" y="2062"/>
                    <a:pt x="1314" y="2062"/>
                  </a:cubicBezTo>
                  <a:cubicBezTo>
                    <a:pt x="2043" y="2062"/>
                    <a:pt x="2637" y="1603"/>
                    <a:pt x="2637" y="1027"/>
                  </a:cubicBezTo>
                  <a:cubicBezTo>
                    <a:pt x="2637" y="460"/>
                    <a:pt x="2043" y="0"/>
                    <a:pt x="1314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42"/>
            <p:cNvSpPr/>
            <p:nvPr/>
          </p:nvSpPr>
          <p:spPr>
            <a:xfrm>
              <a:off x="2019725" y="2497425"/>
              <a:ext cx="23200" cy="13750"/>
            </a:xfrm>
            <a:custGeom>
              <a:avLst/>
              <a:gdLst/>
              <a:ahLst/>
              <a:cxnLst/>
              <a:rect l="l" t="t" r="r" b="b"/>
              <a:pathLst>
                <a:path w="928" h="550" extrusionOk="0">
                  <a:moveTo>
                    <a:pt x="460" y="1"/>
                  </a:moveTo>
                  <a:cubicBezTo>
                    <a:pt x="208" y="1"/>
                    <a:pt x="1" y="127"/>
                    <a:pt x="1" y="280"/>
                  </a:cubicBezTo>
                  <a:cubicBezTo>
                    <a:pt x="1" y="433"/>
                    <a:pt x="208" y="550"/>
                    <a:pt x="460" y="550"/>
                  </a:cubicBezTo>
                  <a:cubicBezTo>
                    <a:pt x="721" y="550"/>
                    <a:pt x="928" y="433"/>
                    <a:pt x="928" y="280"/>
                  </a:cubicBezTo>
                  <a:cubicBezTo>
                    <a:pt x="928" y="127"/>
                    <a:pt x="721" y="1"/>
                    <a:pt x="4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42"/>
            <p:cNvSpPr/>
            <p:nvPr/>
          </p:nvSpPr>
          <p:spPr>
            <a:xfrm>
              <a:off x="2039300" y="2905600"/>
              <a:ext cx="55150" cy="22525"/>
            </a:xfrm>
            <a:custGeom>
              <a:avLst/>
              <a:gdLst/>
              <a:ahLst/>
              <a:cxnLst/>
              <a:rect l="l" t="t" r="r" b="b"/>
              <a:pathLst>
                <a:path w="2206" h="901" extrusionOk="0">
                  <a:moveTo>
                    <a:pt x="1108" y="1"/>
                  </a:moveTo>
                  <a:cubicBezTo>
                    <a:pt x="496" y="1"/>
                    <a:pt x="1" y="199"/>
                    <a:pt x="1" y="451"/>
                  </a:cubicBezTo>
                  <a:cubicBezTo>
                    <a:pt x="1" y="703"/>
                    <a:pt x="496" y="901"/>
                    <a:pt x="1108" y="901"/>
                  </a:cubicBezTo>
                  <a:cubicBezTo>
                    <a:pt x="1711" y="901"/>
                    <a:pt x="2206" y="703"/>
                    <a:pt x="2206" y="451"/>
                  </a:cubicBezTo>
                  <a:cubicBezTo>
                    <a:pt x="2206" y="208"/>
                    <a:pt x="1711" y="1"/>
                    <a:pt x="110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42"/>
            <p:cNvSpPr/>
            <p:nvPr/>
          </p:nvSpPr>
          <p:spPr>
            <a:xfrm>
              <a:off x="2136525" y="2914150"/>
              <a:ext cx="37600" cy="19400"/>
            </a:xfrm>
            <a:custGeom>
              <a:avLst/>
              <a:gdLst/>
              <a:ahLst/>
              <a:cxnLst/>
              <a:rect l="l" t="t" r="r" b="b"/>
              <a:pathLst>
                <a:path w="1504" h="776" extrusionOk="0">
                  <a:moveTo>
                    <a:pt x="756" y="1"/>
                  </a:moveTo>
                  <a:cubicBezTo>
                    <a:pt x="333" y="1"/>
                    <a:pt x="0" y="172"/>
                    <a:pt x="0" y="388"/>
                  </a:cubicBezTo>
                  <a:cubicBezTo>
                    <a:pt x="0" y="604"/>
                    <a:pt x="333" y="775"/>
                    <a:pt x="756" y="775"/>
                  </a:cubicBezTo>
                  <a:cubicBezTo>
                    <a:pt x="1170" y="775"/>
                    <a:pt x="1503" y="604"/>
                    <a:pt x="1503" y="388"/>
                  </a:cubicBezTo>
                  <a:cubicBezTo>
                    <a:pt x="1503" y="172"/>
                    <a:pt x="1170" y="1"/>
                    <a:pt x="7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42"/>
            <p:cNvSpPr/>
            <p:nvPr/>
          </p:nvSpPr>
          <p:spPr>
            <a:xfrm>
              <a:off x="2197275" y="2897725"/>
              <a:ext cx="22525" cy="19325"/>
            </a:xfrm>
            <a:custGeom>
              <a:avLst/>
              <a:gdLst/>
              <a:ahLst/>
              <a:cxnLst/>
              <a:rect l="l" t="t" r="r" b="b"/>
              <a:pathLst>
                <a:path w="901" h="773" extrusionOk="0">
                  <a:moveTo>
                    <a:pt x="513" y="1"/>
                  </a:moveTo>
                  <a:cubicBezTo>
                    <a:pt x="171" y="1"/>
                    <a:pt x="0" y="415"/>
                    <a:pt x="243" y="658"/>
                  </a:cubicBezTo>
                  <a:cubicBezTo>
                    <a:pt x="322" y="737"/>
                    <a:pt x="419" y="772"/>
                    <a:pt x="514" y="772"/>
                  </a:cubicBezTo>
                  <a:cubicBezTo>
                    <a:pt x="711" y="772"/>
                    <a:pt x="900" y="619"/>
                    <a:pt x="900" y="388"/>
                  </a:cubicBezTo>
                  <a:cubicBezTo>
                    <a:pt x="900" y="172"/>
                    <a:pt x="720" y="1"/>
                    <a:pt x="5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42"/>
            <p:cNvSpPr/>
            <p:nvPr/>
          </p:nvSpPr>
          <p:spPr>
            <a:xfrm>
              <a:off x="2090150" y="2784325"/>
              <a:ext cx="31775" cy="22525"/>
            </a:xfrm>
            <a:custGeom>
              <a:avLst/>
              <a:gdLst/>
              <a:ahLst/>
              <a:cxnLst/>
              <a:rect l="l" t="t" r="r" b="b"/>
              <a:pathLst>
                <a:path w="1271" h="901" extrusionOk="0">
                  <a:moveTo>
                    <a:pt x="631" y="1"/>
                  </a:moveTo>
                  <a:cubicBezTo>
                    <a:pt x="289" y="1"/>
                    <a:pt x="1" y="199"/>
                    <a:pt x="1" y="451"/>
                  </a:cubicBezTo>
                  <a:cubicBezTo>
                    <a:pt x="1" y="703"/>
                    <a:pt x="289" y="901"/>
                    <a:pt x="631" y="901"/>
                  </a:cubicBezTo>
                  <a:cubicBezTo>
                    <a:pt x="982" y="901"/>
                    <a:pt x="1270" y="694"/>
                    <a:pt x="1270" y="451"/>
                  </a:cubicBezTo>
                  <a:cubicBezTo>
                    <a:pt x="1270" y="199"/>
                    <a:pt x="982" y="1"/>
                    <a:pt x="631" y="1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42"/>
            <p:cNvSpPr/>
            <p:nvPr/>
          </p:nvSpPr>
          <p:spPr>
            <a:xfrm>
              <a:off x="2043125" y="2718850"/>
              <a:ext cx="15100" cy="13150"/>
            </a:xfrm>
            <a:custGeom>
              <a:avLst/>
              <a:gdLst/>
              <a:ahLst/>
              <a:cxnLst/>
              <a:rect l="l" t="t" r="r" b="b"/>
              <a:pathLst>
                <a:path w="604" h="526" extrusionOk="0">
                  <a:moveTo>
                    <a:pt x="352" y="0"/>
                  </a:moveTo>
                  <a:cubicBezTo>
                    <a:pt x="118" y="0"/>
                    <a:pt x="1" y="280"/>
                    <a:pt x="163" y="451"/>
                  </a:cubicBezTo>
                  <a:cubicBezTo>
                    <a:pt x="215" y="502"/>
                    <a:pt x="279" y="526"/>
                    <a:pt x="341" y="526"/>
                  </a:cubicBezTo>
                  <a:cubicBezTo>
                    <a:pt x="475" y="526"/>
                    <a:pt x="604" y="421"/>
                    <a:pt x="604" y="262"/>
                  </a:cubicBezTo>
                  <a:cubicBezTo>
                    <a:pt x="604" y="117"/>
                    <a:pt x="487" y="0"/>
                    <a:pt x="352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42"/>
            <p:cNvSpPr/>
            <p:nvPr/>
          </p:nvSpPr>
          <p:spPr>
            <a:xfrm>
              <a:off x="2001275" y="2710525"/>
              <a:ext cx="29725" cy="14200"/>
            </a:xfrm>
            <a:custGeom>
              <a:avLst/>
              <a:gdLst/>
              <a:ahLst/>
              <a:cxnLst/>
              <a:rect l="l" t="t" r="r" b="b"/>
              <a:pathLst>
                <a:path w="1189" h="568" extrusionOk="0">
                  <a:moveTo>
                    <a:pt x="595" y="0"/>
                  </a:moveTo>
                  <a:cubicBezTo>
                    <a:pt x="271" y="0"/>
                    <a:pt x="1" y="126"/>
                    <a:pt x="1" y="279"/>
                  </a:cubicBezTo>
                  <a:cubicBezTo>
                    <a:pt x="1" y="441"/>
                    <a:pt x="271" y="568"/>
                    <a:pt x="595" y="568"/>
                  </a:cubicBezTo>
                  <a:cubicBezTo>
                    <a:pt x="928" y="568"/>
                    <a:pt x="1189" y="441"/>
                    <a:pt x="1189" y="279"/>
                  </a:cubicBezTo>
                  <a:cubicBezTo>
                    <a:pt x="1189" y="126"/>
                    <a:pt x="928" y="0"/>
                    <a:pt x="595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42"/>
            <p:cNvSpPr/>
            <p:nvPr/>
          </p:nvSpPr>
          <p:spPr>
            <a:xfrm>
              <a:off x="2022875" y="2619850"/>
              <a:ext cx="50875" cy="29275"/>
            </a:xfrm>
            <a:custGeom>
              <a:avLst/>
              <a:gdLst/>
              <a:ahLst/>
              <a:cxnLst/>
              <a:rect l="l" t="t" r="r" b="b"/>
              <a:pathLst>
                <a:path w="2035" h="1171" extrusionOk="0">
                  <a:moveTo>
                    <a:pt x="1018" y="0"/>
                  </a:moveTo>
                  <a:cubicBezTo>
                    <a:pt x="451" y="0"/>
                    <a:pt x="1" y="261"/>
                    <a:pt x="1" y="585"/>
                  </a:cubicBezTo>
                  <a:cubicBezTo>
                    <a:pt x="1" y="909"/>
                    <a:pt x="451" y="1170"/>
                    <a:pt x="1018" y="1170"/>
                  </a:cubicBezTo>
                  <a:cubicBezTo>
                    <a:pt x="1576" y="1170"/>
                    <a:pt x="2035" y="909"/>
                    <a:pt x="2035" y="585"/>
                  </a:cubicBezTo>
                  <a:cubicBezTo>
                    <a:pt x="2035" y="261"/>
                    <a:pt x="1576" y="0"/>
                    <a:pt x="1018" y="0"/>
                  </a:cubicBezTo>
                  <a:close/>
                </a:path>
              </a:pathLst>
            </a:custGeom>
            <a:solidFill>
              <a:srgbClr val="E3CD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42"/>
            <p:cNvSpPr/>
            <p:nvPr/>
          </p:nvSpPr>
          <p:spPr>
            <a:xfrm>
              <a:off x="1963925" y="2591725"/>
              <a:ext cx="44125" cy="22525"/>
            </a:xfrm>
            <a:custGeom>
              <a:avLst/>
              <a:gdLst/>
              <a:ahLst/>
              <a:cxnLst/>
              <a:rect l="l" t="t" r="r" b="b"/>
              <a:pathLst>
                <a:path w="1765" h="901" extrusionOk="0">
                  <a:moveTo>
                    <a:pt x="883" y="0"/>
                  </a:moveTo>
                  <a:cubicBezTo>
                    <a:pt x="397" y="0"/>
                    <a:pt x="1" y="198"/>
                    <a:pt x="1" y="450"/>
                  </a:cubicBezTo>
                  <a:cubicBezTo>
                    <a:pt x="1" y="702"/>
                    <a:pt x="397" y="900"/>
                    <a:pt x="883" y="900"/>
                  </a:cubicBezTo>
                  <a:cubicBezTo>
                    <a:pt x="1378" y="900"/>
                    <a:pt x="1765" y="702"/>
                    <a:pt x="1765" y="450"/>
                  </a:cubicBezTo>
                  <a:cubicBezTo>
                    <a:pt x="1765" y="207"/>
                    <a:pt x="1378" y="0"/>
                    <a:pt x="8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42"/>
            <p:cNvSpPr/>
            <p:nvPr/>
          </p:nvSpPr>
          <p:spPr>
            <a:xfrm>
              <a:off x="2049950" y="2625900"/>
              <a:ext cx="157475" cy="136375"/>
            </a:xfrm>
            <a:custGeom>
              <a:avLst/>
              <a:gdLst/>
              <a:ahLst/>
              <a:cxnLst/>
              <a:rect l="l" t="t" r="r" b="b"/>
              <a:pathLst>
                <a:path w="6299" h="5455" extrusionOk="0">
                  <a:moveTo>
                    <a:pt x="3335" y="1"/>
                  </a:moveTo>
                  <a:cubicBezTo>
                    <a:pt x="1586" y="1"/>
                    <a:pt x="1" y="1858"/>
                    <a:pt x="421" y="3493"/>
                  </a:cubicBezTo>
                  <a:cubicBezTo>
                    <a:pt x="719" y="4643"/>
                    <a:pt x="1944" y="5455"/>
                    <a:pt x="3165" y="5455"/>
                  </a:cubicBezTo>
                  <a:cubicBezTo>
                    <a:pt x="3235" y="5455"/>
                    <a:pt x="3304" y="5452"/>
                    <a:pt x="3373" y="5447"/>
                  </a:cubicBezTo>
                  <a:cubicBezTo>
                    <a:pt x="4912" y="5330"/>
                    <a:pt x="6298" y="3899"/>
                    <a:pt x="6073" y="2323"/>
                  </a:cubicBezTo>
                  <a:cubicBezTo>
                    <a:pt x="5893" y="982"/>
                    <a:pt x="4615" y="28"/>
                    <a:pt x="3373" y="1"/>
                  </a:cubicBezTo>
                  <a:cubicBezTo>
                    <a:pt x="3360" y="1"/>
                    <a:pt x="3348" y="1"/>
                    <a:pt x="3335" y="1"/>
                  </a:cubicBezTo>
                  <a:close/>
                </a:path>
              </a:pathLst>
            </a:custGeom>
            <a:solidFill>
              <a:srgbClr val="A1A8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42"/>
            <p:cNvSpPr/>
            <p:nvPr/>
          </p:nvSpPr>
          <p:spPr>
            <a:xfrm>
              <a:off x="1997675" y="2505750"/>
              <a:ext cx="122900" cy="143575"/>
            </a:xfrm>
            <a:custGeom>
              <a:avLst/>
              <a:gdLst/>
              <a:ahLst/>
              <a:cxnLst/>
              <a:rect l="l" t="t" r="r" b="b"/>
              <a:pathLst>
                <a:path w="4916" h="5743" extrusionOk="0">
                  <a:moveTo>
                    <a:pt x="1270" y="1"/>
                  </a:moveTo>
                  <a:cubicBezTo>
                    <a:pt x="1135" y="163"/>
                    <a:pt x="1" y="1684"/>
                    <a:pt x="550" y="3340"/>
                  </a:cubicBezTo>
                  <a:cubicBezTo>
                    <a:pt x="998" y="4715"/>
                    <a:pt x="2439" y="5743"/>
                    <a:pt x="3472" y="5743"/>
                  </a:cubicBezTo>
                  <a:cubicBezTo>
                    <a:pt x="3683" y="5743"/>
                    <a:pt x="3877" y="5700"/>
                    <a:pt x="4042" y="5608"/>
                  </a:cubicBezTo>
                  <a:cubicBezTo>
                    <a:pt x="4852" y="5167"/>
                    <a:pt x="4915" y="3583"/>
                    <a:pt x="4537" y="2512"/>
                  </a:cubicBezTo>
                  <a:cubicBezTo>
                    <a:pt x="3826" y="487"/>
                    <a:pt x="1423" y="28"/>
                    <a:pt x="12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42"/>
            <p:cNvSpPr/>
            <p:nvPr/>
          </p:nvSpPr>
          <p:spPr>
            <a:xfrm>
              <a:off x="1995875" y="2503875"/>
              <a:ext cx="127175" cy="147275"/>
            </a:xfrm>
            <a:custGeom>
              <a:avLst/>
              <a:gdLst/>
              <a:ahLst/>
              <a:cxnLst/>
              <a:rect l="l" t="t" r="r" b="b"/>
              <a:pathLst>
                <a:path w="5087" h="5891" extrusionOk="0">
                  <a:moveTo>
                    <a:pt x="1369" y="148"/>
                  </a:moveTo>
                  <a:cubicBezTo>
                    <a:pt x="1711" y="220"/>
                    <a:pt x="3880" y="733"/>
                    <a:pt x="4546" y="2614"/>
                  </a:cubicBezTo>
                  <a:cubicBezTo>
                    <a:pt x="4933" y="3703"/>
                    <a:pt x="4834" y="5215"/>
                    <a:pt x="4087" y="5629"/>
                  </a:cubicBezTo>
                  <a:cubicBezTo>
                    <a:pt x="3937" y="5709"/>
                    <a:pt x="3757" y="5749"/>
                    <a:pt x="3556" y="5749"/>
                  </a:cubicBezTo>
                  <a:cubicBezTo>
                    <a:pt x="3323" y="5749"/>
                    <a:pt x="3062" y="5695"/>
                    <a:pt x="2782" y="5584"/>
                  </a:cubicBezTo>
                  <a:cubicBezTo>
                    <a:pt x="1999" y="5278"/>
                    <a:pt x="1045" y="4477"/>
                    <a:pt x="685" y="3397"/>
                  </a:cubicBezTo>
                  <a:cubicBezTo>
                    <a:pt x="190" y="1858"/>
                    <a:pt x="1162" y="436"/>
                    <a:pt x="1369" y="157"/>
                  </a:cubicBezTo>
                  <a:lnTo>
                    <a:pt x="1369" y="148"/>
                  </a:lnTo>
                  <a:close/>
                  <a:moveTo>
                    <a:pt x="1336" y="1"/>
                  </a:moveTo>
                  <a:cubicBezTo>
                    <a:pt x="1320" y="1"/>
                    <a:pt x="1301" y="11"/>
                    <a:pt x="1288" y="31"/>
                  </a:cubicBezTo>
                  <a:cubicBezTo>
                    <a:pt x="1153" y="202"/>
                    <a:pt x="1" y="1750"/>
                    <a:pt x="550" y="3442"/>
                  </a:cubicBezTo>
                  <a:cubicBezTo>
                    <a:pt x="919" y="4567"/>
                    <a:pt x="1909" y="5395"/>
                    <a:pt x="2728" y="5719"/>
                  </a:cubicBezTo>
                  <a:cubicBezTo>
                    <a:pt x="2989" y="5827"/>
                    <a:pt x="3268" y="5881"/>
                    <a:pt x="3556" y="5890"/>
                  </a:cubicBezTo>
                  <a:cubicBezTo>
                    <a:pt x="3763" y="5890"/>
                    <a:pt x="3970" y="5845"/>
                    <a:pt x="4150" y="5746"/>
                  </a:cubicBezTo>
                  <a:cubicBezTo>
                    <a:pt x="4969" y="5296"/>
                    <a:pt x="5086" y="3712"/>
                    <a:pt x="4681" y="2560"/>
                  </a:cubicBezTo>
                  <a:cubicBezTo>
                    <a:pt x="3943" y="490"/>
                    <a:pt x="1459" y="22"/>
                    <a:pt x="1351" y="4"/>
                  </a:cubicBezTo>
                  <a:cubicBezTo>
                    <a:pt x="1346" y="2"/>
                    <a:pt x="1341" y="1"/>
                    <a:pt x="13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42"/>
            <p:cNvSpPr/>
            <p:nvPr/>
          </p:nvSpPr>
          <p:spPr>
            <a:xfrm>
              <a:off x="2027375" y="2503925"/>
              <a:ext cx="72700" cy="140700"/>
            </a:xfrm>
            <a:custGeom>
              <a:avLst/>
              <a:gdLst/>
              <a:ahLst/>
              <a:cxnLst/>
              <a:rect l="l" t="t" r="r" b="b"/>
              <a:pathLst>
                <a:path w="2908" h="5628" extrusionOk="0">
                  <a:moveTo>
                    <a:pt x="78" y="0"/>
                  </a:moveTo>
                  <a:cubicBezTo>
                    <a:pt x="73" y="0"/>
                    <a:pt x="69" y="1"/>
                    <a:pt x="64" y="2"/>
                  </a:cubicBezTo>
                  <a:cubicBezTo>
                    <a:pt x="28" y="11"/>
                    <a:pt x="1" y="47"/>
                    <a:pt x="10" y="92"/>
                  </a:cubicBezTo>
                  <a:cubicBezTo>
                    <a:pt x="505" y="2108"/>
                    <a:pt x="1450" y="3998"/>
                    <a:pt x="2773" y="5600"/>
                  </a:cubicBezTo>
                  <a:cubicBezTo>
                    <a:pt x="2791" y="5618"/>
                    <a:pt x="2809" y="5627"/>
                    <a:pt x="2827" y="5627"/>
                  </a:cubicBezTo>
                  <a:cubicBezTo>
                    <a:pt x="2845" y="5627"/>
                    <a:pt x="2863" y="5627"/>
                    <a:pt x="2872" y="5618"/>
                  </a:cubicBezTo>
                  <a:cubicBezTo>
                    <a:pt x="2908" y="5591"/>
                    <a:pt x="2908" y="5546"/>
                    <a:pt x="2890" y="5519"/>
                  </a:cubicBezTo>
                  <a:cubicBezTo>
                    <a:pt x="1576" y="3926"/>
                    <a:pt x="640" y="2054"/>
                    <a:pt x="145" y="56"/>
                  </a:cubicBezTo>
                  <a:cubicBezTo>
                    <a:pt x="145" y="25"/>
                    <a:pt x="111" y="0"/>
                    <a:pt x="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42"/>
            <p:cNvSpPr/>
            <p:nvPr/>
          </p:nvSpPr>
          <p:spPr>
            <a:xfrm>
              <a:off x="2076875" y="2484600"/>
              <a:ext cx="121100" cy="154775"/>
            </a:xfrm>
            <a:custGeom>
              <a:avLst/>
              <a:gdLst/>
              <a:ahLst/>
              <a:cxnLst/>
              <a:rect l="l" t="t" r="r" b="b"/>
              <a:pathLst>
                <a:path w="4844" h="6191" extrusionOk="0">
                  <a:moveTo>
                    <a:pt x="3043" y="1"/>
                  </a:moveTo>
                  <a:cubicBezTo>
                    <a:pt x="2845" y="64"/>
                    <a:pt x="1036" y="640"/>
                    <a:pt x="514" y="2305"/>
                  </a:cubicBezTo>
                  <a:cubicBezTo>
                    <a:pt x="1" y="3970"/>
                    <a:pt x="946" y="6058"/>
                    <a:pt x="2044" y="6184"/>
                  </a:cubicBezTo>
                  <a:cubicBezTo>
                    <a:pt x="2081" y="6189"/>
                    <a:pt x="2119" y="6191"/>
                    <a:pt x="2156" y="6191"/>
                  </a:cubicBezTo>
                  <a:cubicBezTo>
                    <a:pt x="3040" y="6191"/>
                    <a:pt x="3947" y="4997"/>
                    <a:pt x="4249" y="3943"/>
                  </a:cubicBezTo>
                  <a:cubicBezTo>
                    <a:pt x="4843" y="1882"/>
                    <a:pt x="3160" y="109"/>
                    <a:pt x="30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42"/>
            <p:cNvSpPr/>
            <p:nvPr/>
          </p:nvSpPr>
          <p:spPr>
            <a:xfrm>
              <a:off x="2079350" y="2482950"/>
              <a:ext cx="120875" cy="158300"/>
            </a:xfrm>
            <a:custGeom>
              <a:avLst/>
              <a:gdLst/>
              <a:ahLst/>
              <a:cxnLst/>
              <a:rect l="l" t="t" r="r" b="b"/>
              <a:pathLst>
                <a:path w="4835" h="6332" extrusionOk="0">
                  <a:moveTo>
                    <a:pt x="2926" y="148"/>
                  </a:moveTo>
                  <a:cubicBezTo>
                    <a:pt x="3169" y="400"/>
                    <a:pt x="4636" y="2074"/>
                    <a:pt x="4087" y="3991"/>
                  </a:cubicBezTo>
                  <a:cubicBezTo>
                    <a:pt x="3767" y="5063"/>
                    <a:pt x="2883" y="6184"/>
                    <a:pt x="2057" y="6184"/>
                  </a:cubicBezTo>
                  <a:cubicBezTo>
                    <a:pt x="2022" y="6184"/>
                    <a:pt x="1988" y="6182"/>
                    <a:pt x="1954" y="6178"/>
                  </a:cubicBezTo>
                  <a:cubicBezTo>
                    <a:pt x="1594" y="6133"/>
                    <a:pt x="1225" y="5854"/>
                    <a:pt x="919" y="5395"/>
                  </a:cubicBezTo>
                  <a:cubicBezTo>
                    <a:pt x="460" y="4684"/>
                    <a:pt x="154" y="3478"/>
                    <a:pt x="487" y="2389"/>
                  </a:cubicBezTo>
                  <a:cubicBezTo>
                    <a:pt x="973" y="841"/>
                    <a:pt x="2593" y="256"/>
                    <a:pt x="2926" y="148"/>
                  </a:cubicBezTo>
                  <a:close/>
                  <a:moveTo>
                    <a:pt x="2951" y="0"/>
                  </a:moveTo>
                  <a:cubicBezTo>
                    <a:pt x="2945" y="0"/>
                    <a:pt x="2940" y="2"/>
                    <a:pt x="2935" y="4"/>
                  </a:cubicBezTo>
                  <a:cubicBezTo>
                    <a:pt x="2719" y="67"/>
                    <a:pt x="883" y="652"/>
                    <a:pt x="352" y="2353"/>
                  </a:cubicBezTo>
                  <a:cubicBezTo>
                    <a:pt x="1" y="3487"/>
                    <a:pt x="325" y="4738"/>
                    <a:pt x="802" y="5476"/>
                  </a:cubicBezTo>
                  <a:cubicBezTo>
                    <a:pt x="1126" y="5980"/>
                    <a:pt x="1531" y="6277"/>
                    <a:pt x="1945" y="6331"/>
                  </a:cubicBezTo>
                  <a:lnTo>
                    <a:pt x="2053" y="6331"/>
                  </a:lnTo>
                  <a:cubicBezTo>
                    <a:pt x="2953" y="6331"/>
                    <a:pt x="3898" y="5152"/>
                    <a:pt x="4222" y="4036"/>
                  </a:cubicBezTo>
                  <a:cubicBezTo>
                    <a:pt x="4834" y="1912"/>
                    <a:pt x="3079" y="103"/>
                    <a:pt x="2998" y="22"/>
                  </a:cubicBezTo>
                  <a:cubicBezTo>
                    <a:pt x="2985" y="9"/>
                    <a:pt x="2967" y="0"/>
                    <a:pt x="29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42"/>
            <p:cNvSpPr/>
            <p:nvPr/>
          </p:nvSpPr>
          <p:spPr>
            <a:xfrm>
              <a:off x="2123925" y="2482850"/>
              <a:ext cx="31300" cy="155250"/>
            </a:xfrm>
            <a:custGeom>
              <a:avLst/>
              <a:gdLst/>
              <a:ahLst/>
              <a:cxnLst/>
              <a:rect l="l" t="t" r="r" b="b"/>
              <a:pathLst>
                <a:path w="1252" h="6210" extrusionOk="0">
                  <a:moveTo>
                    <a:pt x="1167" y="1"/>
                  </a:moveTo>
                  <a:cubicBezTo>
                    <a:pt x="1139" y="1"/>
                    <a:pt x="1111" y="18"/>
                    <a:pt x="1098" y="44"/>
                  </a:cubicBezTo>
                  <a:cubicBezTo>
                    <a:pt x="333" y="1979"/>
                    <a:pt x="0" y="4067"/>
                    <a:pt x="144" y="6137"/>
                  </a:cubicBezTo>
                  <a:cubicBezTo>
                    <a:pt x="153" y="6182"/>
                    <a:pt x="180" y="6209"/>
                    <a:pt x="216" y="6209"/>
                  </a:cubicBezTo>
                  <a:lnTo>
                    <a:pt x="225" y="6209"/>
                  </a:lnTo>
                  <a:cubicBezTo>
                    <a:pt x="261" y="6200"/>
                    <a:pt x="288" y="6173"/>
                    <a:pt x="288" y="6128"/>
                  </a:cubicBezTo>
                  <a:cubicBezTo>
                    <a:pt x="144" y="4076"/>
                    <a:pt x="468" y="2015"/>
                    <a:pt x="1233" y="98"/>
                  </a:cubicBezTo>
                  <a:cubicBezTo>
                    <a:pt x="1251" y="62"/>
                    <a:pt x="1233" y="17"/>
                    <a:pt x="1197" y="8"/>
                  </a:cubicBezTo>
                  <a:cubicBezTo>
                    <a:pt x="1187" y="3"/>
                    <a:pt x="1177" y="1"/>
                    <a:pt x="11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42"/>
            <p:cNvSpPr/>
            <p:nvPr/>
          </p:nvSpPr>
          <p:spPr>
            <a:xfrm>
              <a:off x="2144625" y="2508900"/>
              <a:ext cx="130750" cy="143675"/>
            </a:xfrm>
            <a:custGeom>
              <a:avLst/>
              <a:gdLst/>
              <a:ahLst/>
              <a:cxnLst/>
              <a:rect l="l" t="t" r="r" b="b"/>
              <a:pathLst>
                <a:path w="5230" h="5747" extrusionOk="0">
                  <a:moveTo>
                    <a:pt x="4023" y="1"/>
                  </a:moveTo>
                  <a:cubicBezTo>
                    <a:pt x="3807" y="1"/>
                    <a:pt x="1908" y="64"/>
                    <a:pt x="954" y="1513"/>
                  </a:cubicBezTo>
                  <a:cubicBezTo>
                    <a:pt x="0" y="2971"/>
                    <a:pt x="333" y="5239"/>
                    <a:pt x="1359" y="5671"/>
                  </a:cubicBezTo>
                  <a:cubicBezTo>
                    <a:pt x="1483" y="5723"/>
                    <a:pt x="1617" y="5747"/>
                    <a:pt x="1757" y="5747"/>
                  </a:cubicBezTo>
                  <a:cubicBezTo>
                    <a:pt x="2566" y="5747"/>
                    <a:pt x="3572" y="4945"/>
                    <a:pt x="4086" y="4123"/>
                  </a:cubicBezTo>
                  <a:cubicBezTo>
                    <a:pt x="5229" y="2305"/>
                    <a:pt x="4095" y="145"/>
                    <a:pt x="40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42"/>
            <p:cNvSpPr/>
            <p:nvPr/>
          </p:nvSpPr>
          <p:spPr>
            <a:xfrm>
              <a:off x="2149800" y="2507100"/>
              <a:ext cx="127825" cy="147200"/>
            </a:xfrm>
            <a:custGeom>
              <a:avLst/>
              <a:gdLst/>
              <a:ahLst/>
              <a:cxnLst/>
              <a:rect l="l" t="t" r="r" b="b"/>
              <a:pathLst>
                <a:path w="5113" h="5888" extrusionOk="0">
                  <a:moveTo>
                    <a:pt x="3771" y="145"/>
                  </a:moveTo>
                  <a:cubicBezTo>
                    <a:pt x="3933" y="451"/>
                    <a:pt x="4878" y="2467"/>
                    <a:pt x="3825" y="4159"/>
                  </a:cubicBezTo>
                  <a:cubicBezTo>
                    <a:pt x="3297" y="5002"/>
                    <a:pt x="2325" y="5753"/>
                    <a:pt x="1559" y="5753"/>
                  </a:cubicBezTo>
                  <a:cubicBezTo>
                    <a:pt x="1425" y="5753"/>
                    <a:pt x="1297" y="5730"/>
                    <a:pt x="1179" y="5680"/>
                  </a:cubicBezTo>
                  <a:cubicBezTo>
                    <a:pt x="837" y="5536"/>
                    <a:pt x="558" y="5167"/>
                    <a:pt x="396" y="4636"/>
                  </a:cubicBezTo>
                  <a:cubicBezTo>
                    <a:pt x="144" y="3826"/>
                    <a:pt x="180" y="2584"/>
                    <a:pt x="810" y="1630"/>
                  </a:cubicBezTo>
                  <a:cubicBezTo>
                    <a:pt x="1701" y="280"/>
                    <a:pt x="3420" y="163"/>
                    <a:pt x="3771" y="145"/>
                  </a:cubicBezTo>
                  <a:close/>
                  <a:moveTo>
                    <a:pt x="3807" y="1"/>
                  </a:moveTo>
                  <a:cubicBezTo>
                    <a:pt x="3456" y="1"/>
                    <a:pt x="1647" y="100"/>
                    <a:pt x="684" y="1549"/>
                  </a:cubicBezTo>
                  <a:cubicBezTo>
                    <a:pt x="36" y="2539"/>
                    <a:pt x="0" y="3835"/>
                    <a:pt x="261" y="4672"/>
                  </a:cubicBezTo>
                  <a:cubicBezTo>
                    <a:pt x="432" y="5239"/>
                    <a:pt x="738" y="5644"/>
                    <a:pt x="1125" y="5806"/>
                  </a:cubicBezTo>
                  <a:cubicBezTo>
                    <a:pt x="1251" y="5860"/>
                    <a:pt x="1395" y="5887"/>
                    <a:pt x="1539" y="5887"/>
                  </a:cubicBezTo>
                  <a:cubicBezTo>
                    <a:pt x="2367" y="5887"/>
                    <a:pt x="3393" y="5104"/>
                    <a:pt x="3942" y="4231"/>
                  </a:cubicBezTo>
                  <a:cubicBezTo>
                    <a:pt x="5112" y="2359"/>
                    <a:pt x="3924" y="136"/>
                    <a:pt x="3879" y="37"/>
                  </a:cubicBezTo>
                  <a:cubicBezTo>
                    <a:pt x="3861" y="19"/>
                    <a:pt x="3834" y="1"/>
                    <a:pt x="3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42"/>
            <p:cNvSpPr/>
            <p:nvPr/>
          </p:nvSpPr>
          <p:spPr>
            <a:xfrm>
              <a:off x="2178600" y="2507100"/>
              <a:ext cx="68950" cy="142925"/>
            </a:xfrm>
            <a:custGeom>
              <a:avLst/>
              <a:gdLst/>
              <a:ahLst/>
              <a:cxnLst/>
              <a:rect l="l" t="t" r="r" b="b"/>
              <a:pathLst>
                <a:path w="2758" h="5717" extrusionOk="0">
                  <a:moveTo>
                    <a:pt x="2659" y="0"/>
                  </a:moveTo>
                  <a:cubicBezTo>
                    <a:pt x="2639" y="0"/>
                    <a:pt x="2618" y="8"/>
                    <a:pt x="2601" y="28"/>
                  </a:cubicBezTo>
                  <a:cubicBezTo>
                    <a:pt x="1332" y="1675"/>
                    <a:pt x="441" y="3592"/>
                    <a:pt x="9" y="5626"/>
                  </a:cubicBezTo>
                  <a:cubicBezTo>
                    <a:pt x="0" y="5671"/>
                    <a:pt x="36" y="5707"/>
                    <a:pt x="81" y="5716"/>
                  </a:cubicBezTo>
                  <a:cubicBezTo>
                    <a:pt x="117" y="5716"/>
                    <a:pt x="144" y="5689"/>
                    <a:pt x="144" y="5653"/>
                  </a:cubicBezTo>
                  <a:cubicBezTo>
                    <a:pt x="576" y="3637"/>
                    <a:pt x="1458" y="1747"/>
                    <a:pt x="2718" y="118"/>
                  </a:cubicBezTo>
                  <a:cubicBezTo>
                    <a:pt x="2758" y="59"/>
                    <a:pt x="2711" y="0"/>
                    <a:pt x="26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42"/>
            <p:cNvSpPr/>
            <p:nvPr/>
          </p:nvSpPr>
          <p:spPr>
            <a:xfrm>
              <a:off x="1926575" y="2614525"/>
              <a:ext cx="156625" cy="101000"/>
            </a:xfrm>
            <a:custGeom>
              <a:avLst/>
              <a:gdLst/>
              <a:ahLst/>
              <a:cxnLst/>
              <a:rect l="l" t="t" r="r" b="b"/>
              <a:pathLst>
                <a:path w="6265" h="4040" extrusionOk="0">
                  <a:moveTo>
                    <a:pt x="2886" y="0"/>
                  </a:moveTo>
                  <a:cubicBezTo>
                    <a:pt x="1350" y="0"/>
                    <a:pt x="102" y="1017"/>
                    <a:pt x="1" y="1104"/>
                  </a:cubicBezTo>
                  <a:cubicBezTo>
                    <a:pt x="46" y="1302"/>
                    <a:pt x="487" y="3147"/>
                    <a:pt x="2098" y="3804"/>
                  </a:cubicBezTo>
                  <a:cubicBezTo>
                    <a:pt x="2505" y="3967"/>
                    <a:pt x="2946" y="4040"/>
                    <a:pt x="3381" y="4040"/>
                  </a:cubicBezTo>
                  <a:cubicBezTo>
                    <a:pt x="4680" y="4040"/>
                    <a:pt x="5930" y="3396"/>
                    <a:pt x="6085" y="2580"/>
                  </a:cubicBezTo>
                  <a:cubicBezTo>
                    <a:pt x="6265" y="1671"/>
                    <a:pt x="5095" y="609"/>
                    <a:pt x="4033" y="204"/>
                  </a:cubicBezTo>
                  <a:cubicBezTo>
                    <a:pt x="3642" y="59"/>
                    <a:pt x="3255" y="0"/>
                    <a:pt x="28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42"/>
            <p:cNvSpPr/>
            <p:nvPr/>
          </p:nvSpPr>
          <p:spPr>
            <a:xfrm>
              <a:off x="1924775" y="2612800"/>
              <a:ext cx="160225" cy="104500"/>
            </a:xfrm>
            <a:custGeom>
              <a:avLst/>
              <a:gdLst/>
              <a:ahLst/>
              <a:cxnLst/>
              <a:rect l="l" t="t" r="r" b="b"/>
              <a:pathLst>
                <a:path w="6409" h="4180" extrusionOk="0">
                  <a:moveTo>
                    <a:pt x="2951" y="143"/>
                  </a:moveTo>
                  <a:cubicBezTo>
                    <a:pt x="3314" y="143"/>
                    <a:pt x="3694" y="201"/>
                    <a:pt x="4078" y="345"/>
                  </a:cubicBezTo>
                  <a:cubicBezTo>
                    <a:pt x="5167" y="750"/>
                    <a:pt x="6256" y="1794"/>
                    <a:pt x="6094" y="2631"/>
                  </a:cubicBezTo>
                  <a:cubicBezTo>
                    <a:pt x="6022" y="3000"/>
                    <a:pt x="5707" y="3342"/>
                    <a:pt x="5221" y="3603"/>
                  </a:cubicBezTo>
                  <a:cubicBezTo>
                    <a:pt x="4765" y="3854"/>
                    <a:pt x="4124" y="4032"/>
                    <a:pt x="3450" y="4032"/>
                  </a:cubicBezTo>
                  <a:cubicBezTo>
                    <a:pt x="3033" y="4032"/>
                    <a:pt x="2603" y="3963"/>
                    <a:pt x="2197" y="3801"/>
                  </a:cubicBezTo>
                  <a:cubicBezTo>
                    <a:pt x="694" y="3198"/>
                    <a:pt x="235" y="1533"/>
                    <a:pt x="154" y="1200"/>
                  </a:cubicBezTo>
                  <a:cubicBezTo>
                    <a:pt x="375" y="1021"/>
                    <a:pt x="1541" y="143"/>
                    <a:pt x="2951" y="143"/>
                  </a:cubicBezTo>
                  <a:close/>
                  <a:moveTo>
                    <a:pt x="2960" y="0"/>
                  </a:moveTo>
                  <a:cubicBezTo>
                    <a:pt x="1380" y="0"/>
                    <a:pt x="100" y="1059"/>
                    <a:pt x="28" y="1110"/>
                  </a:cubicBezTo>
                  <a:cubicBezTo>
                    <a:pt x="10" y="1128"/>
                    <a:pt x="1" y="1155"/>
                    <a:pt x="10" y="1182"/>
                  </a:cubicBezTo>
                  <a:cubicBezTo>
                    <a:pt x="46" y="1398"/>
                    <a:pt x="496" y="3270"/>
                    <a:pt x="2143" y="3936"/>
                  </a:cubicBezTo>
                  <a:cubicBezTo>
                    <a:pt x="2557" y="4098"/>
                    <a:pt x="3007" y="4179"/>
                    <a:pt x="3448" y="4179"/>
                  </a:cubicBezTo>
                  <a:cubicBezTo>
                    <a:pt x="4087" y="4179"/>
                    <a:pt x="4726" y="4026"/>
                    <a:pt x="5293" y="3738"/>
                  </a:cubicBezTo>
                  <a:cubicBezTo>
                    <a:pt x="5824" y="3450"/>
                    <a:pt x="6157" y="3072"/>
                    <a:pt x="6229" y="2667"/>
                  </a:cubicBezTo>
                  <a:cubicBezTo>
                    <a:pt x="6409" y="1749"/>
                    <a:pt x="5266" y="642"/>
                    <a:pt x="4132" y="210"/>
                  </a:cubicBezTo>
                  <a:cubicBezTo>
                    <a:pt x="3732" y="61"/>
                    <a:pt x="3338" y="0"/>
                    <a:pt x="29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42"/>
            <p:cNvSpPr/>
            <p:nvPr/>
          </p:nvSpPr>
          <p:spPr>
            <a:xfrm>
              <a:off x="1924550" y="2640250"/>
              <a:ext cx="153250" cy="39025"/>
            </a:xfrm>
            <a:custGeom>
              <a:avLst/>
              <a:gdLst/>
              <a:ahLst/>
              <a:cxnLst/>
              <a:rect l="l" t="t" r="r" b="b"/>
              <a:pathLst>
                <a:path w="6130" h="1561" extrusionOk="0">
                  <a:moveTo>
                    <a:pt x="91" y="0"/>
                  </a:moveTo>
                  <a:cubicBezTo>
                    <a:pt x="62" y="0"/>
                    <a:pt x="32" y="12"/>
                    <a:pt x="19" y="39"/>
                  </a:cubicBezTo>
                  <a:cubicBezTo>
                    <a:pt x="1" y="75"/>
                    <a:pt x="19" y="120"/>
                    <a:pt x="55" y="138"/>
                  </a:cubicBezTo>
                  <a:cubicBezTo>
                    <a:pt x="1918" y="1056"/>
                    <a:pt x="3970" y="1542"/>
                    <a:pt x="6058" y="1560"/>
                  </a:cubicBezTo>
                  <a:cubicBezTo>
                    <a:pt x="6094" y="1560"/>
                    <a:pt x="6130" y="1524"/>
                    <a:pt x="6130" y="1488"/>
                  </a:cubicBezTo>
                  <a:cubicBezTo>
                    <a:pt x="6130" y="1452"/>
                    <a:pt x="6094" y="1416"/>
                    <a:pt x="6058" y="1416"/>
                  </a:cubicBezTo>
                  <a:cubicBezTo>
                    <a:pt x="3997" y="1398"/>
                    <a:pt x="1963" y="921"/>
                    <a:pt x="118" y="3"/>
                  </a:cubicBezTo>
                  <a:cubicBezTo>
                    <a:pt x="109" y="1"/>
                    <a:pt x="100" y="0"/>
                    <a:pt x="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42"/>
            <p:cNvSpPr/>
            <p:nvPr/>
          </p:nvSpPr>
          <p:spPr>
            <a:xfrm>
              <a:off x="1935350" y="2716175"/>
              <a:ext cx="152350" cy="110050"/>
            </a:xfrm>
            <a:custGeom>
              <a:avLst/>
              <a:gdLst/>
              <a:ahLst/>
              <a:cxnLst/>
              <a:rect l="l" t="t" r="r" b="b"/>
              <a:pathLst>
                <a:path w="6094" h="4402" extrusionOk="0">
                  <a:moveTo>
                    <a:pt x="3871" y="0"/>
                  </a:moveTo>
                  <a:cubicBezTo>
                    <a:pt x="3375" y="0"/>
                    <a:pt x="2855" y="95"/>
                    <a:pt x="2422" y="261"/>
                  </a:cubicBezTo>
                  <a:cubicBezTo>
                    <a:pt x="415" y="1035"/>
                    <a:pt x="19" y="3447"/>
                    <a:pt x="1" y="3600"/>
                  </a:cubicBezTo>
                  <a:cubicBezTo>
                    <a:pt x="136" y="3699"/>
                    <a:pt x="1132" y="4401"/>
                    <a:pt x="2353" y="4401"/>
                  </a:cubicBezTo>
                  <a:cubicBezTo>
                    <a:pt x="2676" y="4401"/>
                    <a:pt x="3015" y="4352"/>
                    <a:pt x="3358" y="4230"/>
                  </a:cubicBezTo>
                  <a:cubicBezTo>
                    <a:pt x="5005" y="3645"/>
                    <a:pt x="6094" y="1629"/>
                    <a:pt x="5536" y="675"/>
                  </a:cubicBezTo>
                  <a:cubicBezTo>
                    <a:pt x="5259" y="200"/>
                    <a:pt x="4590" y="0"/>
                    <a:pt x="38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42"/>
            <p:cNvSpPr/>
            <p:nvPr/>
          </p:nvSpPr>
          <p:spPr>
            <a:xfrm>
              <a:off x="1933550" y="2714450"/>
              <a:ext cx="146950" cy="113775"/>
            </a:xfrm>
            <a:custGeom>
              <a:avLst/>
              <a:gdLst/>
              <a:ahLst/>
              <a:cxnLst/>
              <a:rect l="l" t="t" r="r" b="b"/>
              <a:pathLst>
                <a:path w="5878" h="4551" extrusionOk="0">
                  <a:moveTo>
                    <a:pt x="3953" y="140"/>
                  </a:moveTo>
                  <a:cubicBezTo>
                    <a:pt x="4653" y="140"/>
                    <a:pt x="5289" y="337"/>
                    <a:pt x="5545" y="780"/>
                  </a:cubicBezTo>
                  <a:cubicBezTo>
                    <a:pt x="5743" y="1095"/>
                    <a:pt x="5734" y="1563"/>
                    <a:pt x="5545" y="2076"/>
                  </a:cubicBezTo>
                  <a:cubicBezTo>
                    <a:pt x="5257" y="2877"/>
                    <a:pt x="4483" y="3849"/>
                    <a:pt x="3412" y="4236"/>
                  </a:cubicBezTo>
                  <a:cubicBezTo>
                    <a:pt x="3071" y="4358"/>
                    <a:pt x="2735" y="4407"/>
                    <a:pt x="2415" y="4407"/>
                  </a:cubicBezTo>
                  <a:cubicBezTo>
                    <a:pt x="1320" y="4407"/>
                    <a:pt x="416" y="3830"/>
                    <a:pt x="145" y="3642"/>
                  </a:cubicBezTo>
                  <a:cubicBezTo>
                    <a:pt x="208" y="3300"/>
                    <a:pt x="649" y="1113"/>
                    <a:pt x="2521" y="402"/>
                  </a:cubicBezTo>
                  <a:cubicBezTo>
                    <a:pt x="2960" y="233"/>
                    <a:pt x="3472" y="140"/>
                    <a:pt x="3953" y="140"/>
                  </a:cubicBezTo>
                  <a:close/>
                  <a:moveTo>
                    <a:pt x="3921" y="0"/>
                  </a:moveTo>
                  <a:cubicBezTo>
                    <a:pt x="3429" y="0"/>
                    <a:pt x="2913" y="93"/>
                    <a:pt x="2467" y="266"/>
                  </a:cubicBezTo>
                  <a:cubicBezTo>
                    <a:pt x="406" y="1059"/>
                    <a:pt x="19" y="3552"/>
                    <a:pt x="1" y="3660"/>
                  </a:cubicBezTo>
                  <a:cubicBezTo>
                    <a:pt x="1" y="3687"/>
                    <a:pt x="10" y="3714"/>
                    <a:pt x="28" y="3732"/>
                  </a:cubicBezTo>
                  <a:cubicBezTo>
                    <a:pt x="253" y="3894"/>
                    <a:pt x="1216" y="4551"/>
                    <a:pt x="2413" y="4551"/>
                  </a:cubicBezTo>
                  <a:cubicBezTo>
                    <a:pt x="2764" y="4551"/>
                    <a:pt x="3124" y="4488"/>
                    <a:pt x="3457" y="4371"/>
                  </a:cubicBezTo>
                  <a:cubicBezTo>
                    <a:pt x="4573" y="3966"/>
                    <a:pt x="5374" y="2958"/>
                    <a:pt x="5680" y="2130"/>
                  </a:cubicBezTo>
                  <a:cubicBezTo>
                    <a:pt x="5878" y="1563"/>
                    <a:pt x="5878" y="1059"/>
                    <a:pt x="5671" y="708"/>
                  </a:cubicBezTo>
                  <a:cubicBezTo>
                    <a:pt x="5381" y="221"/>
                    <a:pt x="4681" y="0"/>
                    <a:pt x="3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42"/>
            <p:cNvSpPr/>
            <p:nvPr/>
          </p:nvSpPr>
          <p:spPr>
            <a:xfrm>
              <a:off x="1932875" y="2731900"/>
              <a:ext cx="140300" cy="76075"/>
            </a:xfrm>
            <a:custGeom>
              <a:avLst/>
              <a:gdLst/>
              <a:ahLst/>
              <a:cxnLst/>
              <a:rect l="l" t="t" r="r" b="b"/>
              <a:pathLst>
                <a:path w="5612" h="3043" extrusionOk="0">
                  <a:moveTo>
                    <a:pt x="5508" y="0"/>
                  </a:moveTo>
                  <a:cubicBezTo>
                    <a:pt x="5494" y="0"/>
                    <a:pt x="5478" y="6"/>
                    <a:pt x="5464" y="19"/>
                  </a:cubicBezTo>
                  <a:cubicBezTo>
                    <a:pt x="3907" y="1378"/>
                    <a:pt x="2071" y="2359"/>
                    <a:pt x="82" y="2908"/>
                  </a:cubicBezTo>
                  <a:cubicBezTo>
                    <a:pt x="1" y="2926"/>
                    <a:pt x="19" y="3043"/>
                    <a:pt x="100" y="3043"/>
                  </a:cubicBezTo>
                  <a:lnTo>
                    <a:pt x="118" y="3043"/>
                  </a:lnTo>
                  <a:cubicBezTo>
                    <a:pt x="2125" y="2494"/>
                    <a:pt x="3988" y="1504"/>
                    <a:pt x="5554" y="136"/>
                  </a:cubicBezTo>
                  <a:cubicBezTo>
                    <a:pt x="5611" y="85"/>
                    <a:pt x="5566" y="0"/>
                    <a:pt x="55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42"/>
            <p:cNvSpPr/>
            <p:nvPr/>
          </p:nvSpPr>
          <p:spPr>
            <a:xfrm>
              <a:off x="2046275" y="2716150"/>
              <a:ext cx="139950" cy="193300"/>
            </a:xfrm>
            <a:custGeom>
              <a:avLst/>
              <a:gdLst/>
              <a:ahLst/>
              <a:cxnLst/>
              <a:rect l="l" t="t" r="r" b="b"/>
              <a:pathLst>
                <a:path w="5598" h="7732" extrusionOk="0">
                  <a:moveTo>
                    <a:pt x="2743" y="0"/>
                  </a:moveTo>
                  <a:cubicBezTo>
                    <a:pt x="2738" y="0"/>
                    <a:pt x="2733" y="0"/>
                    <a:pt x="2728" y="0"/>
                  </a:cubicBezTo>
                  <a:cubicBezTo>
                    <a:pt x="1585" y="18"/>
                    <a:pt x="604" y="1720"/>
                    <a:pt x="397" y="3106"/>
                  </a:cubicBezTo>
                  <a:cubicBezTo>
                    <a:pt x="1" y="5725"/>
                    <a:pt x="2359" y="7624"/>
                    <a:pt x="2503" y="7732"/>
                  </a:cubicBezTo>
                  <a:cubicBezTo>
                    <a:pt x="2746" y="7633"/>
                    <a:pt x="4861" y="6625"/>
                    <a:pt x="5230" y="4501"/>
                  </a:cubicBezTo>
                  <a:cubicBezTo>
                    <a:pt x="5598" y="2394"/>
                    <a:pt x="4107" y="0"/>
                    <a:pt x="27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42"/>
            <p:cNvSpPr/>
            <p:nvPr/>
          </p:nvSpPr>
          <p:spPr>
            <a:xfrm>
              <a:off x="2044250" y="2714350"/>
              <a:ext cx="140900" cy="197125"/>
            </a:xfrm>
            <a:custGeom>
              <a:avLst/>
              <a:gdLst/>
              <a:ahLst/>
              <a:cxnLst/>
              <a:rect l="l" t="t" r="r" b="b"/>
              <a:pathLst>
                <a:path w="5636" h="7885" extrusionOk="0">
                  <a:moveTo>
                    <a:pt x="2809" y="144"/>
                  </a:moveTo>
                  <a:cubicBezTo>
                    <a:pt x="3268" y="144"/>
                    <a:pt x="3772" y="424"/>
                    <a:pt x="4222" y="946"/>
                  </a:cubicBezTo>
                  <a:cubicBezTo>
                    <a:pt x="4906" y="1747"/>
                    <a:pt x="5482" y="3178"/>
                    <a:pt x="5239" y="4573"/>
                  </a:cubicBezTo>
                  <a:cubicBezTo>
                    <a:pt x="4897" y="6562"/>
                    <a:pt x="2971" y="7552"/>
                    <a:pt x="2602" y="7732"/>
                  </a:cubicBezTo>
                  <a:cubicBezTo>
                    <a:pt x="2287" y="7480"/>
                    <a:pt x="172" y="5662"/>
                    <a:pt x="541" y="3187"/>
                  </a:cubicBezTo>
                  <a:cubicBezTo>
                    <a:pt x="757" y="1765"/>
                    <a:pt x="1738" y="162"/>
                    <a:pt x="2809" y="144"/>
                  </a:cubicBezTo>
                  <a:close/>
                  <a:moveTo>
                    <a:pt x="2809" y="0"/>
                  </a:moveTo>
                  <a:cubicBezTo>
                    <a:pt x="1666" y="18"/>
                    <a:pt x="631" y="1684"/>
                    <a:pt x="406" y="3169"/>
                  </a:cubicBezTo>
                  <a:cubicBezTo>
                    <a:pt x="1" y="5860"/>
                    <a:pt x="2440" y="7786"/>
                    <a:pt x="2548" y="7867"/>
                  </a:cubicBezTo>
                  <a:cubicBezTo>
                    <a:pt x="2557" y="7876"/>
                    <a:pt x="2575" y="7885"/>
                    <a:pt x="2593" y="7885"/>
                  </a:cubicBezTo>
                  <a:cubicBezTo>
                    <a:pt x="2602" y="7885"/>
                    <a:pt x="2611" y="7885"/>
                    <a:pt x="2620" y="7876"/>
                  </a:cubicBezTo>
                  <a:cubicBezTo>
                    <a:pt x="3025" y="7696"/>
                    <a:pt x="5023" y="6706"/>
                    <a:pt x="5383" y="4591"/>
                  </a:cubicBezTo>
                  <a:cubicBezTo>
                    <a:pt x="5635" y="3151"/>
                    <a:pt x="5041" y="1684"/>
                    <a:pt x="4330" y="856"/>
                  </a:cubicBezTo>
                  <a:cubicBezTo>
                    <a:pt x="3862" y="306"/>
                    <a:pt x="3331" y="0"/>
                    <a:pt x="28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42"/>
            <p:cNvSpPr/>
            <p:nvPr/>
          </p:nvSpPr>
          <p:spPr>
            <a:xfrm>
              <a:off x="2107025" y="2718350"/>
              <a:ext cx="20975" cy="193125"/>
            </a:xfrm>
            <a:custGeom>
              <a:avLst/>
              <a:gdLst/>
              <a:ahLst/>
              <a:cxnLst/>
              <a:rect l="l" t="t" r="r" b="b"/>
              <a:pathLst>
                <a:path w="839" h="7725" extrusionOk="0">
                  <a:moveTo>
                    <a:pt x="252" y="1"/>
                  </a:moveTo>
                  <a:cubicBezTo>
                    <a:pt x="247" y="1"/>
                    <a:pt x="241" y="1"/>
                    <a:pt x="235" y="2"/>
                  </a:cubicBezTo>
                  <a:cubicBezTo>
                    <a:pt x="199" y="11"/>
                    <a:pt x="172" y="47"/>
                    <a:pt x="181" y="92"/>
                  </a:cubicBezTo>
                  <a:cubicBezTo>
                    <a:pt x="694" y="2586"/>
                    <a:pt x="631" y="5169"/>
                    <a:pt x="10" y="7635"/>
                  </a:cubicBezTo>
                  <a:cubicBezTo>
                    <a:pt x="1" y="7671"/>
                    <a:pt x="19" y="7716"/>
                    <a:pt x="82" y="7725"/>
                  </a:cubicBezTo>
                  <a:cubicBezTo>
                    <a:pt x="109" y="7725"/>
                    <a:pt x="136" y="7707"/>
                    <a:pt x="145" y="7671"/>
                  </a:cubicBezTo>
                  <a:cubicBezTo>
                    <a:pt x="775" y="5178"/>
                    <a:pt x="838" y="2577"/>
                    <a:pt x="325" y="56"/>
                  </a:cubicBezTo>
                  <a:cubicBezTo>
                    <a:pt x="317" y="25"/>
                    <a:pt x="289" y="1"/>
                    <a:pt x="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42"/>
            <p:cNvSpPr/>
            <p:nvPr/>
          </p:nvSpPr>
          <p:spPr>
            <a:xfrm>
              <a:off x="2148450" y="2727650"/>
              <a:ext cx="133900" cy="132975"/>
            </a:xfrm>
            <a:custGeom>
              <a:avLst/>
              <a:gdLst/>
              <a:ahLst/>
              <a:cxnLst/>
              <a:rect l="l" t="t" r="r" b="b"/>
              <a:pathLst>
                <a:path w="5356" h="5319" extrusionOk="0">
                  <a:moveTo>
                    <a:pt x="1558" y="0"/>
                  </a:moveTo>
                  <a:cubicBezTo>
                    <a:pt x="1226" y="0"/>
                    <a:pt x="934" y="80"/>
                    <a:pt x="720" y="252"/>
                  </a:cubicBezTo>
                  <a:cubicBezTo>
                    <a:pt x="0" y="819"/>
                    <a:pt x="198" y="2394"/>
                    <a:pt x="756" y="3393"/>
                  </a:cubicBezTo>
                  <a:cubicBezTo>
                    <a:pt x="1800" y="5265"/>
                    <a:pt x="4239" y="5319"/>
                    <a:pt x="4392" y="5319"/>
                  </a:cubicBezTo>
                  <a:cubicBezTo>
                    <a:pt x="4491" y="5130"/>
                    <a:pt x="5355" y="3438"/>
                    <a:pt x="4545" y="1899"/>
                  </a:cubicBezTo>
                  <a:cubicBezTo>
                    <a:pt x="3936" y="740"/>
                    <a:pt x="2567" y="0"/>
                    <a:pt x="15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42"/>
            <p:cNvSpPr/>
            <p:nvPr/>
          </p:nvSpPr>
          <p:spPr>
            <a:xfrm>
              <a:off x="2147100" y="2725700"/>
              <a:ext cx="136825" cy="136725"/>
            </a:xfrm>
            <a:custGeom>
              <a:avLst/>
              <a:gdLst/>
              <a:ahLst/>
              <a:cxnLst/>
              <a:rect l="l" t="t" r="r" b="b"/>
              <a:pathLst>
                <a:path w="5473" h="5469" extrusionOk="0">
                  <a:moveTo>
                    <a:pt x="1540" y="147"/>
                  </a:moveTo>
                  <a:cubicBezTo>
                    <a:pt x="1564" y="147"/>
                    <a:pt x="1588" y="148"/>
                    <a:pt x="1611" y="150"/>
                  </a:cubicBezTo>
                  <a:cubicBezTo>
                    <a:pt x="1782" y="150"/>
                    <a:pt x="1944" y="168"/>
                    <a:pt x="2115" y="204"/>
                  </a:cubicBezTo>
                  <a:cubicBezTo>
                    <a:pt x="2943" y="375"/>
                    <a:pt x="4014" y="1005"/>
                    <a:pt x="4545" y="2013"/>
                  </a:cubicBezTo>
                  <a:cubicBezTo>
                    <a:pt x="5301" y="3444"/>
                    <a:pt x="4572" y="5010"/>
                    <a:pt x="4410" y="5325"/>
                  </a:cubicBezTo>
                  <a:cubicBezTo>
                    <a:pt x="4068" y="5316"/>
                    <a:pt x="1845" y="5172"/>
                    <a:pt x="873" y="3435"/>
                  </a:cubicBezTo>
                  <a:cubicBezTo>
                    <a:pt x="306" y="2418"/>
                    <a:pt x="144" y="915"/>
                    <a:pt x="819" y="384"/>
                  </a:cubicBezTo>
                  <a:cubicBezTo>
                    <a:pt x="1033" y="235"/>
                    <a:pt x="1285" y="147"/>
                    <a:pt x="1540" y="147"/>
                  </a:cubicBezTo>
                  <a:close/>
                  <a:moveTo>
                    <a:pt x="1611" y="1"/>
                  </a:moveTo>
                  <a:cubicBezTo>
                    <a:pt x="1251" y="1"/>
                    <a:pt x="946" y="93"/>
                    <a:pt x="729" y="267"/>
                  </a:cubicBezTo>
                  <a:cubicBezTo>
                    <a:pt x="0" y="852"/>
                    <a:pt x="153" y="2436"/>
                    <a:pt x="738" y="3498"/>
                  </a:cubicBezTo>
                  <a:cubicBezTo>
                    <a:pt x="1818" y="5424"/>
                    <a:pt x="4338" y="5469"/>
                    <a:pt x="4455" y="5469"/>
                  </a:cubicBezTo>
                  <a:cubicBezTo>
                    <a:pt x="4473" y="5469"/>
                    <a:pt x="4500" y="5451"/>
                    <a:pt x="4509" y="5433"/>
                  </a:cubicBezTo>
                  <a:cubicBezTo>
                    <a:pt x="4680" y="5118"/>
                    <a:pt x="5472" y="3489"/>
                    <a:pt x="4662" y="1950"/>
                  </a:cubicBezTo>
                  <a:cubicBezTo>
                    <a:pt x="4104" y="897"/>
                    <a:pt x="2997" y="240"/>
                    <a:pt x="2133" y="60"/>
                  </a:cubicBezTo>
                  <a:cubicBezTo>
                    <a:pt x="1950" y="20"/>
                    <a:pt x="1775" y="1"/>
                    <a:pt x="16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42"/>
            <p:cNvSpPr/>
            <p:nvPr/>
          </p:nvSpPr>
          <p:spPr>
            <a:xfrm>
              <a:off x="2165550" y="2735025"/>
              <a:ext cx="94975" cy="127400"/>
            </a:xfrm>
            <a:custGeom>
              <a:avLst/>
              <a:gdLst/>
              <a:ahLst/>
              <a:cxnLst/>
              <a:rect l="l" t="t" r="r" b="b"/>
              <a:pathLst>
                <a:path w="3799" h="5096" extrusionOk="0">
                  <a:moveTo>
                    <a:pt x="81" y="0"/>
                  </a:moveTo>
                  <a:cubicBezTo>
                    <a:pt x="61" y="0"/>
                    <a:pt x="42" y="9"/>
                    <a:pt x="27" y="29"/>
                  </a:cubicBezTo>
                  <a:cubicBezTo>
                    <a:pt x="0" y="56"/>
                    <a:pt x="9" y="101"/>
                    <a:pt x="36" y="128"/>
                  </a:cubicBezTo>
                  <a:cubicBezTo>
                    <a:pt x="1593" y="1478"/>
                    <a:pt x="2826" y="3161"/>
                    <a:pt x="3645" y="5051"/>
                  </a:cubicBezTo>
                  <a:cubicBezTo>
                    <a:pt x="3663" y="5078"/>
                    <a:pt x="3681" y="5096"/>
                    <a:pt x="3717" y="5096"/>
                  </a:cubicBezTo>
                  <a:cubicBezTo>
                    <a:pt x="3726" y="5096"/>
                    <a:pt x="3735" y="5096"/>
                    <a:pt x="3744" y="5087"/>
                  </a:cubicBezTo>
                  <a:cubicBezTo>
                    <a:pt x="3780" y="5069"/>
                    <a:pt x="3798" y="5033"/>
                    <a:pt x="3780" y="4997"/>
                  </a:cubicBezTo>
                  <a:cubicBezTo>
                    <a:pt x="2952" y="3080"/>
                    <a:pt x="1701" y="1379"/>
                    <a:pt x="126" y="20"/>
                  </a:cubicBezTo>
                  <a:cubicBezTo>
                    <a:pt x="114" y="7"/>
                    <a:pt x="97" y="0"/>
                    <a:pt x="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42"/>
            <p:cNvSpPr/>
            <p:nvPr/>
          </p:nvSpPr>
          <p:spPr>
            <a:xfrm>
              <a:off x="2190525" y="2681175"/>
              <a:ext cx="155950" cy="93150"/>
            </a:xfrm>
            <a:custGeom>
              <a:avLst/>
              <a:gdLst/>
              <a:ahLst/>
              <a:cxnLst/>
              <a:rect l="l" t="t" r="r" b="b"/>
              <a:pathLst>
                <a:path w="6238" h="3726" extrusionOk="0">
                  <a:moveTo>
                    <a:pt x="2800" y="0"/>
                  </a:moveTo>
                  <a:cubicBezTo>
                    <a:pt x="1576" y="0"/>
                    <a:pt x="417" y="515"/>
                    <a:pt x="225" y="1210"/>
                  </a:cubicBezTo>
                  <a:cubicBezTo>
                    <a:pt x="0" y="2030"/>
                    <a:pt x="1125" y="3065"/>
                    <a:pt x="2160" y="3479"/>
                  </a:cubicBezTo>
                  <a:cubicBezTo>
                    <a:pt x="2607" y="3656"/>
                    <a:pt x="3054" y="3725"/>
                    <a:pt x="3479" y="3725"/>
                  </a:cubicBezTo>
                  <a:cubicBezTo>
                    <a:pt x="4930" y="3725"/>
                    <a:pt x="6133" y="2918"/>
                    <a:pt x="6238" y="2849"/>
                  </a:cubicBezTo>
                  <a:cubicBezTo>
                    <a:pt x="6202" y="2660"/>
                    <a:pt x="5869" y="949"/>
                    <a:pt x="4275" y="283"/>
                  </a:cubicBezTo>
                  <a:cubicBezTo>
                    <a:pt x="3814" y="87"/>
                    <a:pt x="3302" y="0"/>
                    <a:pt x="28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42"/>
            <p:cNvSpPr/>
            <p:nvPr/>
          </p:nvSpPr>
          <p:spPr>
            <a:xfrm>
              <a:off x="2188725" y="2679450"/>
              <a:ext cx="159325" cy="96575"/>
            </a:xfrm>
            <a:custGeom>
              <a:avLst/>
              <a:gdLst/>
              <a:ahLst/>
              <a:cxnLst/>
              <a:rect l="l" t="t" r="r" b="b"/>
              <a:pathLst>
                <a:path w="6373" h="3863" extrusionOk="0">
                  <a:moveTo>
                    <a:pt x="2877" y="141"/>
                  </a:moveTo>
                  <a:cubicBezTo>
                    <a:pt x="3356" y="141"/>
                    <a:pt x="3854" y="221"/>
                    <a:pt x="4311" y="415"/>
                  </a:cubicBezTo>
                  <a:cubicBezTo>
                    <a:pt x="5770" y="1027"/>
                    <a:pt x="6157" y="2558"/>
                    <a:pt x="6220" y="2882"/>
                  </a:cubicBezTo>
                  <a:cubicBezTo>
                    <a:pt x="5994" y="3032"/>
                    <a:pt x="4878" y="3719"/>
                    <a:pt x="3553" y="3719"/>
                  </a:cubicBezTo>
                  <a:cubicBezTo>
                    <a:pt x="3136" y="3719"/>
                    <a:pt x="2697" y="3650"/>
                    <a:pt x="2259" y="3476"/>
                  </a:cubicBezTo>
                  <a:cubicBezTo>
                    <a:pt x="1197" y="3062"/>
                    <a:pt x="162" y="2036"/>
                    <a:pt x="369" y="1297"/>
                  </a:cubicBezTo>
                  <a:cubicBezTo>
                    <a:pt x="450" y="1000"/>
                    <a:pt x="738" y="712"/>
                    <a:pt x="1179" y="496"/>
                  </a:cubicBezTo>
                  <a:cubicBezTo>
                    <a:pt x="1610" y="289"/>
                    <a:pt x="2226" y="141"/>
                    <a:pt x="2877" y="141"/>
                  </a:cubicBezTo>
                  <a:close/>
                  <a:moveTo>
                    <a:pt x="2878" y="0"/>
                  </a:moveTo>
                  <a:cubicBezTo>
                    <a:pt x="2201" y="0"/>
                    <a:pt x="1563" y="152"/>
                    <a:pt x="1116" y="370"/>
                  </a:cubicBezTo>
                  <a:cubicBezTo>
                    <a:pt x="639" y="604"/>
                    <a:pt x="324" y="928"/>
                    <a:pt x="234" y="1261"/>
                  </a:cubicBezTo>
                  <a:cubicBezTo>
                    <a:pt x="0" y="2090"/>
                    <a:pt x="1089" y="3161"/>
                    <a:pt x="2205" y="3611"/>
                  </a:cubicBezTo>
                  <a:cubicBezTo>
                    <a:pt x="2637" y="3782"/>
                    <a:pt x="3087" y="3863"/>
                    <a:pt x="3546" y="3863"/>
                  </a:cubicBezTo>
                  <a:cubicBezTo>
                    <a:pt x="5041" y="3863"/>
                    <a:pt x="6274" y="3026"/>
                    <a:pt x="6346" y="2972"/>
                  </a:cubicBezTo>
                  <a:cubicBezTo>
                    <a:pt x="6364" y="2963"/>
                    <a:pt x="6373" y="2936"/>
                    <a:pt x="6373" y="2909"/>
                  </a:cubicBezTo>
                  <a:cubicBezTo>
                    <a:pt x="6319" y="2585"/>
                    <a:pt x="5950" y="955"/>
                    <a:pt x="4374" y="280"/>
                  </a:cubicBezTo>
                  <a:cubicBezTo>
                    <a:pt x="3894" y="82"/>
                    <a:pt x="3376" y="0"/>
                    <a:pt x="28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42"/>
            <p:cNvSpPr/>
            <p:nvPr/>
          </p:nvSpPr>
          <p:spPr>
            <a:xfrm>
              <a:off x="2197050" y="2711200"/>
              <a:ext cx="151225" cy="43225"/>
            </a:xfrm>
            <a:custGeom>
              <a:avLst/>
              <a:gdLst/>
              <a:ahLst/>
              <a:cxnLst/>
              <a:rect l="l" t="t" r="r" b="b"/>
              <a:pathLst>
                <a:path w="6049" h="1729" extrusionOk="0">
                  <a:moveTo>
                    <a:pt x="81" y="0"/>
                  </a:moveTo>
                  <a:cubicBezTo>
                    <a:pt x="36" y="0"/>
                    <a:pt x="9" y="36"/>
                    <a:pt x="0" y="72"/>
                  </a:cubicBezTo>
                  <a:cubicBezTo>
                    <a:pt x="0" y="108"/>
                    <a:pt x="36" y="144"/>
                    <a:pt x="72" y="144"/>
                  </a:cubicBezTo>
                  <a:cubicBezTo>
                    <a:pt x="972" y="198"/>
                    <a:pt x="1854" y="324"/>
                    <a:pt x="2736" y="532"/>
                  </a:cubicBezTo>
                  <a:cubicBezTo>
                    <a:pt x="3843" y="802"/>
                    <a:pt x="4915" y="1198"/>
                    <a:pt x="5941" y="1720"/>
                  </a:cubicBezTo>
                  <a:cubicBezTo>
                    <a:pt x="5950" y="1720"/>
                    <a:pt x="5959" y="1729"/>
                    <a:pt x="5968" y="1729"/>
                  </a:cubicBezTo>
                  <a:cubicBezTo>
                    <a:pt x="5995" y="1720"/>
                    <a:pt x="6022" y="1711"/>
                    <a:pt x="6031" y="1684"/>
                  </a:cubicBezTo>
                  <a:cubicBezTo>
                    <a:pt x="6049" y="1648"/>
                    <a:pt x="6040" y="1603"/>
                    <a:pt x="6004" y="1594"/>
                  </a:cubicBezTo>
                  <a:cubicBezTo>
                    <a:pt x="4978" y="1063"/>
                    <a:pt x="3888" y="667"/>
                    <a:pt x="2763" y="396"/>
                  </a:cubicBezTo>
                  <a:cubicBezTo>
                    <a:pt x="1881" y="189"/>
                    <a:pt x="981" y="54"/>
                    <a:pt x="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42"/>
            <p:cNvSpPr/>
            <p:nvPr/>
          </p:nvSpPr>
          <p:spPr>
            <a:xfrm>
              <a:off x="2180400" y="2605475"/>
              <a:ext cx="156625" cy="97500"/>
            </a:xfrm>
            <a:custGeom>
              <a:avLst/>
              <a:gdLst/>
              <a:ahLst/>
              <a:cxnLst/>
              <a:rect l="l" t="t" r="r" b="b"/>
              <a:pathLst>
                <a:path w="6265" h="3900" extrusionOk="0">
                  <a:moveTo>
                    <a:pt x="3672" y="0"/>
                  </a:moveTo>
                  <a:cubicBezTo>
                    <a:pt x="3544" y="0"/>
                    <a:pt x="3412" y="8"/>
                    <a:pt x="3276" y="26"/>
                  </a:cubicBezTo>
                  <a:cubicBezTo>
                    <a:pt x="1575" y="260"/>
                    <a:pt x="0" y="1907"/>
                    <a:pt x="270" y="2888"/>
                  </a:cubicBezTo>
                  <a:cubicBezTo>
                    <a:pt x="455" y="3561"/>
                    <a:pt x="1489" y="3900"/>
                    <a:pt x="2466" y="3900"/>
                  </a:cubicBezTo>
                  <a:cubicBezTo>
                    <a:pt x="2679" y="3900"/>
                    <a:pt x="2889" y="3884"/>
                    <a:pt x="3087" y="3851"/>
                  </a:cubicBezTo>
                  <a:cubicBezTo>
                    <a:pt x="5184" y="3527"/>
                    <a:pt x="6202" y="1376"/>
                    <a:pt x="6265" y="1241"/>
                  </a:cubicBezTo>
                  <a:cubicBezTo>
                    <a:pt x="6149" y="1109"/>
                    <a:pt x="5156" y="0"/>
                    <a:pt x="36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42"/>
            <p:cNvSpPr/>
            <p:nvPr/>
          </p:nvSpPr>
          <p:spPr>
            <a:xfrm>
              <a:off x="2182875" y="2603625"/>
              <a:ext cx="156175" cy="101075"/>
            </a:xfrm>
            <a:custGeom>
              <a:avLst/>
              <a:gdLst/>
              <a:ahLst/>
              <a:cxnLst/>
              <a:rect l="l" t="t" r="r" b="b"/>
              <a:pathLst>
                <a:path w="6247" h="4043" extrusionOk="0">
                  <a:moveTo>
                    <a:pt x="3582" y="145"/>
                  </a:moveTo>
                  <a:cubicBezTo>
                    <a:pt x="4932" y="145"/>
                    <a:pt x="5878" y="1099"/>
                    <a:pt x="6085" y="1324"/>
                  </a:cubicBezTo>
                  <a:cubicBezTo>
                    <a:pt x="5932" y="1639"/>
                    <a:pt x="4914" y="3556"/>
                    <a:pt x="2979" y="3853"/>
                  </a:cubicBezTo>
                  <a:cubicBezTo>
                    <a:pt x="2784" y="3885"/>
                    <a:pt x="2580" y="3900"/>
                    <a:pt x="2375" y="3900"/>
                  </a:cubicBezTo>
                  <a:cubicBezTo>
                    <a:pt x="1400" y="3900"/>
                    <a:pt x="405" y="3554"/>
                    <a:pt x="234" y="2944"/>
                  </a:cubicBezTo>
                  <a:cubicBezTo>
                    <a:pt x="153" y="2647"/>
                    <a:pt x="261" y="2251"/>
                    <a:pt x="531" y="1846"/>
                  </a:cubicBezTo>
                  <a:cubicBezTo>
                    <a:pt x="990" y="1153"/>
                    <a:pt x="2016" y="334"/>
                    <a:pt x="3186" y="172"/>
                  </a:cubicBezTo>
                  <a:cubicBezTo>
                    <a:pt x="3312" y="154"/>
                    <a:pt x="3447" y="145"/>
                    <a:pt x="3573" y="145"/>
                  </a:cubicBezTo>
                  <a:close/>
                  <a:moveTo>
                    <a:pt x="3570" y="1"/>
                  </a:moveTo>
                  <a:cubicBezTo>
                    <a:pt x="3437" y="1"/>
                    <a:pt x="3300" y="9"/>
                    <a:pt x="3159" y="28"/>
                  </a:cubicBezTo>
                  <a:cubicBezTo>
                    <a:pt x="1953" y="190"/>
                    <a:pt x="882" y="1045"/>
                    <a:pt x="405" y="1765"/>
                  </a:cubicBezTo>
                  <a:cubicBezTo>
                    <a:pt x="117" y="2206"/>
                    <a:pt x="0" y="2647"/>
                    <a:pt x="99" y="2980"/>
                  </a:cubicBezTo>
                  <a:cubicBezTo>
                    <a:pt x="288" y="3673"/>
                    <a:pt x="1341" y="4042"/>
                    <a:pt x="2376" y="4042"/>
                  </a:cubicBezTo>
                  <a:cubicBezTo>
                    <a:pt x="2583" y="4042"/>
                    <a:pt x="2790" y="4033"/>
                    <a:pt x="2997" y="3997"/>
                  </a:cubicBezTo>
                  <a:cubicBezTo>
                    <a:pt x="5148" y="3655"/>
                    <a:pt x="6184" y="1441"/>
                    <a:pt x="6229" y="1342"/>
                  </a:cubicBezTo>
                  <a:cubicBezTo>
                    <a:pt x="6247" y="1315"/>
                    <a:pt x="6238" y="1288"/>
                    <a:pt x="6220" y="1270"/>
                  </a:cubicBezTo>
                  <a:cubicBezTo>
                    <a:pt x="6095" y="1130"/>
                    <a:pt x="5082" y="1"/>
                    <a:pt x="35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42"/>
            <p:cNvSpPr/>
            <p:nvPr/>
          </p:nvSpPr>
          <p:spPr>
            <a:xfrm>
              <a:off x="2187825" y="2634700"/>
              <a:ext cx="151000" cy="44800"/>
            </a:xfrm>
            <a:custGeom>
              <a:avLst/>
              <a:gdLst/>
              <a:ahLst/>
              <a:cxnLst/>
              <a:rect l="l" t="t" r="r" b="b"/>
              <a:pathLst>
                <a:path w="6040" h="1792" extrusionOk="0">
                  <a:moveTo>
                    <a:pt x="5968" y="0"/>
                  </a:moveTo>
                  <a:cubicBezTo>
                    <a:pt x="4815" y="72"/>
                    <a:pt x="3672" y="279"/>
                    <a:pt x="2574" y="621"/>
                  </a:cubicBezTo>
                  <a:cubicBezTo>
                    <a:pt x="1710" y="891"/>
                    <a:pt x="864" y="1233"/>
                    <a:pt x="63" y="1656"/>
                  </a:cubicBezTo>
                  <a:cubicBezTo>
                    <a:pt x="0" y="1692"/>
                    <a:pt x="27" y="1791"/>
                    <a:pt x="99" y="1791"/>
                  </a:cubicBezTo>
                  <a:cubicBezTo>
                    <a:pt x="108" y="1791"/>
                    <a:pt x="117" y="1782"/>
                    <a:pt x="126" y="1782"/>
                  </a:cubicBezTo>
                  <a:cubicBezTo>
                    <a:pt x="927" y="1368"/>
                    <a:pt x="1755" y="1026"/>
                    <a:pt x="2619" y="756"/>
                  </a:cubicBezTo>
                  <a:cubicBezTo>
                    <a:pt x="3708" y="423"/>
                    <a:pt x="4833" y="216"/>
                    <a:pt x="5977" y="144"/>
                  </a:cubicBezTo>
                  <a:cubicBezTo>
                    <a:pt x="6013" y="135"/>
                    <a:pt x="6040" y="108"/>
                    <a:pt x="6040" y="63"/>
                  </a:cubicBezTo>
                  <a:cubicBezTo>
                    <a:pt x="6040" y="27"/>
                    <a:pt x="6004" y="0"/>
                    <a:pt x="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42"/>
            <p:cNvSpPr/>
            <p:nvPr/>
          </p:nvSpPr>
          <p:spPr>
            <a:xfrm>
              <a:off x="1961675" y="2660175"/>
              <a:ext cx="159125" cy="104025"/>
            </a:xfrm>
            <a:custGeom>
              <a:avLst/>
              <a:gdLst/>
              <a:ahLst/>
              <a:cxnLst/>
              <a:rect l="l" t="t" r="r" b="b"/>
              <a:pathLst>
                <a:path w="6365" h="4161" extrusionOk="0">
                  <a:moveTo>
                    <a:pt x="3672" y="0"/>
                  </a:moveTo>
                  <a:cubicBezTo>
                    <a:pt x="3448" y="0"/>
                    <a:pt x="3229" y="18"/>
                    <a:pt x="3025" y="52"/>
                  </a:cubicBezTo>
                  <a:cubicBezTo>
                    <a:pt x="910" y="421"/>
                    <a:pt x="55" y="2717"/>
                    <a:pt x="1" y="2861"/>
                  </a:cubicBezTo>
                  <a:cubicBezTo>
                    <a:pt x="133" y="3001"/>
                    <a:pt x="1246" y="4160"/>
                    <a:pt x="2754" y="4160"/>
                  </a:cubicBezTo>
                  <a:cubicBezTo>
                    <a:pt x="2892" y="4160"/>
                    <a:pt x="3034" y="4151"/>
                    <a:pt x="3178" y="4130"/>
                  </a:cubicBezTo>
                  <a:cubicBezTo>
                    <a:pt x="4897" y="3869"/>
                    <a:pt x="6364" y="2104"/>
                    <a:pt x="6004" y="1060"/>
                  </a:cubicBezTo>
                  <a:cubicBezTo>
                    <a:pt x="5754" y="347"/>
                    <a:pt x="4669" y="0"/>
                    <a:pt x="36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42"/>
            <p:cNvSpPr/>
            <p:nvPr/>
          </p:nvSpPr>
          <p:spPr>
            <a:xfrm>
              <a:off x="1959875" y="2658500"/>
              <a:ext cx="156850" cy="107625"/>
            </a:xfrm>
            <a:custGeom>
              <a:avLst/>
              <a:gdLst/>
              <a:ahLst/>
              <a:cxnLst/>
              <a:rect l="l" t="t" r="r" b="b"/>
              <a:pathLst>
                <a:path w="6274" h="4305" extrusionOk="0">
                  <a:moveTo>
                    <a:pt x="3765" y="137"/>
                  </a:moveTo>
                  <a:cubicBezTo>
                    <a:pt x="4752" y="137"/>
                    <a:pt x="5769" y="487"/>
                    <a:pt x="6004" y="1154"/>
                  </a:cubicBezTo>
                  <a:cubicBezTo>
                    <a:pt x="6121" y="1496"/>
                    <a:pt x="6031" y="1955"/>
                    <a:pt x="5743" y="2423"/>
                  </a:cubicBezTo>
                  <a:cubicBezTo>
                    <a:pt x="5311" y="3153"/>
                    <a:pt x="4366" y="3963"/>
                    <a:pt x="3241" y="4125"/>
                  </a:cubicBezTo>
                  <a:cubicBezTo>
                    <a:pt x="3095" y="4147"/>
                    <a:pt x="2951" y="4157"/>
                    <a:pt x="2812" y="4157"/>
                  </a:cubicBezTo>
                  <a:cubicBezTo>
                    <a:pt x="1420" y="4157"/>
                    <a:pt x="374" y="3148"/>
                    <a:pt x="154" y="2919"/>
                  </a:cubicBezTo>
                  <a:cubicBezTo>
                    <a:pt x="280" y="2586"/>
                    <a:pt x="1144" y="533"/>
                    <a:pt x="3106" y="191"/>
                  </a:cubicBezTo>
                  <a:cubicBezTo>
                    <a:pt x="3318" y="155"/>
                    <a:pt x="3541" y="137"/>
                    <a:pt x="3765" y="137"/>
                  </a:cubicBezTo>
                  <a:close/>
                  <a:moveTo>
                    <a:pt x="3757" y="1"/>
                  </a:moveTo>
                  <a:cubicBezTo>
                    <a:pt x="3529" y="1"/>
                    <a:pt x="3303" y="19"/>
                    <a:pt x="3088" y="56"/>
                  </a:cubicBezTo>
                  <a:cubicBezTo>
                    <a:pt x="910" y="434"/>
                    <a:pt x="46" y="2811"/>
                    <a:pt x="10" y="2910"/>
                  </a:cubicBezTo>
                  <a:cubicBezTo>
                    <a:pt x="1" y="2928"/>
                    <a:pt x="1" y="2955"/>
                    <a:pt x="19" y="2982"/>
                  </a:cubicBezTo>
                  <a:cubicBezTo>
                    <a:pt x="235" y="3216"/>
                    <a:pt x="1315" y="4305"/>
                    <a:pt x="2809" y="4305"/>
                  </a:cubicBezTo>
                  <a:cubicBezTo>
                    <a:pt x="2962" y="4305"/>
                    <a:pt x="3106" y="4296"/>
                    <a:pt x="3259" y="4269"/>
                  </a:cubicBezTo>
                  <a:cubicBezTo>
                    <a:pt x="4438" y="4098"/>
                    <a:pt x="5419" y="3252"/>
                    <a:pt x="5869" y="2504"/>
                  </a:cubicBezTo>
                  <a:cubicBezTo>
                    <a:pt x="6184" y="1991"/>
                    <a:pt x="6274" y="1496"/>
                    <a:pt x="6139" y="1100"/>
                  </a:cubicBezTo>
                  <a:cubicBezTo>
                    <a:pt x="5888" y="384"/>
                    <a:pt x="4800" y="1"/>
                    <a:pt x="37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42"/>
            <p:cNvSpPr/>
            <p:nvPr/>
          </p:nvSpPr>
          <p:spPr>
            <a:xfrm>
              <a:off x="1959425" y="2685150"/>
              <a:ext cx="151425" cy="48350"/>
            </a:xfrm>
            <a:custGeom>
              <a:avLst/>
              <a:gdLst/>
              <a:ahLst/>
              <a:cxnLst/>
              <a:rect l="l" t="t" r="r" b="b"/>
              <a:pathLst>
                <a:path w="6057" h="1934" extrusionOk="0">
                  <a:moveTo>
                    <a:pt x="5955" y="0"/>
                  </a:moveTo>
                  <a:cubicBezTo>
                    <a:pt x="5945" y="0"/>
                    <a:pt x="5934" y="2"/>
                    <a:pt x="5923" y="7"/>
                  </a:cubicBezTo>
                  <a:cubicBezTo>
                    <a:pt x="4141" y="1033"/>
                    <a:pt x="2143" y="1646"/>
                    <a:pt x="91" y="1790"/>
                  </a:cubicBezTo>
                  <a:cubicBezTo>
                    <a:pt x="1" y="1808"/>
                    <a:pt x="10" y="1925"/>
                    <a:pt x="91" y="1934"/>
                  </a:cubicBezTo>
                  <a:lnTo>
                    <a:pt x="100" y="1934"/>
                  </a:lnTo>
                  <a:cubicBezTo>
                    <a:pt x="2170" y="1781"/>
                    <a:pt x="4186" y="1168"/>
                    <a:pt x="5995" y="124"/>
                  </a:cubicBezTo>
                  <a:cubicBezTo>
                    <a:pt x="6057" y="86"/>
                    <a:pt x="6019" y="0"/>
                    <a:pt x="59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42"/>
            <p:cNvSpPr/>
            <p:nvPr/>
          </p:nvSpPr>
          <p:spPr>
            <a:xfrm>
              <a:off x="2098700" y="2691525"/>
              <a:ext cx="115025" cy="150425"/>
            </a:xfrm>
            <a:custGeom>
              <a:avLst/>
              <a:gdLst/>
              <a:ahLst/>
              <a:cxnLst/>
              <a:rect l="l" t="t" r="r" b="b"/>
              <a:pathLst>
                <a:path w="4601" h="6017" extrusionOk="0">
                  <a:moveTo>
                    <a:pt x="1538" y="1"/>
                  </a:moveTo>
                  <a:cubicBezTo>
                    <a:pt x="1402" y="1"/>
                    <a:pt x="1272" y="22"/>
                    <a:pt x="1153" y="67"/>
                  </a:cubicBezTo>
                  <a:cubicBezTo>
                    <a:pt x="298" y="391"/>
                    <a:pt x="1" y="1949"/>
                    <a:pt x="226" y="3065"/>
                  </a:cubicBezTo>
                  <a:cubicBezTo>
                    <a:pt x="640" y="5171"/>
                    <a:pt x="2953" y="5963"/>
                    <a:pt x="3106" y="6017"/>
                  </a:cubicBezTo>
                  <a:cubicBezTo>
                    <a:pt x="3259" y="5873"/>
                    <a:pt x="4600" y="4523"/>
                    <a:pt x="4294" y="2813"/>
                  </a:cubicBezTo>
                  <a:cubicBezTo>
                    <a:pt x="4031" y="1290"/>
                    <a:pt x="2589" y="1"/>
                    <a:pt x="15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42"/>
            <p:cNvSpPr/>
            <p:nvPr/>
          </p:nvSpPr>
          <p:spPr>
            <a:xfrm>
              <a:off x="2096675" y="2693050"/>
              <a:ext cx="118850" cy="153850"/>
            </a:xfrm>
            <a:custGeom>
              <a:avLst/>
              <a:gdLst/>
              <a:ahLst/>
              <a:cxnLst/>
              <a:rect l="l" t="t" r="r" b="b"/>
              <a:pathLst>
                <a:path w="4754" h="6154" extrusionOk="0">
                  <a:moveTo>
                    <a:pt x="1612" y="141"/>
                  </a:moveTo>
                  <a:cubicBezTo>
                    <a:pt x="1945" y="150"/>
                    <a:pt x="2260" y="249"/>
                    <a:pt x="2539" y="420"/>
                  </a:cubicBezTo>
                  <a:cubicBezTo>
                    <a:pt x="3268" y="843"/>
                    <a:pt x="4105" y="1771"/>
                    <a:pt x="4294" y="2896"/>
                  </a:cubicBezTo>
                  <a:cubicBezTo>
                    <a:pt x="4582" y="4489"/>
                    <a:pt x="3412" y="5758"/>
                    <a:pt x="3160" y="6001"/>
                  </a:cubicBezTo>
                  <a:cubicBezTo>
                    <a:pt x="2836" y="5884"/>
                    <a:pt x="757" y="5074"/>
                    <a:pt x="370" y="3121"/>
                  </a:cubicBezTo>
                  <a:cubicBezTo>
                    <a:pt x="145" y="1987"/>
                    <a:pt x="451" y="501"/>
                    <a:pt x="1252" y="204"/>
                  </a:cubicBezTo>
                  <a:cubicBezTo>
                    <a:pt x="1369" y="159"/>
                    <a:pt x="1486" y="141"/>
                    <a:pt x="1612" y="141"/>
                  </a:cubicBezTo>
                  <a:close/>
                  <a:moveTo>
                    <a:pt x="1614" y="0"/>
                  </a:moveTo>
                  <a:cubicBezTo>
                    <a:pt x="1468" y="0"/>
                    <a:pt x="1332" y="23"/>
                    <a:pt x="1207" y="69"/>
                  </a:cubicBezTo>
                  <a:cubicBezTo>
                    <a:pt x="343" y="393"/>
                    <a:pt x="1" y="1951"/>
                    <a:pt x="235" y="3148"/>
                  </a:cubicBezTo>
                  <a:cubicBezTo>
                    <a:pt x="667" y="5308"/>
                    <a:pt x="3061" y="6118"/>
                    <a:pt x="3187" y="6154"/>
                  </a:cubicBezTo>
                  <a:cubicBezTo>
                    <a:pt x="3205" y="6154"/>
                    <a:pt x="3223" y="6145"/>
                    <a:pt x="3232" y="6136"/>
                  </a:cubicBezTo>
                  <a:cubicBezTo>
                    <a:pt x="3394" y="5983"/>
                    <a:pt x="4753" y="4624"/>
                    <a:pt x="4447" y="2869"/>
                  </a:cubicBezTo>
                  <a:cubicBezTo>
                    <a:pt x="4240" y="1699"/>
                    <a:pt x="3376" y="735"/>
                    <a:pt x="2611" y="303"/>
                  </a:cubicBezTo>
                  <a:cubicBezTo>
                    <a:pt x="2263" y="102"/>
                    <a:pt x="1920" y="0"/>
                    <a:pt x="16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42"/>
            <p:cNvSpPr/>
            <p:nvPr/>
          </p:nvSpPr>
          <p:spPr>
            <a:xfrm>
              <a:off x="2125725" y="2697750"/>
              <a:ext cx="52450" cy="149150"/>
            </a:xfrm>
            <a:custGeom>
              <a:avLst/>
              <a:gdLst/>
              <a:ahLst/>
              <a:cxnLst/>
              <a:rect l="l" t="t" r="r" b="b"/>
              <a:pathLst>
                <a:path w="2098" h="5966" extrusionOk="0">
                  <a:moveTo>
                    <a:pt x="90" y="1"/>
                  </a:moveTo>
                  <a:cubicBezTo>
                    <a:pt x="75" y="1"/>
                    <a:pt x="59" y="6"/>
                    <a:pt x="45" y="16"/>
                  </a:cubicBezTo>
                  <a:cubicBezTo>
                    <a:pt x="9" y="34"/>
                    <a:pt x="0" y="79"/>
                    <a:pt x="18" y="115"/>
                  </a:cubicBezTo>
                  <a:cubicBezTo>
                    <a:pt x="1089" y="1871"/>
                    <a:pt x="1755" y="3851"/>
                    <a:pt x="1953" y="5903"/>
                  </a:cubicBezTo>
                  <a:cubicBezTo>
                    <a:pt x="1953" y="5939"/>
                    <a:pt x="1989" y="5966"/>
                    <a:pt x="2025" y="5966"/>
                  </a:cubicBezTo>
                  <a:lnTo>
                    <a:pt x="2034" y="5966"/>
                  </a:lnTo>
                  <a:cubicBezTo>
                    <a:pt x="2070" y="5957"/>
                    <a:pt x="2097" y="5930"/>
                    <a:pt x="2097" y="5885"/>
                  </a:cubicBezTo>
                  <a:cubicBezTo>
                    <a:pt x="1890" y="3815"/>
                    <a:pt x="1224" y="1817"/>
                    <a:pt x="144" y="34"/>
                  </a:cubicBezTo>
                  <a:cubicBezTo>
                    <a:pt x="133" y="13"/>
                    <a:pt x="112" y="1"/>
                    <a:pt x="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42"/>
            <p:cNvSpPr/>
            <p:nvPr/>
          </p:nvSpPr>
          <p:spPr>
            <a:xfrm>
              <a:off x="2144175" y="2624650"/>
              <a:ext cx="148075" cy="113450"/>
            </a:xfrm>
            <a:custGeom>
              <a:avLst/>
              <a:gdLst/>
              <a:ahLst/>
              <a:cxnLst/>
              <a:rect l="l" t="t" r="r" b="b"/>
              <a:pathLst>
                <a:path w="5923" h="4538" extrusionOk="0">
                  <a:moveTo>
                    <a:pt x="3871" y="0"/>
                  </a:moveTo>
                  <a:cubicBezTo>
                    <a:pt x="3291" y="0"/>
                    <a:pt x="2655" y="150"/>
                    <a:pt x="2151" y="393"/>
                  </a:cubicBezTo>
                  <a:cubicBezTo>
                    <a:pt x="216" y="1320"/>
                    <a:pt x="18" y="3759"/>
                    <a:pt x="0" y="3913"/>
                  </a:cubicBezTo>
                  <a:cubicBezTo>
                    <a:pt x="132" y="3998"/>
                    <a:pt x="1045" y="4537"/>
                    <a:pt x="2147" y="4537"/>
                  </a:cubicBezTo>
                  <a:cubicBezTo>
                    <a:pt x="2550" y="4537"/>
                    <a:pt x="2978" y="4465"/>
                    <a:pt x="3402" y="4273"/>
                  </a:cubicBezTo>
                  <a:cubicBezTo>
                    <a:pt x="4995" y="3552"/>
                    <a:pt x="5922" y="1455"/>
                    <a:pt x="5283" y="546"/>
                  </a:cubicBezTo>
                  <a:cubicBezTo>
                    <a:pt x="5013" y="161"/>
                    <a:pt x="4472" y="0"/>
                    <a:pt x="38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42"/>
            <p:cNvSpPr/>
            <p:nvPr/>
          </p:nvSpPr>
          <p:spPr>
            <a:xfrm>
              <a:off x="2142375" y="2622975"/>
              <a:ext cx="142450" cy="116825"/>
            </a:xfrm>
            <a:custGeom>
              <a:avLst/>
              <a:gdLst/>
              <a:ahLst/>
              <a:cxnLst/>
              <a:rect l="l" t="t" r="r" b="b"/>
              <a:pathLst>
                <a:path w="5698" h="4673" extrusionOk="0">
                  <a:moveTo>
                    <a:pt x="3934" y="138"/>
                  </a:moveTo>
                  <a:cubicBezTo>
                    <a:pt x="4524" y="138"/>
                    <a:pt x="5046" y="297"/>
                    <a:pt x="5301" y="658"/>
                  </a:cubicBezTo>
                  <a:cubicBezTo>
                    <a:pt x="5517" y="955"/>
                    <a:pt x="5544" y="1423"/>
                    <a:pt x="5400" y="1954"/>
                  </a:cubicBezTo>
                  <a:cubicBezTo>
                    <a:pt x="5175" y="2773"/>
                    <a:pt x="4491" y="3808"/>
                    <a:pt x="3447" y="4277"/>
                  </a:cubicBezTo>
                  <a:cubicBezTo>
                    <a:pt x="3033" y="4463"/>
                    <a:pt x="2616" y="4533"/>
                    <a:pt x="2222" y="4533"/>
                  </a:cubicBezTo>
                  <a:cubicBezTo>
                    <a:pt x="1214" y="4533"/>
                    <a:pt x="367" y="4073"/>
                    <a:pt x="153" y="3943"/>
                  </a:cubicBezTo>
                  <a:cubicBezTo>
                    <a:pt x="180" y="3592"/>
                    <a:pt x="450" y="1387"/>
                    <a:pt x="2250" y="523"/>
                  </a:cubicBezTo>
                  <a:cubicBezTo>
                    <a:pt x="2761" y="279"/>
                    <a:pt x="3378" y="138"/>
                    <a:pt x="3934" y="138"/>
                  </a:cubicBezTo>
                  <a:close/>
                  <a:moveTo>
                    <a:pt x="3923" y="0"/>
                  </a:moveTo>
                  <a:cubicBezTo>
                    <a:pt x="3343" y="0"/>
                    <a:pt x="2709" y="145"/>
                    <a:pt x="2187" y="397"/>
                  </a:cubicBezTo>
                  <a:cubicBezTo>
                    <a:pt x="207" y="1351"/>
                    <a:pt x="9" y="3871"/>
                    <a:pt x="9" y="3980"/>
                  </a:cubicBezTo>
                  <a:cubicBezTo>
                    <a:pt x="0" y="4007"/>
                    <a:pt x="18" y="4025"/>
                    <a:pt x="36" y="4043"/>
                  </a:cubicBezTo>
                  <a:cubicBezTo>
                    <a:pt x="702" y="4439"/>
                    <a:pt x="1449" y="4655"/>
                    <a:pt x="2223" y="4673"/>
                  </a:cubicBezTo>
                  <a:cubicBezTo>
                    <a:pt x="2664" y="4673"/>
                    <a:pt x="3105" y="4583"/>
                    <a:pt x="3510" y="4403"/>
                  </a:cubicBezTo>
                  <a:cubicBezTo>
                    <a:pt x="4590" y="3916"/>
                    <a:pt x="5301" y="2845"/>
                    <a:pt x="5535" y="1990"/>
                  </a:cubicBezTo>
                  <a:cubicBezTo>
                    <a:pt x="5697" y="1414"/>
                    <a:pt x="5652" y="910"/>
                    <a:pt x="5418" y="577"/>
                  </a:cubicBezTo>
                  <a:cubicBezTo>
                    <a:pt x="5135" y="176"/>
                    <a:pt x="4562" y="0"/>
                    <a:pt x="39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42"/>
            <p:cNvSpPr/>
            <p:nvPr/>
          </p:nvSpPr>
          <p:spPr>
            <a:xfrm>
              <a:off x="2142150" y="2637575"/>
              <a:ext cx="133725" cy="86700"/>
            </a:xfrm>
            <a:custGeom>
              <a:avLst/>
              <a:gdLst/>
              <a:ahLst/>
              <a:cxnLst/>
              <a:rect l="l" t="t" r="r" b="b"/>
              <a:pathLst>
                <a:path w="5349" h="3468" extrusionOk="0">
                  <a:moveTo>
                    <a:pt x="5240" y="0"/>
                  </a:moveTo>
                  <a:cubicBezTo>
                    <a:pt x="5224" y="0"/>
                    <a:pt x="5208" y="6"/>
                    <a:pt x="5193" y="20"/>
                  </a:cubicBezTo>
                  <a:cubicBezTo>
                    <a:pt x="3753" y="1496"/>
                    <a:pt x="1998" y="2630"/>
                    <a:pt x="63" y="3332"/>
                  </a:cubicBezTo>
                  <a:cubicBezTo>
                    <a:pt x="27" y="3341"/>
                    <a:pt x="0" y="3386"/>
                    <a:pt x="18" y="3423"/>
                  </a:cubicBezTo>
                  <a:cubicBezTo>
                    <a:pt x="27" y="3450"/>
                    <a:pt x="54" y="3468"/>
                    <a:pt x="90" y="3468"/>
                  </a:cubicBezTo>
                  <a:lnTo>
                    <a:pt x="108" y="3468"/>
                  </a:lnTo>
                  <a:cubicBezTo>
                    <a:pt x="2070" y="2756"/>
                    <a:pt x="3843" y="1613"/>
                    <a:pt x="5292" y="119"/>
                  </a:cubicBezTo>
                  <a:cubicBezTo>
                    <a:pt x="5348" y="71"/>
                    <a:pt x="5296" y="0"/>
                    <a:pt x="5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42"/>
            <p:cNvSpPr/>
            <p:nvPr/>
          </p:nvSpPr>
          <p:spPr>
            <a:xfrm>
              <a:off x="1982600" y="2570425"/>
              <a:ext cx="141575" cy="124400"/>
            </a:xfrm>
            <a:custGeom>
              <a:avLst/>
              <a:gdLst/>
              <a:ahLst/>
              <a:cxnLst/>
              <a:rect l="l" t="t" r="r" b="b"/>
              <a:pathLst>
                <a:path w="5663" h="4976" extrusionOk="0">
                  <a:moveTo>
                    <a:pt x="1179" y="1"/>
                  </a:moveTo>
                  <a:cubicBezTo>
                    <a:pt x="857" y="1"/>
                    <a:pt x="637" y="28"/>
                    <a:pt x="595" y="33"/>
                  </a:cubicBezTo>
                  <a:cubicBezTo>
                    <a:pt x="505" y="303"/>
                    <a:pt x="1" y="1968"/>
                    <a:pt x="946" y="3435"/>
                  </a:cubicBezTo>
                  <a:cubicBezTo>
                    <a:pt x="1126" y="3714"/>
                    <a:pt x="1666" y="4533"/>
                    <a:pt x="2719" y="4839"/>
                  </a:cubicBezTo>
                  <a:cubicBezTo>
                    <a:pt x="2799" y="4858"/>
                    <a:pt x="3227" y="4975"/>
                    <a:pt x="3712" y="4975"/>
                  </a:cubicBezTo>
                  <a:cubicBezTo>
                    <a:pt x="4157" y="4975"/>
                    <a:pt x="4650" y="4877"/>
                    <a:pt x="4969" y="4515"/>
                  </a:cubicBezTo>
                  <a:cubicBezTo>
                    <a:pt x="5662" y="3732"/>
                    <a:pt x="5104" y="2220"/>
                    <a:pt x="4483" y="1410"/>
                  </a:cubicBezTo>
                  <a:cubicBezTo>
                    <a:pt x="3536" y="184"/>
                    <a:pt x="2013" y="1"/>
                    <a:pt x="11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42"/>
            <p:cNvSpPr/>
            <p:nvPr/>
          </p:nvSpPr>
          <p:spPr>
            <a:xfrm>
              <a:off x="1978550" y="2571900"/>
              <a:ext cx="145625" cy="126275"/>
            </a:xfrm>
            <a:custGeom>
              <a:avLst/>
              <a:gdLst/>
              <a:ahLst/>
              <a:cxnLst/>
              <a:rect l="l" t="t" r="r" b="b"/>
              <a:pathLst>
                <a:path w="5825" h="5051" extrusionOk="0">
                  <a:moveTo>
                    <a:pt x="1360" y="141"/>
                  </a:moveTo>
                  <a:cubicBezTo>
                    <a:pt x="2181" y="141"/>
                    <a:pt x="3668" y="327"/>
                    <a:pt x="4591" y="1522"/>
                  </a:cubicBezTo>
                  <a:cubicBezTo>
                    <a:pt x="5293" y="2440"/>
                    <a:pt x="5671" y="3907"/>
                    <a:pt x="5086" y="4528"/>
                  </a:cubicBezTo>
                  <a:cubicBezTo>
                    <a:pt x="4861" y="4770"/>
                    <a:pt x="4478" y="4903"/>
                    <a:pt x="4007" y="4903"/>
                  </a:cubicBezTo>
                  <a:cubicBezTo>
                    <a:pt x="3951" y="4903"/>
                    <a:pt x="3893" y="4901"/>
                    <a:pt x="3835" y="4897"/>
                  </a:cubicBezTo>
                  <a:cubicBezTo>
                    <a:pt x="2989" y="4843"/>
                    <a:pt x="1837" y="4384"/>
                    <a:pt x="1162" y="3466"/>
                  </a:cubicBezTo>
                  <a:cubicBezTo>
                    <a:pt x="208" y="2152"/>
                    <a:pt x="694" y="496"/>
                    <a:pt x="811" y="172"/>
                  </a:cubicBezTo>
                  <a:cubicBezTo>
                    <a:pt x="895" y="161"/>
                    <a:pt x="1092" y="141"/>
                    <a:pt x="1360" y="141"/>
                  </a:cubicBezTo>
                  <a:close/>
                  <a:moveTo>
                    <a:pt x="1347" y="1"/>
                  </a:moveTo>
                  <a:cubicBezTo>
                    <a:pt x="1004" y="1"/>
                    <a:pt x="776" y="32"/>
                    <a:pt x="748" y="37"/>
                  </a:cubicBezTo>
                  <a:cubicBezTo>
                    <a:pt x="721" y="37"/>
                    <a:pt x="694" y="55"/>
                    <a:pt x="685" y="82"/>
                  </a:cubicBezTo>
                  <a:cubicBezTo>
                    <a:pt x="613" y="289"/>
                    <a:pt x="1" y="2116"/>
                    <a:pt x="1045" y="3556"/>
                  </a:cubicBezTo>
                  <a:cubicBezTo>
                    <a:pt x="1747" y="4510"/>
                    <a:pt x="2944" y="4996"/>
                    <a:pt x="3826" y="5050"/>
                  </a:cubicBezTo>
                  <a:lnTo>
                    <a:pt x="3997" y="5050"/>
                  </a:lnTo>
                  <a:cubicBezTo>
                    <a:pt x="4519" y="5050"/>
                    <a:pt x="4933" y="4906"/>
                    <a:pt x="5185" y="4636"/>
                  </a:cubicBezTo>
                  <a:cubicBezTo>
                    <a:pt x="5824" y="3952"/>
                    <a:pt x="5437" y="2404"/>
                    <a:pt x="4699" y="1441"/>
                  </a:cubicBezTo>
                  <a:cubicBezTo>
                    <a:pt x="3738" y="192"/>
                    <a:pt x="2193" y="1"/>
                    <a:pt x="1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42"/>
            <p:cNvSpPr/>
            <p:nvPr/>
          </p:nvSpPr>
          <p:spPr>
            <a:xfrm>
              <a:off x="1995425" y="2572825"/>
              <a:ext cx="111850" cy="112750"/>
            </a:xfrm>
            <a:custGeom>
              <a:avLst/>
              <a:gdLst/>
              <a:ahLst/>
              <a:cxnLst/>
              <a:rect l="l" t="t" r="r" b="b"/>
              <a:pathLst>
                <a:path w="4474" h="4510" extrusionOk="0">
                  <a:moveTo>
                    <a:pt x="77" y="0"/>
                  </a:moveTo>
                  <a:cubicBezTo>
                    <a:pt x="66" y="0"/>
                    <a:pt x="55" y="3"/>
                    <a:pt x="46" y="9"/>
                  </a:cubicBezTo>
                  <a:cubicBezTo>
                    <a:pt x="10" y="27"/>
                    <a:pt x="1" y="72"/>
                    <a:pt x="19" y="108"/>
                  </a:cubicBezTo>
                  <a:cubicBezTo>
                    <a:pt x="1117" y="1881"/>
                    <a:pt x="2602" y="3375"/>
                    <a:pt x="4357" y="4491"/>
                  </a:cubicBezTo>
                  <a:cubicBezTo>
                    <a:pt x="4366" y="4500"/>
                    <a:pt x="4384" y="4509"/>
                    <a:pt x="4393" y="4509"/>
                  </a:cubicBezTo>
                  <a:cubicBezTo>
                    <a:pt x="4420" y="4509"/>
                    <a:pt x="4438" y="4491"/>
                    <a:pt x="4456" y="4473"/>
                  </a:cubicBezTo>
                  <a:cubicBezTo>
                    <a:pt x="4474" y="4437"/>
                    <a:pt x="4465" y="4392"/>
                    <a:pt x="4438" y="4374"/>
                  </a:cubicBezTo>
                  <a:cubicBezTo>
                    <a:pt x="2692" y="3267"/>
                    <a:pt x="1225" y="1782"/>
                    <a:pt x="145" y="36"/>
                  </a:cubicBezTo>
                  <a:cubicBezTo>
                    <a:pt x="127" y="12"/>
                    <a:pt x="101" y="0"/>
                    <a:pt x="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42"/>
            <p:cNvSpPr/>
            <p:nvPr/>
          </p:nvSpPr>
          <p:spPr>
            <a:xfrm>
              <a:off x="2091950" y="2536825"/>
              <a:ext cx="126275" cy="151400"/>
            </a:xfrm>
            <a:custGeom>
              <a:avLst/>
              <a:gdLst/>
              <a:ahLst/>
              <a:cxnLst/>
              <a:rect l="l" t="t" r="r" b="b"/>
              <a:pathLst>
                <a:path w="5051" h="6056" extrusionOk="0">
                  <a:moveTo>
                    <a:pt x="3475" y="0"/>
                  </a:moveTo>
                  <a:cubicBezTo>
                    <a:pt x="3268" y="36"/>
                    <a:pt x="1405" y="405"/>
                    <a:pt x="703" y="2007"/>
                  </a:cubicBezTo>
                  <a:cubicBezTo>
                    <a:pt x="1" y="3600"/>
                    <a:pt x="712" y="5778"/>
                    <a:pt x="1792" y="6030"/>
                  </a:cubicBezTo>
                  <a:cubicBezTo>
                    <a:pt x="1864" y="6047"/>
                    <a:pt x="1937" y="6055"/>
                    <a:pt x="2011" y="6055"/>
                  </a:cubicBezTo>
                  <a:cubicBezTo>
                    <a:pt x="2857" y="6055"/>
                    <a:pt x="3826" y="5018"/>
                    <a:pt x="4231" y="4050"/>
                  </a:cubicBezTo>
                  <a:cubicBezTo>
                    <a:pt x="5050" y="2070"/>
                    <a:pt x="3574" y="117"/>
                    <a:pt x="34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42"/>
            <p:cNvSpPr/>
            <p:nvPr/>
          </p:nvSpPr>
          <p:spPr>
            <a:xfrm>
              <a:off x="2096000" y="2535025"/>
              <a:ext cx="124475" cy="155050"/>
            </a:xfrm>
            <a:custGeom>
              <a:avLst/>
              <a:gdLst/>
              <a:ahLst/>
              <a:cxnLst/>
              <a:rect l="l" t="t" r="r" b="b"/>
              <a:pathLst>
                <a:path w="4979" h="6202" extrusionOk="0">
                  <a:moveTo>
                    <a:pt x="3277" y="153"/>
                  </a:moveTo>
                  <a:cubicBezTo>
                    <a:pt x="3493" y="432"/>
                    <a:pt x="4762" y="2250"/>
                    <a:pt x="4006" y="4095"/>
                  </a:cubicBezTo>
                  <a:cubicBezTo>
                    <a:pt x="3593" y="5086"/>
                    <a:pt x="2650" y="6055"/>
                    <a:pt x="1851" y="6055"/>
                  </a:cubicBezTo>
                  <a:cubicBezTo>
                    <a:pt x="1779" y="6055"/>
                    <a:pt x="1708" y="6047"/>
                    <a:pt x="1639" y="6030"/>
                  </a:cubicBezTo>
                  <a:cubicBezTo>
                    <a:pt x="1279" y="5949"/>
                    <a:pt x="946" y="5634"/>
                    <a:pt x="703" y="5130"/>
                  </a:cubicBezTo>
                  <a:cubicBezTo>
                    <a:pt x="325" y="4374"/>
                    <a:pt x="145" y="3150"/>
                    <a:pt x="604" y="2106"/>
                  </a:cubicBezTo>
                  <a:cubicBezTo>
                    <a:pt x="1252" y="621"/>
                    <a:pt x="2944" y="216"/>
                    <a:pt x="3277" y="153"/>
                  </a:cubicBezTo>
                  <a:close/>
                  <a:moveTo>
                    <a:pt x="3304" y="0"/>
                  </a:moveTo>
                  <a:cubicBezTo>
                    <a:pt x="2953" y="63"/>
                    <a:pt x="1180" y="459"/>
                    <a:pt x="478" y="2052"/>
                  </a:cubicBezTo>
                  <a:cubicBezTo>
                    <a:pt x="1" y="3132"/>
                    <a:pt x="181" y="4410"/>
                    <a:pt x="577" y="5202"/>
                  </a:cubicBezTo>
                  <a:cubicBezTo>
                    <a:pt x="838" y="5733"/>
                    <a:pt x="1207" y="6075"/>
                    <a:pt x="1612" y="6174"/>
                  </a:cubicBezTo>
                  <a:cubicBezTo>
                    <a:pt x="1684" y="6192"/>
                    <a:pt x="1765" y="6201"/>
                    <a:pt x="1846" y="6201"/>
                  </a:cubicBezTo>
                  <a:cubicBezTo>
                    <a:pt x="2701" y="6201"/>
                    <a:pt x="3709" y="5184"/>
                    <a:pt x="4132" y="4158"/>
                  </a:cubicBezTo>
                  <a:cubicBezTo>
                    <a:pt x="4978" y="2115"/>
                    <a:pt x="3439" y="117"/>
                    <a:pt x="3367" y="27"/>
                  </a:cubicBezTo>
                  <a:cubicBezTo>
                    <a:pt x="3349" y="9"/>
                    <a:pt x="3322" y="0"/>
                    <a:pt x="3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42"/>
            <p:cNvSpPr/>
            <p:nvPr/>
          </p:nvSpPr>
          <p:spPr>
            <a:xfrm>
              <a:off x="2136525" y="2534925"/>
              <a:ext cx="44675" cy="151775"/>
            </a:xfrm>
            <a:custGeom>
              <a:avLst/>
              <a:gdLst/>
              <a:ahLst/>
              <a:cxnLst/>
              <a:rect l="l" t="t" r="r" b="b"/>
              <a:pathLst>
                <a:path w="1787" h="6071" extrusionOk="0">
                  <a:moveTo>
                    <a:pt x="1687" y="1"/>
                  </a:moveTo>
                  <a:cubicBezTo>
                    <a:pt x="1665" y="1"/>
                    <a:pt x="1643" y="12"/>
                    <a:pt x="1629" y="40"/>
                  </a:cubicBezTo>
                  <a:cubicBezTo>
                    <a:pt x="639" y="1876"/>
                    <a:pt x="90" y="3910"/>
                    <a:pt x="0" y="5989"/>
                  </a:cubicBezTo>
                  <a:cubicBezTo>
                    <a:pt x="0" y="6034"/>
                    <a:pt x="27" y="6070"/>
                    <a:pt x="72" y="6070"/>
                  </a:cubicBezTo>
                  <a:cubicBezTo>
                    <a:pt x="108" y="6061"/>
                    <a:pt x="135" y="6034"/>
                    <a:pt x="135" y="5998"/>
                  </a:cubicBezTo>
                  <a:cubicBezTo>
                    <a:pt x="225" y="3946"/>
                    <a:pt x="774" y="1930"/>
                    <a:pt x="1755" y="112"/>
                  </a:cubicBezTo>
                  <a:cubicBezTo>
                    <a:pt x="1786" y="56"/>
                    <a:pt x="1736" y="1"/>
                    <a:pt x="16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42"/>
            <p:cNvSpPr/>
            <p:nvPr/>
          </p:nvSpPr>
          <p:spPr>
            <a:xfrm>
              <a:off x="2075075" y="2605525"/>
              <a:ext cx="77675" cy="87700"/>
            </a:xfrm>
            <a:custGeom>
              <a:avLst/>
              <a:gdLst/>
              <a:ahLst/>
              <a:cxnLst/>
              <a:rect l="l" t="t" r="r" b="b"/>
              <a:pathLst>
                <a:path w="3107" h="3508" extrusionOk="0">
                  <a:moveTo>
                    <a:pt x="882" y="1"/>
                  </a:moveTo>
                  <a:cubicBezTo>
                    <a:pt x="736" y="1"/>
                    <a:pt x="604" y="31"/>
                    <a:pt x="496" y="96"/>
                  </a:cubicBezTo>
                  <a:cubicBezTo>
                    <a:pt x="1" y="402"/>
                    <a:pt x="10" y="1383"/>
                    <a:pt x="271" y="2040"/>
                  </a:cubicBezTo>
                  <a:cubicBezTo>
                    <a:pt x="775" y="3273"/>
                    <a:pt x="2269" y="3489"/>
                    <a:pt x="2368" y="3507"/>
                  </a:cubicBezTo>
                  <a:cubicBezTo>
                    <a:pt x="2449" y="3399"/>
                    <a:pt x="3106" y="2427"/>
                    <a:pt x="2728" y="1410"/>
                  </a:cubicBezTo>
                  <a:cubicBezTo>
                    <a:pt x="2420" y="589"/>
                    <a:pt x="1521" y="1"/>
                    <a:pt x="8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42"/>
            <p:cNvSpPr/>
            <p:nvPr/>
          </p:nvSpPr>
          <p:spPr>
            <a:xfrm>
              <a:off x="2073050" y="2603675"/>
              <a:ext cx="81725" cy="91350"/>
            </a:xfrm>
            <a:custGeom>
              <a:avLst/>
              <a:gdLst/>
              <a:ahLst/>
              <a:cxnLst/>
              <a:rect l="l" t="t" r="r" b="b"/>
              <a:pathLst>
                <a:path w="3269" h="3654" extrusionOk="0">
                  <a:moveTo>
                    <a:pt x="964" y="143"/>
                  </a:moveTo>
                  <a:cubicBezTo>
                    <a:pt x="1117" y="152"/>
                    <a:pt x="1261" y="179"/>
                    <a:pt x="1396" y="224"/>
                  </a:cubicBezTo>
                  <a:cubicBezTo>
                    <a:pt x="2008" y="449"/>
                    <a:pt x="2494" y="917"/>
                    <a:pt x="2737" y="1511"/>
                  </a:cubicBezTo>
                  <a:cubicBezTo>
                    <a:pt x="3079" y="2420"/>
                    <a:pt x="2557" y="3293"/>
                    <a:pt x="2413" y="3500"/>
                  </a:cubicBezTo>
                  <a:cubicBezTo>
                    <a:pt x="2161" y="3464"/>
                    <a:pt x="874" y="3194"/>
                    <a:pt x="424" y="2078"/>
                  </a:cubicBezTo>
                  <a:cubicBezTo>
                    <a:pt x="154" y="1430"/>
                    <a:pt x="181" y="494"/>
                    <a:pt x="613" y="233"/>
                  </a:cubicBezTo>
                  <a:cubicBezTo>
                    <a:pt x="721" y="170"/>
                    <a:pt x="847" y="143"/>
                    <a:pt x="964" y="143"/>
                  </a:cubicBezTo>
                  <a:close/>
                  <a:moveTo>
                    <a:pt x="968" y="0"/>
                  </a:moveTo>
                  <a:cubicBezTo>
                    <a:pt x="805" y="0"/>
                    <a:pt x="659" y="36"/>
                    <a:pt x="541" y="107"/>
                  </a:cubicBezTo>
                  <a:cubicBezTo>
                    <a:pt x="37" y="422"/>
                    <a:pt x="1" y="1430"/>
                    <a:pt x="289" y="2132"/>
                  </a:cubicBezTo>
                  <a:cubicBezTo>
                    <a:pt x="811" y="3428"/>
                    <a:pt x="2377" y="3644"/>
                    <a:pt x="2449" y="3653"/>
                  </a:cubicBezTo>
                  <a:cubicBezTo>
                    <a:pt x="2476" y="3653"/>
                    <a:pt x="2494" y="3635"/>
                    <a:pt x="2512" y="3617"/>
                  </a:cubicBezTo>
                  <a:cubicBezTo>
                    <a:pt x="2584" y="3509"/>
                    <a:pt x="3268" y="2501"/>
                    <a:pt x="2872" y="1457"/>
                  </a:cubicBezTo>
                  <a:cubicBezTo>
                    <a:pt x="2611" y="818"/>
                    <a:pt x="2089" y="323"/>
                    <a:pt x="1441" y="89"/>
                  </a:cubicBezTo>
                  <a:cubicBezTo>
                    <a:pt x="1275" y="29"/>
                    <a:pt x="1114" y="0"/>
                    <a:pt x="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42"/>
            <p:cNvSpPr/>
            <p:nvPr/>
          </p:nvSpPr>
          <p:spPr>
            <a:xfrm>
              <a:off x="2085550" y="2608250"/>
              <a:ext cx="50775" cy="86775"/>
            </a:xfrm>
            <a:custGeom>
              <a:avLst/>
              <a:gdLst/>
              <a:ahLst/>
              <a:cxnLst/>
              <a:rect l="l" t="t" r="r" b="b"/>
              <a:pathLst>
                <a:path w="2031" h="3471" extrusionOk="0">
                  <a:moveTo>
                    <a:pt x="97" y="1"/>
                  </a:moveTo>
                  <a:cubicBezTo>
                    <a:pt x="46" y="1"/>
                    <a:pt x="1" y="59"/>
                    <a:pt x="41" y="113"/>
                  </a:cubicBezTo>
                  <a:cubicBezTo>
                    <a:pt x="896" y="1058"/>
                    <a:pt x="1526" y="2192"/>
                    <a:pt x="1886" y="3416"/>
                  </a:cubicBezTo>
                  <a:cubicBezTo>
                    <a:pt x="1895" y="3443"/>
                    <a:pt x="1922" y="3470"/>
                    <a:pt x="1949" y="3470"/>
                  </a:cubicBezTo>
                  <a:cubicBezTo>
                    <a:pt x="1958" y="3470"/>
                    <a:pt x="1967" y="3461"/>
                    <a:pt x="1967" y="3461"/>
                  </a:cubicBezTo>
                  <a:cubicBezTo>
                    <a:pt x="2012" y="3452"/>
                    <a:pt x="2030" y="3416"/>
                    <a:pt x="2021" y="3371"/>
                  </a:cubicBezTo>
                  <a:cubicBezTo>
                    <a:pt x="1652" y="2129"/>
                    <a:pt x="1013" y="986"/>
                    <a:pt x="149" y="23"/>
                  </a:cubicBezTo>
                  <a:cubicBezTo>
                    <a:pt x="133" y="7"/>
                    <a:pt x="115" y="1"/>
                    <a:pt x="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42"/>
            <p:cNvSpPr/>
            <p:nvPr/>
          </p:nvSpPr>
          <p:spPr>
            <a:xfrm>
              <a:off x="2042000" y="2661975"/>
              <a:ext cx="94325" cy="68675"/>
            </a:xfrm>
            <a:custGeom>
              <a:avLst/>
              <a:gdLst/>
              <a:ahLst/>
              <a:cxnLst/>
              <a:rect l="l" t="t" r="r" b="b"/>
              <a:pathLst>
                <a:path w="3773" h="2747" extrusionOk="0">
                  <a:moveTo>
                    <a:pt x="2330" y="0"/>
                  </a:moveTo>
                  <a:cubicBezTo>
                    <a:pt x="2122" y="0"/>
                    <a:pt x="1904" y="33"/>
                    <a:pt x="1684" y="115"/>
                  </a:cubicBezTo>
                  <a:cubicBezTo>
                    <a:pt x="667" y="493"/>
                    <a:pt x="1" y="1753"/>
                    <a:pt x="361" y="2347"/>
                  </a:cubicBezTo>
                  <a:cubicBezTo>
                    <a:pt x="532" y="2628"/>
                    <a:pt x="931" y="2747"/>
                    <a:pt x="1365" y="2747"/>
                  </a:cubicBezTo>
                  <a:cubicBezTo>
                    <a:pt x="1682" y="2747"/>
                    <a:pt x="2018" y="2683"/>
                    <a:pt x="2296" y="2573"/>
                  </a:cubicBezTo>
                  <a:cubicBezTo>
                    <a:pt x="3538" y="2077"/>
                    <a:pt x="3763" y="574"/>
                    <a:pt x="3772" y="484"/>
                  </a:cubicBezTo>
                  <a:cubicBezTo>
                    <a:pt x="3688" y="421"/>
                    <a:pt x="3075" y="0"/>
                    <a:pt x="23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42"/>
            <p:cNvSpPr/>
            <p:nvPr/>
          </p:nvSpPr>
          <p:spPr>
            <a:xfrm>
              <a:off x="2045825" y="2660225"/>
              <a:ext cx="92300" cy="72150"/>
            </a:xfrm>
            <a:custGeom>
              <a:avLst/>
              <a:gdLst/>
              <a:ahLst/>
              <a:cxnLst/>
              <a:rect l="l" t="t" r="r" b="b"/>
              <a:pathLst>
                <a:path w="3692" h="2886" extrusionOk="0">
                  <a:moveTo>
                    <a:pt x="2179" y="140"/>
                  </a:moveTo>
                  <a:cubicBezTo>
                    <a:pt x="2665" y="158"/>
                    <a:pt x="3142" y="311"/>
                    <a:pt x="3538" y="590"/>
                  </a:cubicBezTo>
                  <a:cubicBezTo>
                    <a:pt x="3493" y="851"/>
                    <a:pt x="3223" y="2138"/>
                    <a:pt x="2116" y="2580"/>
                  </a:cubicBezTo>
                  <a:cubicBezTo>
                    <a:pt x="1842" y="2689"/>
                    <a:pt x="1520" y="2747"/>
                    <a:pt x="1220" y="2747"/>
                  </a:cubicBezTo>
                  <a:cubicBezTo>
                    <a:pt x="801" y="2747"/>
                    <a:pt x="423" y="2633"/>
                    <a:pt x="271" y="2381"/>
                  </a:cubicBezTo>
                  <a:cubicBezTo>
                    <a:pt x="145" y="2192"/>
                    <a:pt x="145" y="1913"/>
                    <a:pt x="262" y="1598"/>
                  </a:cubicBezTo>
                  <a:cubicBezTo>
                    <a:pt x="487" y="986"/>
                    <a:pt x="955" y="500"/>
                    <a:pt x="1549" y="257"/>
                  </a:cubicBezTo>
                  <a:cubicBezTo>
                    <a:pt x="1756" y="185"/>
                    <a:pt x="1963" y="140"/>
                    <a:pt x="2179" y="140"/>
                  </a:cubicBezTo>
                  <a:close/>
                  <a:moveTo>
                    <a:pt x="2180" y="1"/>
                  </a:moveTo>
                  <a:cubicBezTo>
                    <a:pt x="1964" y="1"/>
                    <a:pt x="1735" y="35"/>
                    <a:pt x="1504" y="122"/>
                  </a:cubicBezTo>
                  <a:cubicBezTo>
                    <a:pt x="865" y="383"/>
                    <a:pt x="370" y="896"/>
                    <a:pt x="127" y="1544"/>
                  </a:cubicBezTo>
                  <a:cubicBezTo>
                    <a:pt x="1" y="1904"/>
                    <a:pt x="10" y="2228"/>
                    <a:pt x="145" y="2453"/>
                  </a:cubicBezTo>
                  <a:cubicBezTo>
                    <a:pt x="325" y="2751"/>
                    <a:pt x="757" y="2886"/>
                    <a:pt x="1225" y="2886"/>
                  </a:cubicBezTo>
                  <a:cubicBezTo>
                    <a:pt x="1549" y="2886"/>
                    <a:pt x="1864" y="2823"/>
                    <a:pt x="2170" y="2706"/>
                  </a:cubicBezTo>
                  <a:cubicBezTo>
                    <a:pt x="3457" y="2192"/>
                    <a:pt x="3682" y="626"/>
                    <a:pt x="3691" y="563"/>
                  </a:cubicBezTo>
                  <a:cubicBezTo>
                    <a:pt x="3691" y="536"/>
                    <a:pt x="3682" y="509"/>
                    <a:pt x="3664" y="491"/>
                  </a:cubicBezTo>
                  <a:cubicBezTo>
                    <a:pt x="3573" y="435"/>
                    <a:pt x="2950" y="1"/>
                    <a:pt x="21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42"/>
            <p:cNvSpPr/>
            <p:nvPr/>
          </p:nvSpPr>
          <p:spPr>
            <a:xfrm>
              <a:off x="2050775" y="2672225"/>
              <a:ext cx="87675" cy="49800"/>
            </a:xfrm>
            <a:custGeom>
              <a:avLst/>
              <a:gdLst/>
              <a:ahLst/>
              <a:cxnLst/>
              <a:rect l="l" t="t" r="r" b="b"/>
              <a:pathLst>
                <a:path w="3507" h="1992" extrusionOk="0">
                  <a:moveTo>
                    <a:pt x="3410" y="1"/>
                  </a:moveTo>
                  <a:cubicBezTo>
                    <a:pt x="3405" y="1"/>
                    <a:pt x="3399" y="1"/>
                    <a:pt x="3394" y="2"/>
                  </a:cubicBezTo>
                  <a:cubicBezTo>
                    <a:pt x="2152" y="362"/>
                    <a:pt x="1000" y="1001"/>
                    <a:pt x="37" y="1865"/>
                  </a:cubicBezTo>
                  <a:cubicBezTo>
                    <a:pt x="1" y="1892"/>
                    <a:pt x="1" y="1937"/>
                    <a:pt x="37" y="1964"/>
                  </a:cubicBezTo>
                  <a:cubicBezTo>
                    <a:pt x="46" y="1982"/>
                    <a:pt x="64" y="1991"/>
                    <a:pt x="91" y="1991"/>
                  </a:cubicBezTo>
                  <a:cubicBezTo>
                    <a:pt x="100" y="1982"/>
                    <a:pt x="118" y="1982"/>
                    <a:pt x="127" y="1964"/>
                  </a:cubicBezTo>
                  <a:cubicBezTo>
                    <a:pt x="1081" y="1118"/>
                    <a:pt x="2206" y="488"/>
                    <a:pt x="3439" y="137"/>
                  </a:cubicBezTo>
                  <a:cubicBezTo>
                    <a:pt x="3506" y="112"/>
                    <a:pt x="3479" y="1"/>
                    <a:pt x="34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42"/>
            <p:cNvSpPr/>
            <p:nvPr/>
          </p:nvSpPr>
          <p:spPr>
            <a:xfrm>
              <a:off x="2105450" y="2669125"/>
              <a:ext cx="77225" cy="87775"/>
            </a:xfrm>
            <a:custGeom>
              <a:avLst/>
              <a:gdLst/>
              <a:ahLst/>
              <a:cxnLst/>
              <a:rect l="l" t="t" r="r" b="b"/>
              <a:pathLst>
                <a:path w="3089" h="3511" extrusionOk="0">
                  <a:moveTo>
                    <a:pt x="739" y="0"/>
                  </a:moveTo>
                  <a:cubicBezTo>
                    <a:pt x="667" y="108"/>
                    <a:pt x="1" y="1071"/>
                    <a:pt x="370" y="2088"/>
                  </a:cubicBezTo>
                  <a:cubicBezTo>
                    <a:pt x="677" y="2915"/>
                    <a:pt x="1568" y="3510"/>
                    <a:pt x="2204" y="3510"/>
                  </a:cubicBezTo>
                  <a:cubicBezTo>
                    <a:pt x="2351" y="3510"/>
                    <a:pt x="2484" y="3479"/>
                    <a:pt x="2593" y="3412"/>
                  </a:cubicBezTo>
                  <a:cubicBezTo>
                    <a:pt x="3088" y="3115"/>
                    <a:pt x="3088" y="2134"/>
                    <a:pt x="2827" y="1476"/>
                  </a:cubicBezTo>
                  <a:cubicBezTo>
                    <a:pt x="2332" y="243"/>
                    <a:pt x="838" y="9"/>
                    <a:pt x="7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42"/>
            <p:cNvSpPr/>
            <p:nvPr/>
          </p:nvSpPr>
          <p:spPr>
            <a:xfrm>
              <a:off x="2103200" y="2667325"/>
              <a:ext cx="81725" cy="91375"/>
            </a:xfrm>
            <a:custGeom>
              <a:avLst/>
              <a:gdLst/>
              <a:ahLst/>
              <a:cxnLst/>
              <a:rect l="l" t="t" r="r" b="b"/>
              <a:pathLst>
                <a:path w="3269" h="3655" extrusionOk="0">
                  <a:moveTo>
                    <a:pt x="865" y="153"/>
                  </a:moveTo>
                  <a:cubicBezTo>
                    <a:pt x="1117" y="189"/>
                    <a:pt x="2413" y="459"/>
                    <a:pt x="2845" y="1584"/>
                  </a:cubicBezTo>
                  <a:cubicBezTo>
                    <a:pt x="3115" y="2242"/>
                    <a:pt x="3079" y="3169"/>
                    <a:pt x="2647" y="3430"/>
                  </a:cubicBezTo>
                  <a:cubicBezTo>
                    <a:pt x="2553" y="3484"/>
                    <a:pt x="2436" y="3511"/>
                    <a:pt x="2303" y="3511"/>
                  </a:cubicBezTo>
                  <a:cubicBezTo>
                    <a:pt x="2170" y="3511"/>
                    <a:pt x="2022" y="3484"/>
                    <a:pt x="1864" y="3430"/>
                  </a:cubicBezTo>
                  <a:cubicBezTo>
                    <a:pt x="1252" y="3205"/>
                    <a:pt x="766" y="2737"/>
                    <a:pt x="523" y="2133"/>
                  </a:cubicBezTo>
                  <a:cubicBezTo>
                    <a:pt x="190" y="1224"/>
                    <a:pt x="721" y="351"/>
                    <a:pt x="865" y="153"/>
                  </a:cubicBezTo>
                  <a:close/>
                  <a:moveTo>
                    <a:pt x="838" y="0"/>
                  </a:moveTo>
                  <a:cubicBezTo>
                    <a:pt x="811" y="0"/>
                    <a:pt x="784" y="9"/>
                    <a:pt x="766" y="27"/>
                  </a:cubicBezTo>
                  <a:cubicBezTo>
                    <a:pt x="685" y="144"/>
                    <a:pt x="1" y="1134"/>
                    <a:pt x="397" y="2187"/>
                  </a:cubicBezTo>
                  <a:cubicBezTo>
                    <a:pt x="649" y="2827"/>
                    <a:pt x="1171" y="3322"/>
                    <a:pt x="1819" y="3565"/>
                  </a:cubicBezTo>
                  <a:cubicBezTo>
                    <a:pt x="1972" y="3619"/>
                    <a:pt x="2134" y="3655"/>
                    <a:pt x="2296" y="3655"/>
                  </a:cubicBezTo>
                  <a:cubicBezTo>
                    <a:pt x="2440" y="3655"/>
                    <a:pt x="2593" y="3619"/>
                    <a:pt x="2719" y="3547"/>
                  </a:cubicBezTo>
                  <a:cubicBezTo>
                    <a:pt x="3223" y="3241"/>
                    <a:pt x="3268" y="2233"/>
                    <a:pt x="2980" y="1521"/>
                  </a:cubicBezTo>
                  <a:cubicBezTo>
                    <a:pt x="2467" y="234"/>
                    <a:pt x="901" y="9"/>
                    <a:pt x="8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42"/>
            <p:cNvSpPr/>
            <p:nvPr/>
          </p:nvSpPr>
          <p:spPr>
            <a:xfrm>
              <a:off x="2121900" y="2667275"/>
              <a:ext cx="49975" cy="87150"/>
            </a:xfrm>
            <a:custGeom>
              <a:avLst/>
              <a:gdLst/>
              <a:ahLst/>
              <a:cxnLst/>
              <a:rect l="l" t="t" r="r" b="b"/>
              <a:pathLst>
                <a:path w="1999" h="3486" extrusionOk="0">
                  <a:moveTo>
                    <a:pt x="81" y="0"/>
                  </a:moveTo>
                  <a:cubicBezTo>
                    <a:pt x="75" y="0"/>
                    <a:pt x="69" y="1"/>
                    <a:pt x="63" y="2"/>
                  </a:cubicBezTo>
                  <a:cubicBezTo>
                    <a:pt x="27" y="11"/>
                    <a:pt x="0" y="56"/>
                    <a:pt x="9" y="92"/>
                  </a:cubicBezTo>
                  <a:cubicBezTo>
                    <a:pt x="369" y="1343"/>
                    <a:pt x="999" y="2487"/>
                    <a:pt x="1863" y="3459"/>
                  </a:cubicBezTo>
                  <a:cubicBezTo>
                    <a:pt x="1881" y="3468"/>
                    <a:pt x="1899" y="3477"/>
                    <a:pt x="1917" y="3486"/>
                  </a:cubicBezTo>
                  <a:cubicBezTo>
                    <a:pt x="1935" y="3477"/>
                    <a:pt x="1953" y="3477"/>
                    <a:pt x="1971" y="3459"/>
                  </a:cubicBezTo>
                  <a:cubicBezTo>
                    <a:pt x="1998" y="3441"/>
                    <a:pt x="1998" y="3396"/>
                    <a:pt x="1971" y="3360"/>
                  </a:cubicBezTo>
                  <a:cubicBezTo>
                    <a:pt x="1125" y="2415"/>
                    <a:pt x="504" y="1280"/>
                    <a:pt x="153" y="56"/>
                  </a:cubicBezTo>
                  <a:cubicBezTo>
                    <a:pt x="138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42"/>
            <p:cNvSpPr/>
            <p:nvPr/>
          </p:nvSpPr>
          <p:spPr>
            <a:xfrm>
              <a:off x="2124600" y="2617775"/>
              <a:ext cx="85975" cy="78450"/>
            </a:xfrm>
            <a:custGeom>
              <a:avLst/>
              <a:gdLst/>
              <a:ahLst/>
              <a:cxnLst/>
              <a:rect l="l" t="t" r="r" b="b"/>
              <a:pathLst>
                <a:path w="3439" h="3138" extrusionOk="0">
                  <a:moveTo>
                    <a:pt x="2395" y="0"/>
                  </a:moveTo>
                  <a:cubicBezTo>
                    <a:pt x="1939" y="0"/>
                    <a:pt x="1378" y="259"/>
                    <a:pt x="1008" y="578"/>
                  </a:cubicBezTo>
                  <a:cubicBezTo>
                    <a:pt x="0" y="1451"/>
                    <a:pt x="279" y="2945"/>
                    <a:pt x="297" y="3035"/>
                  </a:cubicBezTo>
                  <a:cubicBezTo>
                    <a:pt x="354" y="3053"/>
                    <a:pt x="659" y="3138"/>
                    <a:pt x="1052" y="3138"/>
                  </a:cubicBezTo>
                  <a:cubicBezTo>
                    <a:pt x="1460" y="3138"/>
                    <a:pt x="1963" y="3046"/>
                    <a:pt x="2385" y="2693"/>
                  </a:cubicBezTo>
                  <a:cubicBezTo>
                    <a:pt x="3222" y="2009"/>
                    <a:pt x="3438" y="605"/>
                    <a:pt x="2907" y="164"/>
                  </a:cubicBezTo>
                  <a:cubicBezTo>
                    <a:pt x="2773" y="49"/>
                    <a:pt x="2594" y="0"/>
                    <a:pt x="23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42"/>
            <p:cNvSpPr/>
            <p:nvPr/>
          </p:nvSpPr>
          <p:spPr>
            <a:xfrm>
              <a:off x="2122350" y="2616200"/>
              <a:ext cx="83950" cy="81975"/>
            </a:xfrm>
            <a:custGeom>
              <a:avLst/>
              <a:gdLst/>
              <a:ahLst/>
              <a:cxnLst/>
              <a:rect l="l" t="t" r="r" b="b"/>
              <a:pathLst>
                <a:path w="3358" h="3279" extrusionOk="0">
                  <a:moveTo>
                    <a:pt x="2495" y="141"/>
                  </a:moveTo>
                  <a:cubicBezTo>
                    <a:pt x="2680" y="141"/>
                    <a:pt x="2842" y="184"/>
                    <a:pt x="2961" y="281"/>
                  </a:cubicBezTo>
                  <a:cubicBezTo>
                    <a:pt x="3123" y="425"/>
                    <a:pt x="3222" y="686"/>
                    <a:pt x="3222" y="1028"/>
                  </a:cubicBezTo>
                  <a:cubicBezTo>
                    <a:pt x="3204" y="1676"/>
                    <a:pt x="2916" y="2288"/>
                    <a:pt x="2430" y="2711"/>
                  </a:cubicBezTo>
                  <a:cubicBezTo>
                    <a:pt x="2020" y="3053"/>
                    <a:pt x="1533" y="3141"/>
                    <a:pt x="1137" y="3141"/>
                  </a:cubicBezTo>
                  <a:cubicBezTo>
                    <a:pt x="813" y="3141"/>
                    <a:pt x="550" y="3082"/>
                    <a:pt x="441" y="3053"/>
                  </a:cubicBezTo>
                  <a:lnTo>
                    <a:pt x="450" y="3044"/>
                  </a:lnTo>
                  <a:cubicBezTo>
                    <a:pt x="405" y="2783"/>
                    <a:pt x="234" y="1478"/>
                    <a:pt x="1143" y="695"/>
                  </a:cubicBezTo>
                  <a:cubicBezTo>
                    <a:pt x="1521" y="374"/>
                    <a:pt x="2066" y="141"/>
                    <a:pt x="2495" y="141"/>
                  </a:cubicBezTo>
                  <a:close/>
                  <a:moveTo>
                    <a:pt x="2486" y="0"/>
                  </a:moveTo>
                  <a:cubicBezTo>
                    <a:pt x="2019" y="0"/>
                    <a:pt x="1446" y="243"/>
                    <a:pt x="1053" y="587"/>
                  </a:cubicBezTo>
                  <a:cubicBezTo>
                    <a:pt x="0" y="1496"/>
                    <a:pt x="297" y="3044"/>
                    <a:pt x="315" y="3116"/>
                  </a:cubicBezTo>
                  <a:cubicBezTo>
                    <a:pt x="315" y="3143"/>
                    <a:pt x="333" y="3161"/>
                    <a:pt x="360" y="3170"/>
                  </a:cubicBezTo>
                  <a:cubicBezTo>
                    <a:pt x="612" y="3242"/>
                    <a:pt x="882" y="3278"/>
                    <a:pt x="1143" y="3278"/>
                  </a:cubicBezTo>
                  <a:cubicBezTo>
                    <a:pt x="1156" y="3279"/>
                    <a:pt x="1169" y="3279"/>
                    <a:pt x="1182" y="3279"/>
                  </a:cubicBezTo>
                  <a:cubicBezTo>
                    <a:pt x="1664" y="3279"/>
                    <a:pt x="2143" y="3117"/>
                    <a:pt x="2520" y="2819"/>
                  </a:cubicBezTo>
                  <a:cubicBezTo>
                    <a:pt x="3042" y="2360"/>
                    <a:pt x="3348" y="1712"/>
                    <a:pt x="3357" y="1019"/>
                  </a:cubicBezTo>
                  <a:cubicBezTo>
                    <a:pt x="3357" y="641"/>
                    <a:pt x="3249" y="335"/>
                    <a:pt x="3042" y="173"/>
                  </a:cubicBezTo>
                  <a:cubicBezTo>
                    <a:pt x="2899" y="53"/>
                    <a:pt x="2704" y="0"/>
                    <a:pt x="24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42"/>
            <p:cNvSpPr/>
            <p:nvPr/>
          </p:nvSpPr>
          <p:spPr>
            <a:xfrm>
              <a:off x="2130000" y="2621200"/>
              <a:ext cx="67750" cy="74275"/>
            </a:xfrm>
            <a:custGeom>
              <a:avLst/>
              <a:gdLst/>
              <a:ahLst/>
              <a:cxnLst/>
              <a:rect l="l" t="t" r="r" b="b"/>
              <a:pathLst>
                <a:path w="2710" h="2971" extrusionOk="0">
                  <a:moveTo>
                    <a:pt x="2627" y="0"/>
                  </a:moveTo>
                  <a:cubicBezTo>
                    <a:pt x="2601" y="0"/>
                    <a:pt x="2577" y="12"/>
                    <a:pt x="2565" y="36"/>
                  </a:cubicBezTo>
                  <a:cubicBezTo>
                    <a:pt x="1944" y="1152"/>
                    <a:pt x="1080" y="2106"/>
                    <a:pt x="36" y="2844"/>
                  </a:cubicBezTo>
                  <a:cubicBezTo>
                    <a:pt x="0" y="2862"/>
                    <a:pt x="0" y="2907"/>
                    <a:pt x="18" y="2943"/>
                  </a:cubicBezTo>
                  <a:cubicBezTo>
                    <a:pt x="36" y="2961"/>
                    <a:pt x="54" y="2970"/>
                    <a:pt x="81" y="2970"/>
                  </a:cubicBezTo>
                  <a:cubicBezTo>
                    <a:pt x="90" y="2970"/>
                    <a:pt x="108" y="2970"/>
                    <a:pt x="117" y="2961"/>
                  </a:cubicBezTo>
                  <a:cubicBezTo>
                    <a:pt x="1179" y="2214"/>
                    <a:pt x="2061" y="1242"/>
                    <a:pt x="2691" y="108"/>
                  </a:cubicBezTo>
                  <a:cubicBezTo>
                    <a:pt x="2709" y="72"/>
                    <a:pt x="2691" y="27"/>
                    <a:pt x="2664" y="9"/>
                  </a:cubicBezTo>
                  <a:cubicBezTo>
                    <a:pt x="2652" y="3"/>
                    <a:pt x="2639" y="0"/>
                    <a:pt x="26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42"/>
            <p:cNvSpPr/>
            <p:nvPr/>
          </p:nvSpPr>
          <p:spPr>
            <a:xfrm>
              <a:off x="2099825" y="2646550"/>
              <a:ext cx="69350" cy="70375"/>
            </a:xfrm>
            <a:custGeom>
              <a:avLst/>
              <a:gdLst/>
              <a:ahLst/>
              <a:cxnLst/>
              <a:rect l="l" t="t" r="r" b="b"/>
              <a:pathLst>
                <a:path w="2774" h="2815" extrusionOk="0">
                  <a:moveTo>
                    <a:pt x="1281" y="1"/>
                  </a:moveTo>
                  <a:cubicBezTo>
                    <a:pt x="908" y="1"/>
                    <a:pt x="485" y="144"/>
                    <a:pt x="307" y="453"/>
                  </a:cubicBezTo>
                  <a:cubicBezTo>
                    <a:pt x="199" y="633"/>
                    <a:pt x="280" y="714"/>
                    <a:pt x="235" y="1236"/>
                  </a:cubicBezTo>
                  <a:cubicBezTo>
                    <a:pt x="172" y="1947"/>
                    <a:pt x="1" y="2064"/>
                    <a:pt x="100" y="2307"/>
                  </a:cubicBezTo>
                  <a:cubicBezTo>
                    <a:pt x="241" y="2636"/>
                    <a:pt x="721" y="2815"/>
                    <a:pt x="1158" y="2815"/>
                  </a:cubicBezTo>
                  <a:cubicBezTo>
                    <a:pt x="1224" y="2815"/>
                    <a:pt x="1288" y="2811"/>
                    <a:pt x="1351" y="2802"/>
                  </a:cubicBezTo>
                  <a:cubicBezTo>
                    <a:pt x="2026" y="2712"/>
                    <a:pt x="2773" y="2064"/>
                    <a:pt x="2683" y="1236"/>
                  </a:cubicBezTo>
                  <a:cubicBezTo>
                    <a:pt x="2593" y="597"/>
                    <a:pt x="2089" y="102"/>
                    <a:pt x="1459" y="12"/>
                  </a:cubicBezTo>
                  <a:cubicBezTo>
                    <a:pt x="1402" y="5"/>
                    <a:pt x="1342" y="1"/>
                    <a:pt x="1281" y="1"/>
                  </a:cubicBezTo>
                  <a:close/>
                </a:path>
              </a:pathLst>
            </a:custGeom>
            <a:solidFill>
              <a:srgbClr val="6A7A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42"/>
            <p:cNvSpPr/>
            <p:nvPr/>
          </p:nvSpPr>
          <p:spPr>
            <a:xfrm>
              <a:off x="2099150" y="2644925"/>
              <a:ext cx="71825" cy="73725"/>
            </a:xfrm>
            <a:custGeom>
              <a:avLst/>
              <a:gdLst/>
              <a:ahLst/>
              <a:cxnLst/>
              <a:rect l="l" t="t" r="r" b="b"/>
              <a:pathLst>
                <a:path w="2873" h="2949" extrusionOk="0">
                  <a:moveTo>
                    <a:pt x="1306" y="140"/>
                  </a:moveTo>
                  <a:cubicBezTo>
                    <a:pt x="1360" y="140"/>
                    <a:pt x="1423" y="140"/>
                    <a:pt x="1477" y="149"/>
                  </a:cubicBezTo>
                  <a:cubicBezTo>
                    <a:pt x="2080" y="230"/>
                    <a:pt x="2557" y="707"/>
                    <a:pt x="2638" y="1310"/>
                  </a:cubicBezTo>
                  <a:cubicBezTo>
                    <a:pt x="2719" y="2066"/>
                    <a:pt x="2035" y="2705"/>
                    <a:pt x="1369" y="2795"/>
                  </a:cubicBezTo>
                  <a:cubicBezTo>
                    <a:pt x="1307" y="2804"/>
                    <a:pt x="1243" y="2808"/>
                    <a:pt x="1178" y="2808"/>
                  </a:cubicBezTo>
                  <a:cubicBezTo>
                    <a:pt x="769" y="2808"/>
                    <a:pt x="323" y="2641"/>
                    <a:pt x="199" y="2345"/>
                  </a:cubicBezTo>
                  <a:cubicBezTo>
                    <a:pt x="154" y="2237"/>
                    <a:pt x="172" y="2165"/>
                    <a:pt x="217" y="1994"/>
                  </a:cubicBezTo>
                  <a:cubicBezTo>
                    <a:pt x="271" y="1769"/>
                    <a:pt x="316" y="1535"/>
                    <a:pt x="334" y="1310"/>
                  </a:cubicBezTo>
                  <a:cubicBezTo>
                    <a:pt x="343" y="1148"/>
                    <a:pt x="352" y="995"/>
                    <a:pt x="352" y="842"/>
                  </a:cubicBezTo>
                  <a:cubicBezTo>
                    <a:pt x="334" y="743"/>
                    <a:pt x="352" y="635"/>
                    <a:pt x="397" y="554"/>
                  </a:cubicBezTo>
                  <a:cubicBezTo>
                    <a:pt x="559" y="266"/>
                    <a:pt x="955" y="140"/>
                    <a:pt x="1306" y="140"/>
                  </a:cubicBezTo>
                  <a:close/>
                  <a:moveTo>
                    <a:pt x="1290" y="0"/>
                  </a:moveTo>
                  <a:cubicBezTo>
                    <a:pt x="894" y="0"/>
                    <a:pt x="462" y="153"/>
                    <a:pt x="271" y="482"/>
                  </a:cubicBezTo>
                  <a:cubicBezTo>
                    <a:pt x="208" y="590"/>
                    <a:pt x="190" y="716"/>
                    <a:pt x="199" y="842"/>
                  </a:cubicBezTo>
                  <a:cubicBezTo>
                    <a:pt x="208" y="995"/>
                    <a:pt x="199" y="1148"/>
                    <a:pt x="190" y="1292"/>
                  </a:cubicBezTo>
                  <a:cubicBezTo>
                    <a:pt x="172" y="1517"/>
                    <a:pt x="136" y="1742"/>
                    <a:pt x="73" y="1958"/>
                  </a:cubicBezTo>
                  <a:cubicBezTo>
                    <a:pt x="28" y="2138"/>
                    <a:pt x="1" y="2246"/>
                    <a:pt x="64" y="2399"/>
                  </a:cubicBezTo>
                  <a:cubicBezTo>
                    <a:pt x="217" y="2759"/>
                    <a:pt x="721" y="2948"/>
                    <a:pt x="1171" y="2948"/>
                  </a:cubicBezTo>
                  <a:cubicBezTo>
                    <a:pt x="1243" y="2948"/>
                    <a:pt x="1315" y="2948"/>
                    <a:pt x="1378" y="2939"/>
                  </a:cubicBezTo>
                  <a:cubicBezTo>
                    <a:pt x="2116" y="2840"/>
                    <a:pt x="2872" y="2138"/>
                    <a:pt x="2773" y="1292"/>
                  </a:cubicBezTo>
                  <a:cubicBezTo>
                    <a:pt x="2683" y="626"/>
                    <a:pt x="2161" y="104"/>
                    <a:pt x="1495" y="14"/>
                  </a:cubicBezTo>
                  <a:cubicBezTo>
                    <a:pt x="1429" y="5"/>
                    <a:pt x="1360" y="0"/>
                    <a:pt x="1290" y="0"/>
                  </a:cubicBezTo>
                  <a:close/>
                </a:path>
              </a:pathLst>
            </a:custGeom>
            <a:solidFill>
              <a:srgbClr val="4559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42"/>
            <p:cNvSpPr/>
            <p:nvPr/>
          </p:nvSpPr>
          <p:spPr>
            <a:xfrm>
              <a:off x="2126850" y="2654175"/>
              <a:ext cx="32650" cy="21275"/>
            </a:xfrm>
            <a:custGeom>
              <a:avLst/>
              <a:gdLst/>
              <a:ahLst/>
              <a:cxnLst/>
              <a:rect l="l" t="t" r="r" b="b"/>
              <a:pathLst>
                <a:path w="1306" h="851" extrusionOk="0">
                  <a:moveTo>
                    <a:pt x="391" y="0"/>
                  </a:moveTo>
                  <a:cubicBezTo>
                    <a:pt x="353" y="0"/>
                    <a:pt x="316" y="4"/>
                    <a:pt x="279" y="13"/>
                  </a:cubicBezTo>
                  <a:cubicBezTo>
                    <a:pt x="180" y="40"/>
                    <a:pt x="99" y="94"/>
                    <a:pt x="27" y="175"/>
                  </a:cubicBezTo>
                  <a:cubicBezTo>
                    <a:pt x="0" y="202"/>
                    <a:pt x="0" y="247"/>
                    <a:pt x="27" y="274"/>
                  </a:cubicBezTo>
                  <a:cubicBezTo>
                    <a:pt x="41" y="288"/>
                    <a:pt x="61" y="295"/>
                    <a:pt x="81" y="295"/>
                  </a:cubicBezTo>
                  <a:cubicBezTo>
                    <a:pt x="101" y="295"/>
                    <a:pt x="122" y="288"/>
                    <a:pt x="135" y="274"/>
                  </a:cubicBezTo>
                  <a:cubicBezTo>
                    <a:pt x="180" y="220"/>
                    <a:pt x="243" y="175"/>
                    <a:pt x="315" y="157"/>
                  </a:cubicBezTo>
                  <a:cubicBezTo>
                    <a:pt x="342" y="150"/>
                    <a:pt x="371" y="146"/>
                    <a:pt x="400" y="146"/>
                  </a:cubicBezTo>
                  <a:cubicBezTo>
                    <a:pt x="643" y="146"/>
                    <a:pt x="951" y="404"/>
                    <a:pt x="1152" y="805"/>
                  </a:cubicBezTo>
                  <a:cubicBezTo>
                    <a:pt x="1161" y="832"/>
                    <a:pt x="1188" y="850"/>
                    <a:pt x="1215" y="850"/>
                  </a:cubicBezTo>
                  <a:cubicBezTo>
                    <a:pt x="1224" y="850"/>
                    <a:pt x="1242" y="841"/>
                    <a:pt x="1251" y="832"/>
                  </a:cubicBezTo>
                  <a:cubicBezTo>
                    <a:pt x="1287" y="814"/>
                    <a:pt x="1305" y="769"/>
                    <a:pt x="1287" y="733"/>
                  </a:cubicBezTo>
                  <a:cubicBezTo>
                    <a:pt x="1047" y="285"/>
                    <a:pt x="699" y="0"/>
                    <a:pt x="391" y="0"/>
                  </a:cubicBezTo>
                  <a:close/>
                </a:path>
              </a:pathLst>
            </a:custGeom>
            <a:solidFill>
              <a:srgbClr val="4559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42"/>
            <p:cNvSpPr/>
            <p:nvPr/>
          </p:nvSpPr>
          <p:spPr>
            <a:xfrm>
              <a:off x="2111175" y="2688375"/>
              <a:ext cx="41675" cy="19700"/>
            </a:xfrm>
            <a:custGeom>
              <a:avLst/>
              <a:gdLst/>
              <a:ahLst/>
              <a:cxnLst/>
              <a:rect l="l" t="t" r="r" b="b"/>
              <a:pathLst>
                <a:path w="1667" h="788" extrusionOk="0">
                  <a:moveTo>
                    <a:pt x="80" y="0"/>
                  </a:moveTo>
                  <a:cubicBezTo>
                    <a:pt x="41" y="0"/>
                    <a:pt x="1" y="30"/>
                    <a:pt x="6" y="85"/>
                  </a:cubicBezTo>
                  <a:cubicBezTo>
                    <a:pt x="15" y="103"/>
                    <a:pt x="105" y="589"/>
                    <a:pt x="519" y="742"/>
                  </a:cubicBezTo>
                  <a:cubicBezTo>
                    <a:pt x="591" y="769"/>
                    <a:pt x="672" y="787"/>
                    <a:pt x="762" y="787"/>
                  </a:cubicBezTo>
                  <a:cubicBezTo>
                    <a:pt x="942" y="778"/>
                    <a:pt x="1131" y="715"/>
                    <a:pt x="1284" y="616"/>
                  </a:cubicBezTo>
                  <a:cubicBezTo>
                    <a:pt x="1419" y="544"/>
                    <a:pt x="1536" y="445"/>
                    <a:pt x="1626" y="328"/>
                  </a:cubicBezTo>
                  <a:cubicBezTo>
                    <a:pt x="1666" y="275"/>
                    <a:pt x="1617" y="212"/>
                    <a:pt x="1564" y="212"/>
                  </a:cubicBezTo>
                  <a:cubicBezTo>
                    <a:pt x="1545" y="212"/>
                    <a:pt x="1525" y="220"/>
                    <a:pt x="1509" y="238"/>
                  </a:cubicBezTo>
                  <a:cubicBezTo>
                    <a:pt x="1428" y="346"/>
                    <a:pt x="1329" y="427"/>
                    <a:pt x="1221" y="490"/>
                  </a:cubicBezTo>
                  <a:cubicBezTo>
                    <a:pt x="1131" y="539"/>
                    <a:pt x="952" y="640"/>
                    <a:pt x="751" y="640"/>
                  </a:cubicBezTo>
                  <a:cubicBezTo>
                    <a:pt x="690" y="640"/>
                    <a:pt x="627" y="631"/>
                    <a:pt x="564" y="607"/>
                  </a:cubicBezTo>
                  <a:cubicBezTo>
                    <a:pt x="222" y="481"/>
                    <a:pt x="150" y="58"/>
                    <a:pt x="150" y="58"/>
                  </a:cubicBezTo>
                  <a:cubicBezTo>
                    <a:pt x="142" y="19"/>
                    <a:pt x="111" y="0"/>
                    <a:pt x="80" y="0"/>
                  </a:cubicBezTo>
                  <a:close/>
                </a:path>
              </a:pathLst>
            </a:custGeom>
            <a:solidFill>
              <a:srgbClr val="4559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42"/>
            <p:cNvSpPr/>
            <p:nvPr/>
          </p:nvSpPr>
          <p:spPr>
            <a:xfrm>
              <a:off x="2111300" y="2661225"/>
              <a:ext cx="12550" cy="26825"/>
            </a:xfrm>
            <a:custGeom>
              <a:avLst/>
              <a:gdLst/>
              <a:ahLst/>
              <a:cxnLst/>
              <a:rect l="l" t="t" r="r" b="b"/>
              <a:pathLst>
                <a:path w="502" h="1073" extrusionOk="0">
                  <a:moveTo>
                    <a:pt x="398" y="0"/>
                  </a:moveTo>
                  <a:cubicBezTo>
                    <a:pt x="386" y="0"/>
                    <a:pt x="374" y="3"/>
                    <a:pt x="361" y="10"/>
                  </a:cubicBezTo>
                  <a:cubicBezTo>
                    <a:pt x="217" y="91"/>
                    <a:pt x="118" y="217"/>
                    <a:pt x="73" y="361"/>
                  </a:cubicBezTo>
                  <a:cubicBezTo>
                    <a:pt x="1" y="631"/>
                    <a:pt x="109" y="901"/>
                    <a:pt x="325" y="1063"/>
                  </a:cubicBezTo>
                  <a:cubicBezTo>
                    <a:pt x="334" y="1072"/>
                    <a:pt x="352" y="1072"/>
                    <a:pt x="370" y="1072"/>
                  </a:cubicBezTo>
                  <a:cubicBezTo>
                    <a:pt x="433" y="1072"/>
                    <a:pt x="460" y="991"/>
                    <a:pt x="415" y="946"/>
                  </a:cubicBezTo>
                  <a:cubicBezTo>
                    <a:pt x="235" y="829"/>
                    <a:pt x="154" y="613"/>
                    <a:pt x="208" y="406"/>
                  </a:cubicBezTo>
                  <a:cubicBezTo>
                    <a:pt x="244" y="289"/>
                    <a:pt x="325" y="190"/>
                    <a:pt x="433" y="136"/>
                  </a:cubicBezTo>
                  <a:cubicBezTo>
                    <a:pt x="501" y="91"/>
                    <a:pt x="461" y="0"/>
                    <a:pt x="398" y="0"/>
                  </a:cubicBezTo>
                  <a:close/>
                </a:path>
              </a:pathLst>
            </a:custGeom>
            <a:solidFill>
              <a:srgbClr val="4559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42"/>
            <p:cNvSpPr/>
            <p:nvPr/>
          </p:nvSpPr>
          <p:spPr>
            <a:xfrm>
              <a:off x="2121900" y="2665575"/>
              <a:ext cx="30175" cy="25175"/>
            </a:xfrm>
            <a:custGeom>
              <a:avLst/>
              <a:gdLst/>
              <a:ahLst/>
              <a:cxnLst/>
              <a:rect l="l" t="t" r="r" b="b"/>
              <a:pathLst>
                <a:path w="1207" h="1007" extrusionOk="0">
                  <a:moveTo>
                    <a:pt x="347" y="0"/>
                  </a:moveTo>
                  <a:cubicBezTo>
                    <a:pt x="252" y="0"/>
                    <a:pt x="157" y="12"/>
                    <a:pt x="63" y="34"/>
                  </a:cubicBezTo>
                  <a:cubicBezTo>
                    <a:pt x="27" y="43"/>
                    <a:pt x="0" y="79"/>
                    <a:pt x="9" y="115"/>
                  </a:cubicBezTo>
                  <a:cubicBezTo>
                    <a:pt x="17" y="153"/>
                    <a:pt x="43" y="172"/>
                    <a:pt x="77" y="172"/>
                  </a:cubicBezTo>
                  <a:cubicBezTo>
                    <a:pt x="84" y="172"/>
                    <a:pt x="92" y="171"/>
                    <a:pt x="99" y="169"/>
                  </a:cubicBezTo>
                  <a:cubicBezTo>
                    <a:pt x="175" y="151"/>
                    <a:pt x="254" y="142"/>
                    <a:pt x="334" y="142"/>
                  </a:cubicBezTo>
                  <a:cubicBezTo>
                    <a:pt x="452" y="142"/>
                    <a:pt x="571" y="162"/>
                    <a:pt x="684" y="205"/>
                  </a:cubicBezTo>
                  <a:cubicBezTo>
                    <a:pt x="774" y="232"/>
                    <a:pt x="1035" y="331"/>
                    <a:pt x="1053" y="484"/>
                  </a:cubicBezTo>
                  <a:cubicBezTo>
                    <a:pt x="1053" y="592"/>
                    <a:pt x="1035" y="709"/>
                    <a:pt x="990" y="808"/>
                  </a:cubicBezTo>
                  <a:cubicBezTo>
                    <a:pt x="972" y="853"/>
                    <a:pt x="963" y="871"/>
                    <a:pt x="954" y="907"/>
                  </a:cubicBezTo>
                  <a:cubicBezTo>
                    <a:pt x="936" y="943"/>
                    <a:pt x="954" y="988"/>
                    <a:pt x="1017" y="1006"/>
                  </a:cubicBezTo>
                  <a:cubicBezTo>
                    <a:pt x="1044" y="1006"/>
                    <a:pt x="1071" y="988"/>
                    <a:pt x="1089" y="961"/>
                  </a:cubicBezTo>
                  <a:cubicBezTo>
                    <a:pt x="1098" y="934"/>
                    <a:pt x="1107" y="898"/>
                    <a:pt x="1125" y="853"/>
                  </a:cubicBezTo>
                  <a:cubicBezTo>
                    <a:pt x="1179" y="727"/>
                    <a:pt x="1206" y="592"/>
                    <a:pt x="1197" y="457"/>
                  </a:cubicBezTo>
                  <a:cubicBezTo>
                    <a:pt x="1161" y="223"/>
                    <a:pt x="846" y="115"/>
                    <a:pt x="738" y="70"/>
                  </a:cubicBezTo>
                  <a:cubicBezTo>
                    <a:pt x="612" y="23"/>
                    <a:pt x="480" y="0"/>
                    <a:pt x="347" y="0"/>
                  </a:cubicBezTo>
                  <a:close/>
                </a:path>
              </a:pathLst>
            </a:custGeom>
            <a:solidFill>
              <a:srgbClr val="4559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42"/>
            <p:cNvSpPr/>
            <p:nvPr/>
          </p:nvSpPr>
          <p:spPr>
            <a:xfrm>
              <a:off x="2118975" y="2671550"/>
              <a:ext cx="24100" cy="21450"/>
            </a:xfrm>
            <a:custGeom>
              <a:avLst/>
              <a:gdLst/>
              <a:ahLst/>
              <a:cxnLst/>
              <a:rect l="l" t="t" r="r" b="b"/>
              <a:pathLst>
                <a:path w="964" h="858" extrusionOk="0">
                  <a:moveTo>
                    <a:pt x="215" y="0"/>
                  </a:moveTo>
                  <a:cubicBezTo>
                    <a:pt x="166" y="0"/>
                    <a:pt x="123" y="6"/>
                    <a:pt x="90" y="20"/>
                  </a:cubicBezTo>
                  <a:cubicBezTo>
                    <a:pt x="54" y="29"/>
                    <a:pt x="27" y="56"/>
                    <a:pt x="18" y="83"/>
                  </a:cubicBezTo>
                  <a:cubicBezTo>
                    <a:pt x="0" y="128"/>
                    <a:pt x="0" y="173"/>
                    <a:pt x="27" y="209"/>
                  </a:cubicBezTo>
                  <a:cubicBezTo>
                    <a:pt x="81" y="308"/>
                    <a:pt x="180" y="389"/>
                    <a:pt x="297" y="425"/>
                  </a:cubicBezTo>
                  <a:cubicBezTo>
                    <a:pt x="342" y="432"/>
                    <a:pt x="382" y="438"/>
                    <a:pt x="424" y="438"/>
                  </a:cubicBezTo>
                  <a:cubicBezTo>
                    <a:pt x="441" y="438"/>
                    <a:pt x="459" y="437"/>
                    <a:pt x="477" y="434"/>
                  </a:cubicBezTo>
                  <a:cubicBezTo>
                    <a:pt x="562" y="417"/>
                    <a:pt x="551" y="289"/>
                    <a:pt x="467" y="289"/>
                  </a:cubicBezTo>
                  <a:cubicBezTo>
                    <a:pt x="461" y="289"/>
                    <a:pt x="456" y="289"/>
                    <a:pt x="450" y="290"/>
                  </a:cubicBezTo>
                  <a:cubicBezTo>
                    <a:pt x="439" y="293"/>
                    <a:pt x="429" y="294"/>
                    <a:pt x="418" y="294"/>
                  </a:cubicBezTo>
                  <a:cubicBezTo>
                    <a:pt x="393" y="294"/>
                    <a:pt x="367" y="288"/>
                    <a:pt x="342" y="281"/>
                  </a:cubicBezTo>
                  <a:cubicBezTo>
                    <a:pt x="261" y="263"/>
                    <a:pt x="198" y="209"/>
                    <a:pt x="153" y="146"/>
                  </a:cubicBezTo>
                  <a:cubicBezTo>
                    <a:pt x="170" y="145"/>
                    <a:pt x="186" y="145"/>
                    <a:pt x="203" y="145"/>
                  </a:cubicBezTo>
                  <a:cubicBezTo>
                    <a:pt x="348" y="145"/>
                    <a:pt x="492" y="180"/>
                    <a:pt x="621" y="236"/>
                  </a:cubicBezTo>
                  <a:cubicBezTo>
                    <a:pt x="729" y="290"/>
                    <a:pt x="747" y="317"/>
                    <a:pt x="747" y="335"/>
                  </a:cubicBezTo>
                  <a:cubicBezTo>
                    <a:pt x="792" y="425"/>
                    <a:pt x="693" y="551"/>
                    <a:pt x="657" y="596"/>
                  </a:cubicBezTo>
                  <a:cubicBezTo>
                    <a:pt x="576" y="668"/>
                    <a:pt x="477" y="713"/>
                    <a:pt x="369" y="713"/>
                  </a:cubicBezTo>
                  <a:cubicBezTo>
                    <a:pt x="288" y="731"/>
                    <a:pt x="288" y="848"/>
                    <a:pt x="369" y="857"/>
                  </a:cubicBezTo>
                  <a:lnTo>
                    <a:pt x="378" y="857"/>
                  </a:lnTo>
                  <a:cubicBezTo>
                    <a:pt x="522" y="857"/>
                    <a:pt x="666" y="794"/>
                    <a:pt x="765" y="686"/>
                  </a:cubicBezTo>
                  <a:cubicBezTo>
                    <a:pt x="765" y="677"/>
                    <a:pt x="963" y="470"/>
                    <a:pt x="882" y="272"/>
                  </a:cubicBezTo>
                  <a:cubicBezTo>
                    <a:pt x="837" y="191"/>
                    <a:pt x="765" y="137"/>
                    <a:pt x="684" y="110"/>
                  </a:cubicBezTo>
                  <a:cubicBezTo>
                    <a:pt x="544" y="50"/>
                    <a:pt x="355" y="0"/>
                    <a:pt x="215" y="0"/>
                  </a:cubicBezTo>
                  <a:close/>
                </a:path>
              </a:pathLst>
            </a:custGeom>
            <a:solidFill>
              <a:srgbClr val="4559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42"/>
            <p:cNvSpPr/>
            <p:nvPr/>
          </p:nvSpPr>
          <p:spPr>
            <a:xfrm>
              <a:off x="2237550" y="2657425"/>
              <a:ext cx="145825" cy="371650"/>
            </a:xfrm>
            <a:custGeom>
              <a:avLst/>
              <a:gdLst/>
              <a:ahLst/>
              <a:cxnLst/>
              <a:rect l="l" t="t" r="r" b="b"/>
              <a:pathLst>
                <a:path w="5833" h="14866" extrusionOk="0">
                  <a:moveTo>
                    <a:pt x="3925" y="0"/>
                  </a:moveTo>
                  <a:cubicBezTo>
                    <a:pt x="3754" y="36"/>
                    <a:pt x="3592" y="90"/>
                    <a:pt x="3439" y="171"/>
                  </a:cubicBezTo>
                  <a:cubicBezTo>
                    <a:pt x="3385" y="198"/>
                    <a:pt x="3340" y="234"/>
                    <a:pt x="3286" y="270"/>
                  </a:cubicBezTo>
                  <a:cubicBezTo>
                    <a:pt x="2484" y="828"/>
                    <a:pt x="2196" y="2079"/>
                    <a:pt x="2484" y="3457"/>
                  </a:cubicBezTo>
                  <a:lnTo>
                    <a:pt x="2547" y="6508"/>
                  </a:lnTo>
                  <a:cubicBezTo>
                    <a:pt x="954" y="8875"/>
                    <a:pt x="72" y="11647"/>
                    <a:pt x="0" y="14500"/>
                  </a:cubicBezTo>
                  <a:lnTo>
                    <a:pt x="990" y="14698"/>
                  </a:lnTo>
                  <a:cubicBezTo>
                    <a:pt x="1564" y="14820"/>
                    <a:pt x="1789" y="14865"/>
                    <a:pt x="1960" y="14865"/>
                  </a:cubicBezTo>
                  <a:cubicBezTo>
                    <a:pt x="2017" y="14865"/>
                    <a:pt x="2068" y="14860"/>
                    <a:pt x="2124" y="14851"/>
                  </a:cubicBezTo>
                  <a:cubicBezTo>
                    <a:pt x="2519" y="14781"/>
                    <a:pt x="2538" y="14626"/>
                    <a:pt x="2862" y="14626"/>
                  </a:cubicBezTo>
                  <a:cubicBezTo>
                    <a:pt x="2871" y="14626"/>
                    <a:pt x="2880" y="14626"/>
                    <a:pt x="2889" y="14626"/>
                  </a:cubicBezTo>
                  <a:cubicBezTo>
                    <a:pt x="3169" y="14626"/>
                    <a:pt x="3323" y="14735"/>
                    <a:pt x="3542" y="14735"/>
                  </a:cubicBezTo>
                  <a:cubicBezTo>
                    <a:pt x="3590" y="14735"/>
                    <a:pt x="3642" y="14729"/>
                    <a:pt x="3700" y="14716"/>
                  </a:cubicBezTo>
                  <a:cubicBezTo>
                    <a:pt x="3853" y="14680"/>
                    <a:pt x="3988" y="14608"/>
                    <a:pt x="4105" y="14500"/>
                  </a:cubicBezTo>
                  <a:cubicBezTo>
                    <a:pt x="4582" y="13663"/>
                    <a:pt x="4879" y="12448"/>
                    <a:pt x="5230" y="11053"/>
                  </a:cubicBezTo>
                  <a:cubicBezTo>
                    <a:pt x="5491" y="10000"/>
                    <a:pt x="5680" y="8920"/>
                    <a:pt x="5779" y="7840"/>
                  </a:cubicBezTo>
                  <a:cubicBezTo>
                    <a:pt x="5806" y="7516"/>
                    <a:pt x="5824" y="7237"/>
                    <a:pt x="5833" y="6985"/>
                  </a:cubicBezTo>
                  <a:cubicBezTo>
                    <a:pt x="5725" y="6319"/>
                    <a:pt x="5590" y="5635"/>
                    <a:pt x="5437" y="4933"/>
                  </a:cubicBezTo>
                  <a:lnTo>
                    <a:pt x="5410" y="4798"/>
                  </a:lnTo>
                  <a:lnTo>
                    <a:pt x="5401" y="4762"/>
                  </a:lnTo>
                  <a:cubicBezTo>
                    <a:pt x="5221" y="4033"/>
                    <a:pt x="5032" y="3340"/>
                    <a:pt x="4834" y="2674"/>
                  </a:cubicBezTo>
                  <a:cubicBezTo>
                    <a:pt x="4555" y="1719"/>
                    <a:pt x="4249" y="828"/>
                    <a:pt x="3925" y="0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42"/>
            <p:cNvSpPr/>
            <p:nvPr/>
          </p:nvSpPr>
          <p:spPr>
            <a:xfrm>
              <a:off x="2328000" y="2467725"/>
              <a:ext cx="155275" cy="556475"/>
            </a:xfrm>
            <a:custGeom>
              <a:avLst/>
              <a:gdLst/>
              <a:ahLst/>
              <a:cxnLst/>
              <a:rect l="l" t="t" r="r" b="b"/>
              <a:pathLst>
                <a:path w="6211" h="22259" extrusionOk="0">
                  <a:moveTo>
                    <a:pt x="3160" y="1"/>
                  </a:moveTo>
                  <a:cubicBezTo>
                    <a:pt x="3079" y="10"/>
                    <a:pt x="2998" y="37"/>
                    <a:pt x="2935" y="82"/>
                  </a:cubicBezTo>
                  <a:cubicBezTo>
                    <a:pt x="2863" y="136"/>
                    <a:pt x="2782" y="199"/>
                    <a:pt x="2719" y="271"/>
                  </a:cubicBezTo>
                  <a:cubicBezTo>
                    <a:pt x="2557" y="424"/>
                    <a:pt x="2422" y="613"/>
                    <a:pt x="2332" y="820"/>
                  </a:cubicBezTo>
                  <a:cubicBezTo>
                    <a:pt x="2323" y="829"/>
                    <a:pt x="2314" y="847"/>
                    <a:pt x="2305" y="865"/>
                  </a:cubicBezTo>
                  <a:cubicBezTo>
                    <a:pt x="1900" y="1783"/>
                    <a:pt x="2107" y="3097"/>
                    <a:pt x="2368" y="4969"/>
                  </a:cubicBezTo>
                  <a:cubicBezTo>
                    <a:pt x="2467" y="5743"/>
                    <a:pt x="2575" y="6598"/>
                    <a:pt x="2656" y="7561"/>
                  </a:cubicBezTo>
                  <a:cubicBezTo>
                    <a:pt x="2746" y="8731"/>
                    <a:pt x="2782" y="9901"/>
                    <a:pt x="2755" y="11081"/>
                  </a:cubicBezTo>
                  <a:cubicBezTo>
                    <a:pt x="2431" y="11504"/>
                    <a:pt x="2098" y="11927"/>
                    <a:pt x="1774" y="12350"/>
                  </a:cubicBezTo>
                  <a:cubicBezTo>
                    <a:pt x="1387" y="12854"/>
                    <a:pt x="1000" y="13358"/>
                    <a:pt x="604" y="13862"/>
                  </a:cubicBezTo>
                  <a:cubicBezTo>
                    <a:pt x="505" y="15230"/>
                    <a:pt x="406" y="16607"/>
                    <a:pt x="307" y="17975"/>
                  </a:cubicBezTo>
                  <a:cubicBezTo>
                    <a:pt x="199" y="19343"/>
                    <a:pt x="100" y="20720"/>
                    <a:pt x="1" y="22088"/>
                  </a:cubicBezTo>
                  <a:cubicBezTo>
                    <a:pt x="229" y="22199"/>
                    <a:pt x="476" y="22258"/>
                    <a:pt x="725" y="22258"/>
                  </a:cubicBezTo>
                  <a:cubicBezTo>
                    <a:pt x="820" y="22258"/>
                    <a:pt x="915" y="22250"/>
                    <a:pt x="1009" y="22232"/>
                  </a:cubicBezTo>
                  <a:cubicBezTo>
                    <a:pt x="1153" y="22205"/>
                    <a:pt x="1288" y="22151"/>
                    <a:pt x="1414" y="22088"/>
                  </a:cubicBezTo>
                  <a:cubicBezTo>
                    <a:pt x="1459" y="22070"/>
                    <a:pt x="1540" y="22034"/>
                    <a:pt x="1621" y="21998"/>
                  </a:cubicBezTo>
                  <a:cubicBezTo>
                    <a:pt x="3709" y="20990"/>
                    <a:pt x="4546" y="18695"/>
                    <a:pt x="5203" y="16805"/>
                  </a:cubicBezTo>
                  <a:cubicBezTo>
                    <a:pt x="5761" y="15203"/>
                    <a:pt x="6094" y="13538"/>
                    <a:pt x="6211" y="11855"/>
                  </a:cubicBezTo>
                  <a:cubicBezTo>
                    <a:pt x="5743" y="8335"/>
                    <a:pt x="5158" y="4573"/>
                    <a:pt x="4474" y="2242"/>
                  </a:cubicBezTo>
                  <a:cubicBezTo>
                    <a:pt x="4060" y="865"/>
                    <a:pt x="3628" y="1"/>
                    <a:pt x="3160" y="1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42"/>
            <p:cNvSpPr/>
            <p:nvPr/>
          </p:nvSpPr>
          <p:spPr>
            <a:xfrm>
              <a:off x="2321250" y="2450175"/>
              <a:ext cx="90925" cy="167000"/>
            </a:xfrm>
            <a:custGeom>
              <a:avLst/>
              <a:gdLst/>
              <a:ahLst/>
              <a:cxnLst/>
              <a:rect l="l" t="t" r="r" b="b"/>
              <a:pathLst>
                <a:path w="3637" h="6680" extrusionOk="0">
                  <a:moveTo>
                    <a:pt x="400" y="0"/>
                  </a:moveTo>
                  <a:cubicBezTo>
                    <a:pt x="304" y="0"/>
                    <a:pt x="223" y="21"/>
                    <a:pt x="163" y="64"/>
                  </a:cubicBezTo>
                  <a:cubicBezTo>
                    <a:pt x="82" y="118"/>
                    <a:pt x="1" y="235"/>
                    <a:pt x="1" y="649"/>
                  </a:cubicBezTo>
                  <a:cubicBezTo>
                    <a:pt x="19" y="1855"/>
                    <a:pt x="784" y="2746"/>
                    <a:pt x="1189" y="3259"/>
                  </a:cubicBezTo>
                  <a:cubicBezTo>
                    <a:pt x="1981" y="4294"/>
                    <a:pt x="2611" y="5455"/>
                    <a:pt x="3043" y="6679"/>
                  </a:cubicBezTo>
                  <a:cubicBezTo>
                    <a:pt x="3169" y="6292"/>
                    <a:pt x="3268" y="5896"/>
                    <a:pt x="3331" y="5500"/>
                  </a:cubicBezTo>
                  <a:cubicBezTo>
                    <a:pt x="3430" y="4825"/>
                    <a:pt x="3637" y="3466"/>
                    <a:pt x="3016" y="2206"/>
                  </a:cubicBezTo>
                  <a:cubicBezTo>
                    <a:pt x="2389" y="929"/>
                    <a:pt x="1047" y="0"/>
                    <a:pt x="400" y="0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42"/>
            <p:cNvSpPr/>
            <p:nvPr/>
          </p:nvSpPr>
          <p:spPr>
            <a:xfrm>
              <a:off x="2370300" y="2774725"/>
              <a:ext cx="18475" cy="58900"/>
            </a:xfrm>
            <a:custGeom>
              <a:avLst/>
              <a:gdLst/>
              <a:ahLst/>
              <a:cxnLst/>
              <a:rect l="l" t="t" r="r" b="b"/>
              <a:pathLst>
                <a:path w="739" h="2356" extrusionOk="0">
                  <a:moveTo>
                    <a:pt x="87" y="1"/>
                  </a:moveTo>
                  <a:cubicBezTo>
                    <a:pt x="79" y="1"/>
                    <a:pt x="72" y="3"/>
                    <a:pt x="64" y="7"/>
                  </a:cubicBezTo>
                  <a:cubicBezTo>
                    <a:pt x="28" y="16"/>
                    <a:pt x="1" y="52"/>
                    <a:pt x="10" y="88"/>
                  </a:cubicBezTo>
                  <a:lnTo>
                    <a:pt x="586" y="2302"/>
                  </a:lnTo>
                  <a:cubicBezTo>
                    <a:pt x="595" y="2338"/>
                    <a:pt x="622" y="2356"/>
                    <a:pt x="658" y="2356"/>
                  </a:cubicBezTo>
                  <a:lnTo>
                    <a:pt x="676" y="2356"/>
                  </a:lnTo>
                  <a:cubicBezTo>
                    <a:pt x="712" y="2347"/>
                    <a:pt x="739" y="2302"/>
                    <a:pt x="730" y="2266"/>
                  </a:cubicBezTo>
                  <a:lnTo>
                    <a:pt x="154" y="52"/>
                  </a:lnTo>
                  <a:cubicBezTo>
                    <a:pt x="140" y="24"/>
                    <a:pt x="115" y="1"/>
                    <a:pt x="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42"/>
            <p:cNvSpPr/>
            <p:nvPr/>
          </p:nvSpPr>
          <p:spPr>
            <a:xfrm>
              <a:off x="2368050" y="2829975"/>
              <a:ext cx="20725" cy="77000"/>
            </a:xfrm>
            <a:custGeom>
              <a:avLst/>
              <a:gdLst/>
              <a:ahLst/>
              <a:cxnLst/>
              <a:rect l="l" t="t" r="r" b="b"/>
              <a:pathLst>
                <a:path w="829" h="3080" extrusionOk="0">
                  <a:moveTo>
                    <a:pt x="749" y="0"/>
                  </a:moveTo>
                  <a:cubicBezTo>
                    <a:pt x="712" y="0"/>
                    <a:pt x="684" y="26"/>
                    <a:pt x="676" y="65"/>
                  </a:cubicBezTo>
                  <a:lnTo>
                    <a:pt x="19" y="2990"/>
                  </a:lnTo>
                  <a:cubicBezTo>
                    <a:pt x="1" y="3035"/>
                    <a:pt x="28" y="3071"/>
                    <a:pt x="82" y="3080"/>
                  </a:cubicBezTo>
                  <a:cubicBezTo>
                    <a:pt x="118" y="3080"/>
                    <a:pt x="145" y="3053"/>
                    <a:pt x="154" y="3026"/>
                  </a:cubicBezTo>
                  <a:lnTo>
                    <a:pt x="820" y="92"/>
                  </a:lnTo>
                  <a:cubicBezTo>
                    <a:pt x="829" y="56"/>
                    <a:pt x="802" y="11"/>
                    <a:pt x="766" y="2"/>
                  </a:cubicBezTo>
                  <a:cubicBezTo>
                    <a:pt x="760" y="1"/>
                    <a:pt x="754" y="0"/>
                    <a:pt x="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42"/>
            <p:cNvSpPr/>
            <p:nvPr/>
          </p:nvSpPr>
          <p:spPr>
            <a:xfrm>
              <a:off x="2373225" y="2486325"/>
              <a:ext cx="15550" cy="107225"/>
            </a:xfrm>
            <a:custGeom>
              <a:avLst/>
              <a:gdLst/>
              <a:ahLst/>
              <a:cxnLst/>
              <a:rect l="l" t="t" r="r" b="b"/>
              <a:pathLst>
                <a:path w="622" h="4289" extrusionOk="0">
                  <a:moveTo>
                    <a:pt x="512" y="0"/>
                  </a:moveTo>
                  <a:cubicBezTo>
                    <a:pt x="488" y="0"/>
                    <a:pt x="465" y="12"/>
                    <a:pt x="451" y="40"/>
                  </a:cubicBezTo>
                  <a:cubicBezTo>
                    <a:pt x="316" y="283"/>
                    <a:pt x="208" y="544"/>
                    <a:pt x="136" y="814"/>
                  </a:cubicBezTo>
                  <a:cubicBezTo>
                    <a:pt x="64" y="1111"/>
                    <a:pt x="1" y="1516"/>
                    <a:pt x="181" y="2740"/>
                  </a:cubicBezTo>
                  <a:cubicBezTo>
                    <a:pt x="262" y="3235"/>
                    <a:pt x="361" y="3739"/>
                    <a:pt x="478" y="4234"/>
                  </a:cubicBezTo>
                  <a:cubicBezTo>
                    <a:pt x="487" y="4261"/>
                    <a:pt x="514" y="4288"/>
                    <a:pt x="550" y="4288"/>
                  </a:cubicBezTo>
                  <a:lnTo>
                    <a:pt x="568" y="4288"/>
                  </a:lnTo>
                  <a:cubicBezTo>
                    <a:pt x="604" y="4279"/>
                    <a:pt x="622" y="4234"/>
                    <a:pt x="613" y="4198"/>
                  </a:cubicBezTo>
                  <a:cubicBezTo>
                    <a:pt x="496" y="3712"/>
                    <a:pt x="406" y="3208"/>
                    <a:pt x="325" y="2713"/>
                  </a:cubicBezTo>
                  <a:cubicBezTo>
                    <a:pt x="145" y="1525"/>
                    <a:pt x="208" y="1129"/>
                    <a:pt x="280" y="850"/>
                  </a:cubicBezTo>
                  <a:cubicBezTo>
                    <a:pt x="343" y="598"/>
                    <a:pt x="442" y="346"/>
                    <a:pt x="577" y="112"/>
                  </a:cubicBezTo>
                  <a:cubicBezTo>
                    <a:pt x="620" y="56"/>
                    <a:pt x="565" y="0"/>
                    <a:pt x="5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42"/>
            <p:cNvSpPr/>
            <p:nvPr/>
          </p:nvSpPr>
          <p:spPr>
            <a:xfrm>
              <a:off x="2314275" y="2649150"/>
              <a:ext cx="44125" cy="76900"/>
            </a:xfrm>
            <a:custGeom>
              <a:avLst/>
              <a:gdLst/>
              <a:ahLst/>
              <a:cxnLst/>
              <a:rect l="l" t="t" r="r" b="b"/>
              <a:pathLst>
                <a:path w="1765" h="3076" extrusionOk="0">
                  <a:moveTo>
                    <a:pt x="879" y="0"/>
                  </a:moveTo>
                  <a:cubicBezTo>
                    <a:pt x="810" y="0"/>
                    <a:pt x="741" y="11"/>
                    <a:pt x="676" y="34"/>
                  </a:cubicBezTo>
                  <a:cubicBezTo>
                    <a:pt x="1" y="349"/>
                    <a:pt x="460" y="2563"/>
                    <a:pt x="505" y="2752"/>
                  </a:cubicBezTo>
                  <a:cubicBezTo>
                    <a:pt x="740" y="2963"/>
                    <a:pt x="1043" y="3075"/>
                    <a:pt x="1350" y="3075"/>
                  </a:cubicBezTo>
                  <a:cubicBezTo>
                    <a:pt x="1490" y="3075"/>
                    <a:pt x="1630" y="3052"/>
                    <a:pt x="1765" y="3005"/>
                  </a:cubicBezTo>
                  <a:cubicBezTo>
                    <a:pt x="1738" y="2671"/>
                    <a:pt x="1702" y="2203"/>
                    <a:pt x="1648" y="1627"/>
                  </a:cubicBezTo>
                  <a:cubicBezTo>
                    <a:pt x="1549" y="619"/>
                    <a:pt x="1495" y="268"/>
                    <a:pt x="1225" y="97"/>
                  </a:cubicBezTo>
                  <a:cubicBezTo>
                    <a:pt x="1121" y="34"/>
                    <a:pt x="1000" y="0"/>
                    <a:pt x="8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42"/>
            <p:cNvSpPr/>
            <p:nvPr/>
          </p:nvSpPr>
          <p:spPr>
            <a:xfrm>
              <a:off x="2391225" y="2451300"/>
              <a:ext cx="48400" cy="73625"/>
            </a:xfrm>
            <a:custGeom>
              <a:avLst/>
              <a:gdLst/>
              <a:ahLst/>
              <a:cxnLst/>
              <a:rect l="l" t="t" r="r" b="b"/>
              <a:pathLst>
                <a:path w="1936" h="2945" extrusionOk="0">
                  <a:moveTo>
                    <a:pt x="930" y="1"/>
                  </a:moveTo>
                  <a:cubicBezTo>
                    <a:pt x="813" y="1"/>
                    <a:pt x="695" y="33"/>
                    <a:pt x="595" y="100"/>
                  </a:cubicBezTo>
                  <a:cubicBezTo>
                    <a:pt x="1" y="550"/>
                    <a:pt x="937" y="2611"/>
                    <a:pt x="1018" y="2782"/>
                  </a:cubicBezTo>
                  <a:cubicBezTo>
                    <a:pt x="1210" y="2891"/>
                    <a:pt x="1433" y="2945"/>
                    <a:pt x="1652" y="2945"/>
                  </a:cubicBezTo>
                  <a:cubicBezTo>
                    <a:pt x="1668" y="2945"/>
                    <a:pt x="1685" y="2945"/>
                    <a:pt x="1702" y="2944"/>
                  </a:cubicBezTo>
                  <a:cubicBezTo>
                    <a:pt x="1783" y="2935"/>
                    <a:pt x="1864" y="2926"/>
                    <a:pt x="1936" y="2908"/>
                  </a:cubicBezTo>
                  <a:cubicBezTo>
                    <a:pt x="1927" y="2395"/>
                    <a:pt x="1873" y="1891"/>
                    <a:pt x="1774" y="1387"/>
                  </a:cubicBezTo>
                  <a:cubicBezTo>
                    <a:pt x="1630" y="685"/>
                    <a:pt x="1513" y="181"/>
                    <a:pt x="1144" y="37"/>
                  </a:cubicBezTo>
                  <a:cubicBezTo>
                    <a:pt x="1075" y="13"/>
                    <a:pt x="1003" y="1"/>
                    <a:pt x="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42"/>
            <p:cNvSpPr/>
            <p:nvPr/>
          </p:nvSpPr>
          <p:spPr>
            <a:xfrm>
              <a:off x="2327775" y="2441400"/>
              <a:ext cx="54700" cy="43000"/>
            </a:xfrm>
            <a:custGeom>
              <a:avLst/>
              <a:gdLst/>
              <a:ahLst/>
              <a:cxnLst/>
              <a:rect l="l" t="t" r="r" b="b"/>
              <a:pathLst>
                <a:path w="2188" h="1720" extrusionOk="0">
                  <a:moveTo>
                    <a:pt x="205" y="1"/>
                  </a:moveTo>
                  <a:cubicBezTo>
                    <a:pt x="148" y="1"/>
                    <a:pt x="10" y="7"/>
                    <a:pt x="10" y="100"/>
                  </a:cubicBezTo>
                  <a:cubicBezTo>
                    <a:pt x="1" y="208"/>
                    <a:pt x="136" y="343"/>
                    <a:pt x="343" y="469"/>
                  </a:cubicBezTo>
                  <a:lnTo>
                    <a:pt x="1945" y="1720"/>
                  </a:lnTo>
                  <a:lnTo>
                    <a:pt x="2116" y="1720"/>
                  </a:lnTo>
                  <a:cubicBezTo>
                    <a:pt x="2134" y="1720"/>
                    <a:pt x="2152" y="1711"/>
                    <a:pt x="2170" y="1702"/>
                  </a:cubicBezTo>
                  <a:cubicBezTo>
                    <a:pt x="2179" y="1702"/>
                    <a:pt x="2188" y="1693"/>
                    <a:pt x="2188" y="1684"/>
                  </a:cubicBezTo>
                  <a:cubicBezTo>
                    <a:pt x="2053" y="1468"/>
                    <a:pt x="1891" y="1270"/>
                    <a:pt x="1720" y="1090"/>
                  </a:cubicBezTo>
                  <a:cubicBezTo>
                    <a:pt x="1576" y="955"/>
                    <a:pt x="1441" y="820"/>
                    <a:pt x="1288" y="694"/>
                  </a:cubicBezTo>
                  <a:cubicBezTo>
                    <a:pt x="568" y="73"/>
                    <a:pt x="343" y="10"/>
                    <a:pt x="226" y="1"/>
                  </a:cubicBezTo>
                  <a:cubicBezTo>
                    <a:pt x="222" y="1"/>
                    <a:pt x="215" y="1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42"/>
            <p:cNvSpPr/>
            <p:nvPr/>
          </p:nvSpPr>
          <p:spPr>
            <a:xfrm>
              <a:off x="1879325" y="2657425"/>
              <a:ext cx="150100" cy="371800"/>
            </a:xfrm>
            <a:custGeom>
              <a:avLst/>
              <a:gdLst/>
              <a:ahLst/>
              <a:cxnLst/>
              <a:rect l="l" t="t" r="r" b="b"/>
              <a:pathLst>
                <a:path w="6004" h="14872" extrusionOk="0">
                  <a:moveTo>
                    <a:pt x="1963" y="0"/>
                  </a:moveTo>
                  <a:cubicBezTo>
                    <a:pt x="1639" y="837"/>
                    <a:pt x="1323" y="1719"/>
                    <a:pt x="1026" y="2674"/>
                  </a:cubicBezTo>
                  <a:cubicBezTo>
                    <a:pt x="819" y="3340"/>
                    <a:pt x="630" y="4042"/>
                    <a:pt x="459" y="4762"/>
                  </a:cubicBezTo>
                  <a:cubicBezTo>
                    <a:pt x="441" y="4825"/>
                    <a:pt x="423" y="4879"/>
                    <a:pt x="414" y="4933"/>
                  </a:cubicBezTo>
                  <a:cubicBezTo>
                    <a:pt x="252" y="5644"/>
                    <a:pt x="108" y="6328"/>
                    <a:pt x="0" y="6985"/>
                  </a:cubicBezTo>
                  <a:cubicBezTo>
                    <a:pt x="18" y="7237"/>
                    <a:pt x="36" y="7525"/>
                    <a:pt x="63" y="7840"/>
                  </a:cubicBezTo>
                  <a:cubicBezTo>
                    <a:pt x="162" y="8929"/>
                    <a:pt x="351" y="10000"/>
                    <a:pt x="621" y="11053"/>
                  </a:cubicBezTo>
                  <a:cubicBezTo>
                    <a:pt x="918" y="12232"/>
                    <a:pt x="1305" y="13384"/>
                    <a:pt x="1783" y="14509"/>
                  </a:cubicBezTo>
                  <a:cubicBezTo>
                    <a:pt x="1972" y="14617"/>
                    <a:pt x="2179" y="14689"/>
                    <a:pt x="2395" y="14734"/>
                  </a:cubicBezTo>
                  <a:cubicBezTo>
                    <a:pt x="2476" y="14748"/>
                    <a:pt x="2548" y="14753"/>
                    <a:pt x="2617" y="14753"/>
                  </a:cubicBezTo>
                  <a:cubicBezTo>
                    <a:pt x="2823" y="14753"/>
                    <a:pt x="2995" y="14707"/>
                    <a:pt x="3259" y="14707"/>
                  </a:cubicBezTo>
                  <a:cubicBezTo>
                    <a:pt x="3276" y="14707"/>
                    <a:pt x="3294" y="14707"/>
                    <a:pt x="3311" y="14707"/>
                  </a:cubicBezTo>
                  <a:cubicBezTo>
                    <a:pt x="3692" y="14707"/>
                    <a:pt x="3909" y="14799"/>
                    <a:pt x="4168" y="14842"/>
                  </a:cubicBezTo>
                  <a:cubicBezTo>
                    <a:pt x="4274" y="14859"/>
                    <a:pt x="4395" y="14871"/>
                    <a:pt x="4533" y="14871"/>
                  </a:cubicBezTo>
                  <a:cubicBezTo>
                    <a:pt x="4899" y="14871"/>
                    <a:pt x="5383" y="14788"/>
                    <a:pt x="6004" y="14500"/>
                  </a:cubicBezTo>
                  <a:cubicBezTo>
                    <a:pt x="5977" y="13285"/>
                    <a:pt x="5788" y="12079"/>
                    <a:pt x="5464" y="10909"/>
                  </a:cubicBezTo>
                  <a:cubicBezTo>
                    <a:pt x="5014" y="9343"/>
                    <a:pt x="4312" y="7858"/>
                    <a:pt x="3385" y="6517"/>
                  </a:cubicBezTo>
                  <a:lnTo>
                    <a:pt x="3457" y="3457"/>
                  </a:lnTo>
                  <a:cubicBezTo>
                    <a:pt x="3745" y="2088"/>
                    <a:pt x="3457" y="828"/>
                    <a:pt x="2620" y="270"/>
                  </a:cubicBezTo>
                  <a:cubicBezTo>
                    <a:pt x="2584" y="243"/>
                    <a:pt x="2530" y="216"/>
                    <a:pt x="2467" y="180"/>
                  </a:cubicBezTo>
                  <a:cubicBezTo>
                    <a:pt x="2305" y="99"/>
                    <a:pt x="2143" y="36"/>
                    <a:pt x="1963" y="0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42"/>
            <p:cNvSpPr/>
            <p:nvPr/>
          </p:nvSpPr>
          <p:spPr>
            <a:xfrm>
              <a:off x="1781675" y="2467950"/>
              <a:ext cx="155275" cy="557050"/>
            </a:xfrm>
            <a:custGeom>
              <a:avLst/>
              <a:gdLst/>
              <a:ahLst/>
              <a:cxnLst/>
              <a:rect l="l" t="t" r="r" b="b"/>
              <a:pathLst>
                <a:path w="6211" h="22282" extrusionOk="0">
                  <a:moveTo>
                    <a:pt x="3044" y="1"/>
                  </a:moveTo>
                  <a:cubicBezTo>
                    <a:pt x="2579" y="1"/>
                    <a:pt x="2149" y="863"/>
                    <a:pt x="1737" y="2242"/>
                  </a:cubicBezTo>
                  <a:cubicBezTo>
                    <a:pt x="1053" y="4564"/>
                    <a:pt x="459" y="8335"/>
                    <a:pt x="0" y="11846"/>
                  </a:cubicBezTo>
                  <a:cubicBezTo>
                    <a:pt x="81" y="12845"/>
                    <a:pt x="306" y="14798"/>
                    <a:pt x="999" y="16796"/>
                  </a:cubicBezTo>
                  <a:cubicBezTo>
                    <a:pt x="1962" y="19568"/>
                    <a:pt x="3816" y="21233"/>
                    <a:pt x="4788" y="22079"/>
                  </a:cubicBezTo>
                  <a:cubicBezTo>
                    <a:pt x="5009" y="22214"/>
                    <a:pt x="5256" y="22282"/>
                    <a:pt x="5503" y="22282"/>
                  </a:cubicBezTo>
                  <a:cubicBezTo>
                    <a:pt x="5749" y="22282"/>
                    <a:pt x="5995" y="22214"/>
                    <a:pt x="6211" y="22079"/>
                  </a:cubicBezTo>
                  <a:cubicBezTo>
                    <a:pt x="6004" y="19343"/>
                    <a:pt x="5806" y="16598"/>
                    <a:pt x="5608" y="13862"/>
                  </a:cubicBezTo>
                  <a:cubicBezTo>
                    <a:pt x="5211" y="13358"/>
                    <a:pt x="4824" y="12854"/>
                    <a:pt x="4437" y="12341"/>
                  </a:cubicBezTo>
                  <a:cubicBezTo>
                    <a:pt x="4113" y="11918"/>
                    <a:pt x="3780" y="11495"/>
                    <a:pt x="3456" y="11072"/>
                  </a:cubicBezTo>
                  <a:cubicBezTo>
                    <a:pt x="3429" y="9901"/>
                    <a:pt x="3465" y="8722"/>
                    <a:pt x="3555" y="7552"/>
                  </a:cubicBezTo>
                  <a:cubicBezTo>
                    <a:pt x="3636" y="6589"/>
                    <a:pt x="3744" y="5725"/>
                    <a:pt x="3852" y="4951"/>
                  </a:cubicBezTo>
                  <a:cubicBezTo>
                    <a:pt x="4113" y="3061"/>
                    <a:pt x="4320" y="1729"/>
                    <a:pt x="3879" y="811"/>
                  </a:cubicBezTo>
                  <a:cubicBezTo>
                    <a:pt x="3780" y="613"/>
                    <a:pt x="3654" y="424"/>
                    <a:pt x="3492" y="271"/>
                  </a:cubicBezTo>
                  <a:cubicBezTo>
                    <a:pt x="3420" y="199"/>
                    <a:pt x="3348" y="136"/>
                    <a:pt x="3276" y="82"/>
                  </a:cubicBezTo>
                  <a:cubicBezTo>
                    <a:pt x="3213" y="28"/>
                    <a:pt x="3132" y="1"/>
                    <a:pt x="3051" y="1"/>
                  </a:cubicBezTo>
                  <a:cubicBezTo>
                    <a:pt x="3049" y="1"/>
                    <a:pt x="3047" y="1"/>
                    <a:pt x="3044" y="1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42"/>
            <p:cNvSpPr/>
            <p:nvPr/>
          </p:nvSpPr>
          <p:spPr>
            <a:xfrm>
              <a:off x="1852775" y="2450175"/>
              <a:ext cx="90925" cy="167000"/>
            </a:xfrm>
            <a:custGeom>
              <a:avLst/>
              <a:gdLst/>
              <a:ahLst/>
              <a:cxnLst/>
              <a:rect l="l" t="t" r="r" b="b"/>
              <a:pathLst>
                <a:path w="3637" h="6680" extrusionOk="0">
                  <a:moveTo>
                    <a:pt x="3236" y="0"/>
                  </a:moveTo>
                  <a:cubicBezTo>
                    <a:pt x="2588" y="0"/>
                    <a:pt x="1239" y="929"/>
                    <a:pt x="612" y="2206"/>
                  </a:cubicBezTo>
                  <a:cubicBezTo>
                    <a:pt x="0" y="3466"/>
                    <a:pt x="198" y="4825"/>
                    <a:pt x="297" y="5500"/>
                  </a:cubicBezTo>
                  <a:cubicBezTo>
                    <a:pt x="360" y="5896"/>
                    <a:pt x="459" y="6292"/>
                    <a:pt x="585" y="6679"/>
                  </a:cubicBezTo>
                  <a:cubicBezTo>
                    <a:pt x="1026" y="5455"/>
                    <a:pt x="1647" y="4294"/>
                    <a:pt x="2448" y="3259"/>
                  </a:cubicBezTo>
                  <a:cubicBezTo>
                    <a:pt x="2845" y="2746"/>
                    <a:pt x="3619" y="1855"/>
                    <a:pt x="3628" y="649"/>
                  </a:cubicBezTo>
                  <a:cubicBezTo>
                    <a:pt x="3637" y="235"/>
                    <a:pt x="3547" y="118"/>
                    <a:pt x="3475" y="64"/>
                  </a:cubicBezTo>
                  <a:cubicBezTo>
                    <a:pt x="3414" y="21"/>
                    <a:pt x="3333" y="0"/>
                    <a:pt x="3236" y="0"/>
                  </a:cubicBezTo>
                  <a:close/>
                </a:path>
              </a:pathLst>
            </a:custGeom>
            <a:solidFill>
              <a:srgbClr val="FC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42"/>
            <p:cNvSpPr/>
            <p:nvPr/>
          </p:nvSpPr>
          <p:spPr>
            <a:xfrm>
              <a:off x="1876175" y="2774725"/>
              <a:ext cx="18250" cy="58900"/>
            </a:xfrm>
            <a:custGeom>
              <a:avLst/>
              <a:gdLst/>
              <a:ahLst/>
              <a:cxnLst/>
              <a:rect l="l" t="t" r="r" b="b"/>
              <a:pathLst>
                <a:path w="730" h="2356" extrusionOk="0">
                  <a:moveTo>
                    <a:pt x="647" y="1"/>
                  </a:moveTo>
                  <a:cubicBezTo>
                    <a:pt x="616" y="1"/>
                    <a:pt x="592" y="24"/>
                    <a:pt x="585" y="52"/>
                  </a:cubicBezTo>
                  <a:lnTo>
                    <a:pt x="9" y="2266"/>
                  </a:lnTo>
                  <a:cubicBezTo>
                    <a:pt x="0" y="2302"/>
                    <a:pt x="18" y="2347"/>
                    <a:pt x="81" y="2356"/>
                  </a:cubicBezTo>
                  <a:cubicBezTo>
                    <a:pt x="108" y="2356"/>
                    <a:pt x="135" y="2338"/>
                    <a:pt x="144" y="2302"/>
                  </a:cubicBezTo>
                  <a:lnTo>
                    <a:pt x="720" y="88"/>
                  </a:lnTo>
                  <a:cubicBezTo>
                    <a:pt x="729" y="52"/>
                    <a:pt x="711" y="16"/>
                    <a:pt x="675" y="7"/>
                  </a:cubicBezTo>
                  <a:cubicBezTo>
                    <a:pt x="666" y="3"/>
                    <a:pt x="656" y="1"/>
                    <a:pt x="6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42"/>
            <p:cNvSpPr/>
            <p:nvPr/>
          </p:nvSpPr>
          <p:spPr>
            <a:xfrm>
              <a:off x="1876175" y="2829975"/>
              <a:ext cx="20500" cy="77000"/>
            </a:xfrm>
            <a:custGeom>
              <a:avLst/>
              <a:gdLst/>
              <a:ahLst/>
              <a:cxnLst/>
              <a:rect l="l" t="t" r="r" b="b"/>
              <a:pathLst>
                <a:path w="820" h="3080" extrusionOk="0">
                  <a:moveTo>
                    <a:pt x="77" y="0"/>
                  </a:moveTo>
                  <a:cubicBezTo>
                    <a:pt x="73" y="0"/>
                    <a:pt x="68" y="1"/>
                    <a:pt x="63" y="2"/>
                  </a:cubicBezTo>
                  <a:cubicBezTo>
                    <a:pt x="27" y="11"/>
                    <a:pt x="0" y="56"/>
                    <a:pt x="9" y="92"/>
                  </a:cubicBezTo>
                  <a:lnTo>
                    <a:pt x="666" y="3026"/>
                  </a:lnTo>
                  <a:cubicBezTo>
                    <a:pt x="675" y="3053"/>
                    <a:pt x="702" y="3080"/>
                    <a:pt x="738" y="3080"/>
                  </a:cubicBezTo>
                  <a:lnTo>
                    <a:pt x="756" y="3080"/>
                  </a:lnTo>
                  <a:cubicBezTo>
                    <a:pt x="792" y="3071"/>
                    <a:pt x="819" y="3035"/>
                    <a:pt x="810" y="2990"/>
                  </a:cubicBezTo>
                  <a:lnTo>
                    <a:pt x="144" y="65"/>
                  </a:lnTo>
                  <a:cubicBezTo>
                    <a:pt x="137" y="26"/>
                    <a:pt x="108" y="0"/>
                    <a:pt x="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42"/>
            <p:cNvSpPr/>
            <p:nvPr/>
          </p:nvSpPr>
          <p:spPr>
            <a:xfrm>
              <a:off x="1875950" y="2486325"/>
              <a:ext cx="15775" cy="107225"/>
            </a:xfrm>
            <a:custGeom>
              <a:avLst/>
              <a:gdLst/>
              <a:ahLst/>
              <a:cxnLst/>
              <a:rect l="l" t="t" r="r" b="b"/>
              <a:pathLst>
                <a:path w="631" h="4289" extrusionOk="0">
                  <a:moveTo>
                    <a:pt x="110" y="0"/>
                  </a:moveTo>
                  <a:cubicBezTo>
                    <a:pt x="57" y="0"/>
                    <a:pt x="2" y="56"/>
                    <a:pt x="45" y="112"/>
                  </a:cubicBezTo>
                  <a:cubicBezTo>
                    <a:pt x="180" y="346"/>
                    <a:pt x="279" y="598"/>
                    <a:pt x="351" y="850"/>
                  </a:cubicBezTo>
                  <a:cubicBezTo>
                    <a:pt x="423" y="1129"/>
                    <a:pt x="486" y="1525"/>
                    <a:pt x="297" y="2713"/>
                  </a:cubicBezTo>
                  <a:cubicBezTo>
                    <a:pt x="225" y="3208"/>
                    <a:pt x="126" y="3712"/>
                    <a:pt x="9" y="4198"/>
                  </a:cubicBezTo>
                  <a:cubicBezTo>
                    <a:pt x="0" y="4234"/>
                    <a:pt x="27" y="4279"/>
                    <a:pt x="81" y="4288"/>
                  </a:cubicBezTo>
                  <a:cubicBezTo>
                    <a:pt x="108" y="4288"/>
                    <a:pt x="144" y="4261"/>
                    <a:pt x="144" y="4234"/>
                  </a:cubicBezTo>
                  <a:cubicBezTo>
                    <a:pt x="270" y="3739"/>
                    <a:pt x="369" y="3235"/>
                    <a:pt x="441" y="2740"/>
                  </a:cubicBezTo>
                  <a:cubicBezTo>
                    <a:pt x="630" y="1516"/>
                    <a:pt x="558" y="1111"/>
                    <a:pt x="486" y="814"/>
                  </a:cubicBezTo>
                  <a:cubicBezTo>
                    <a:pt x="414" y="544"/>
                    <a:pt x="306" y="283"/>
                    <a:pt x="171" y="40"/>
                  </a:cubicBezTo>
                  <a:cubicBezTo>
                    <a:pt x="157" y="12"/>
                    <a:pt x="134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42"/>
            <p:cNvSpPr/>
            <p:nvPr/>
          </p:nvSpPr>
          <p:spPr>
            <a:xfrm>
              <a:off x="1861325" y="2742825"/>
              <a:ext cx="8800" cy="11825"/>
            </a:xfrm>
            <a:custGeom>
              <a:avLst/>
              <a:gdLst/>
              <a:ahLst/>
              <a:cxnLst/>
              <a:rect l="l" t="t" r="r" b="b"/>
              <a:pathLst>
                <a:path w="352" h="473" extrusionOk="0">
                  <a:moveTo>
                    <a:pt x="269" y="1"/>
                  </a:moveTo>
                  <a:cubicBezTo>
                    <a:pt x="243" y="1"/>
                    <a:pt x="219" y="17"/>
                    <a:pt x="207" y="41"/>
                  </a:cubicBezTo>
                  <a:lnTo>
                    <a:pt x="18" y="365"/>
                  </a:lnTo>
                  <a:cubicBezTo>
                    <a:pt x="0" y="392"/>
                    <a:pt x="9" y="437"/>
                    <a:pt x="45" y="464"/>
                  </a:cubicBezTo>
                  <a:cubicBezTo>
                    <a:pt x="54" y="464"/>
                    <a:pt x="63" y="473"/>
                    <a:pt x="81" y="473"/>
                  </a:cubicBezTo>
                  <a:cubicBezTo>
                    <a:pt x="108" y="473"/>
                    <a:pt x="135" y="455"/>
                    <a:pt x="144" y="437"/>
                  </a:cubicBezTo>
                  <a:lnTo>
                    <a:pt x="333" y="113"/>
                  </a:lnTo>
                  <a:cubicBezTo>
                    <a:pt x="351" y="77"/>
                    <a:pt x="342" y="32"/>
                    <a:pt x="306" y="14"/>
                  </a:cubicBezTo>
                  <a:cubicBezTo>
                    <a:pt x="294" y="5"/>
                    <a:pt x="281" y="1"/>
                    <a:pt x="2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42"/>
            <p:cNvSpPr/>
            <p:nvPr/>
          </p:nvSpPr>
          <p:spPr>
            <a:xfrm>
              <a:off x="1906325" y="2649150"/>
              <a:ext cx="44350" cy="76900"/>
            </a:xfrm>
            <a:custGeom>
              <a:avLst/>
              <a:gdLst/>
              <a:ahLst/>
              <a:cxnLst/>
              <a:rect l="l" t="t" r="r" b="b"/>
              <a:pathLst>
                <a:path w="1774" h="3076" extrusionOk="0">
                  <a:moveTo>
                    <a:pt x="891" y="0"/>
                  </a:moveTo>
                  <a:cubicBezTo>
                    <a:pt x="769" y="0"/>
                    <a:pt x="649" y="34"/>
                    <a:pt x="541" y="97"/>
                  </a:cubicBezTo>
                  <a:cubicBezTo>
                    <a:pt x="270" y="268"/>
                    <a:pt x="216" y="619"/>
                    <a:pt x="126" y="1627"/>
                  </a:cubicBezTo>
                  <a:cubicBezTo>
                    <a:pt x="72" y="2203"/>
                    <a:pt x="27" y="2671"/>
                    <a:pt x="0" y="3005"/>
                  </a:cubicBezTo>
                  <a:cubicBezTo>
                    <a:pt x="138" y="3052"/>
                    <a:pt x="280" y="3075"/>
                    <a:pt x="421" y="3075"/>
                  </a:cubicBezTo>
                  <a:cubicBezTo>
                    <a:pt x="731" y="3075"/>
                    <a:pt x="1034" y="2963"/>
                    <a:pt x="1270" y="2752"/>
                  </a:cubicBezTo>
                  <a:cubicBezTo>
                    <a:pt x="1306" y="2563"/>
                    <a:pt x="1774" y="349"/>
                    <a:pt x="1099" y="34"/>
                  </a:cubicBezTo>
                  <a:cubicBezTo>
                    <a:pt x="1030" y="11"/>
                    <a:pt x="960" y="0"/>
                    <a:pt x="8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42"/>
            <p:cNvSpPr/>
            <p:nvPr/>
          </p:nvSpPr>
          <p:spPr>
            <a:xfrm>
              <a:off x="1825100" y="2451300"/>
              <a:ext cx="48625" cy="73625"/>
            </a:xfrm>
            <a:custGeom>
              <a:avLst/>
              <a:gdLst/>
              <a:ahLst/>
              <a:cxnLst/>
              <a:rect l="l" t="t" r="r" b="b"/>
              <a:pathLst>
                <a:path w="1945" h="2945" extrusionOk="0">
                  <a:moveTo>
                    <a:pt x="1010" y="1"/>
                  </a:moveTo>
                  <a:cubicBezTo>
                    <a:pt x="938" y="1"/>
                    <a:pt x="864" y="13"/>
                    <a:pt x="792" y="37"/>
                  </a:cubicBezTo>
                  <a:cubicBezTo>
                    <a:pt x="423" y="181"/>
                    <a:pt x="315" y="685"/>
                    <a:pt x="162" y="1387"/>
                  </a:cubicBezTo>
                  <a:cubicBezTo>
                    <a:pt x="63" y="1891"/>
                    <a:pt x="9" y="2395"/>
                    <a:pt x="0" y="2908"/>
                  </a:cubicBezTo>
                  <a:cubicBezTo>
                    <a:pt x="72" y="2926"/>
                    <a:pt x="153" y="2935"/>
                    <a:pt x="234" y="2944"/>
                  </a:cubicBezTo>
                  <a:cubicBezTo>
                    <a:pt x="252" y="2945"/>
                    <a:pt x="269" y="2945"/>
                    <a:pt x="286" y="2945"/>
                  </a:cubicBezTo>
                  <a:cubicBezTo>
                    <a:pt x="511" y="2945"/>
                    <a:pt x="727" y="2891"/>
                    <a:pt x="927" y="2782"/>
                  </a:cubicBezTo>
                  <a:cubicBezTo>
                    <a:pt x="1008" y="2611"/>
                    <a:pt x="1944" y="550"/>
                    <a:pt x="1350" y="100"/>
                  </a:cubicBezTo>
                  <a:cubicBezTo>
                    <a:pt x="1244" y="33"/>
                    <a:pt x="1128" y="1"/>
                    <a:pt x="10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42"/>
            <p:cNvSpPr/>
            <p:nvPr/>
          </p:nvSpPr>
          <p:spPr>
            <a:xfrm>
              <a:off x="1882250" y="2441400"/>
              <a:ext cx="54925" cy="43000"/>
            </a:xfrm>
            <a:custGeom>
              <a:avLst/>
              <a:gdLst/>
              <a:ahLst/>
              <a:cxnLst/>
              <a:rect l="l" t="t" r="r" b="b"/>
              <a:pathLst>
                <a:path w="2197" h="1720" extrusionOk="0">
                  <a:moveTo>
                    <a:pt x="1989" y="1"/>
                  </a:moveTo>
                  <a:cubicBezTo>
                    <a:pt x="1980" y="1"/>
                    <a:pt x="1974" y="1"/>
                    <a:pt x="1972" y="1"/>
                  </a:cubicBezTo>
                  <a:cubicBezTo>
                    <a:pt x="1855" y="10"/>
                    <a:pt x="1621" y="73"/>
                    <a:pt x="900" y="694"/>
                  </a:cubicBezTo>
                  <a:cubicBezTo>
                    <a:pt x="756" y="820"/>
                    <a:pt x="612" y="955"/>
                    <a:pt x="477" y="1090"/>
                  </a:cubicBezTo>
                  <a:cubicBezTo>
                    <a:pt x="297" y="1270"/>
                    <a:pt x="144" y="1468"/>
                    <a:pt x="0" y="1684"/>
                  </a:cubicBezTo>
                  <a:cubicBezTo>
                    <a:pt x="9" y="1693"/>
                    <a:pt x="18" y="1702"/>
                    <a:pt x="27" y="1702"/>
                  </a:cubicBezTo>
                  <a:cubicBezTo>
                    <a:pt x="36" y="1711"/>
                    <a:pt x="54" y="1720"/>
                    <a:pt x="72" y="1720"/>
                  </a:cubicBezTo>
                  <a:lnTo>
                    <a:pt x="252" y="1720"/>
                  </a:lnTo>
                  <a:lnTo>
                    <a:pt x="1855" y="469"/>
                  </a:lnTo>
                  <a:cubicBezTo>
                    <a:pt x="2062" y="343"/>
                    <a:pt x="2197" y="208"/>
                    <a:pt x="2197" y="100"/>
                  </a:cubicBezTo>
                  <a:cubicBezTo>
                    <a:pt x="2189" y="7"/>
                    <a:pt x="2042" y="1"/>
                    <a:pt x="1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42"/>
            <p:cNvSpPr/>
            <p:nvPr/>
          </p:nvSpPr>
          <p:spPr>
            <a:xfrm>
              <a:off x="2086550" y="2627725"/>
              <a:ext cx="106250" cy="107125"/>
            </a:xfrm>
            <a:custGeom>
              <a:avLst/>
              <a:gdLst/>
              <a:ahLst/>
              <a:cxnLst/>
              <a:rect l="l" t="t" r="r" b="b"/>
              <a:pathLst>
                <a:path w="4250" h="4285" extrusionOk="0">
                  <a:moveTo>
                    <a:pt x="2161" y="0"/>
                  </a:moveTo>
                  <a:cubicBezTo>
                    <a:pt x="1936" y="0"/>
                    <a:pt x="1720" y="387"/>
                    <a:pt x="1639" y="774"/>
                  </a:cubicBezTo>
                  <a:cubicBezTo>
                    <a:pt x="1472" y="643"/>
                    <a:pt x="1133" y="406"/>
                    <a:pt x="896" y="406"/>
                  </a:cubicBezTo>
                  <a:cubicBezTo>
                    <a:pt x="840" y="406"/>
                    <a:pt x="789" y="419"/>
                    <a:pt x="748" y="450"/>
                  </a:cubicBezTo>
                  <a:cubicBezTo>
                    <a:pt x="568" y="585"/>
                    <a:pt x="640" y="1044"/>
                    <a:pt x="820" y="1395"/>
                  </a:cubicBezTo>
                  <a:cubicBezTo>
                    <a:pt x="334" y="1503"/>
                    <a:pt x="1" y="1737"/>
                    <a:pt x="1" y="2007"/>
                  </a:cubicBezTo>
                  <a:cubicBezTo>
                    <a:pt x="1" y="2223"/>
                    <a:pt x="208" y="2412"/>
                    <a:pt x="523" y="2529"/>
                  </a:cubicBezTo>
                  <a:cubicBezTo>
                    <a:pt x="388" y="2709"/>
                    <a:pt x="334" y="2934"/>
                    <a:pt x="361" y="3150"/>
                  </a:cubicBezTo>
                  <a:cubicBezTo>
                    <a:pt x="423" y="3461"/>
                    <a:pt x="739" y="3781"/>
                    <a:pt x="1076" y="3781"/>
                  </a:cubicBezTo>
                  <a:cubicBezTo>
                    <a:pt x="1081" y="3781"/>
                    <a:pt x="1085" y="3781"/>
                    <a:pt x="1090" y="3780"/>
                  </a:cubicBezTo>
                  <a:cubicBezTo>
                    <a:pt x="1207" y="3780"/>
                    <a:pt x="1315" y="3735"/>
                    <a:pt x="1414" y="3672"/>
                  </a:cubicBezTo>
                  <a:cubicBezTo>
                    <a:pt x="1540" y="4033"/>
                    <a:pt x="1774" y="4285"/>
                    <a:pt x="2044" y="4285"/>
                  </a:cubicBezTo>
                  <a:cubicBezTo>
                    <a:pt x="2314" y="4285"/>
                    <a:pt x="2566" y="4015"/>
                    <a:pt x="2683" y="3627"/>
                  </a:cubicBezTo>
                  <a:cubicBezTo>
                    <a:pt x="2927" y="3750"/>
                    <a:pt x="3171" y="3817"/>
                    <a:pt x="3352" y="3817"/>
                  </a:cubicBezTo>
                  <a:cubicBezTo>
                    <a:pt x="3465" y="3817"/>
                    <a:pt x="3553" y="3791"/>
                    <a:pt x="3601" y="3735"/>
                  </a:cubicBezTo>
                  <a:cubicBezTo>
                    <a:pt x="3718" y="3591"/>
                    <a:pt x="3601" y="3285"/>
                    <a:pt x="3394" y="2961"/>
                  </a:cubicBezTo>
                  <a:cubicBezTo>
                    <a:pt x="3889" y="2871"/>
                    <a:pt x="4249" y="2610"/>
                    <a:pt x="4249" y="2295"/>
                  </a:cubicBezTo>
                  <a:cubicBezTo>
                    <a:pt x="4249" y="2016"/>
                    <a:pt x="3952" y="1773"/>
                    <a:pt x="3529" y="1656"/>
                  </a:cubicBezTo>
                  <a:cubicBezTo>
                    <a:pt x="3691" y="1215"/>
                    <a:pt x="3691" y="675"/>
                    <a:pt x="3457" y="549"/>
                  </a:cubicBezTo>
                  <a:cubicBezTo>
                    <a:pt x="3417" y="525"/>
                    <a:pt x="3368" y="514"/>
                    <a:pt x="3311" y="514"/>
                  </a:cubicBezTo>
                  <a:cubicBezTo>
                    <a:pt x="3137" y="514"/>
                    <a:pt x="2896" y="620"/>
                    <a:pt x="2665" y="783"/>
                  </a:cubicBezTo>
                  <a:cubicBezTo>
                    <a:pt x="2593" y="522"/>
                    <a:pt x="2422" y="9"/>
                    <a:pt x="21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42"/>
            <p:cNvSpPr/>
            <p:nvPr/>
          </p:nvSpPr>
          <p:spPr>
            <a:xfrm>
              <a:off x="2104550" y="2645725"/>
              <a:ext cx="70475" cy="71200"/>
            </a:xfrm>
            <a:custGeom>
              <a:avLst/>
              <a:gdLst/>
              <a:ahLst/>
              <a:cxnLst/>
              <a:rect l="l" t="t" r="r" b="b"/>
              <a:pathLst>
                <a:path w="2819" h="2848" extrusionOk="0">
                  <a:moveTo>
                    <a:pt x="1351" y="0"/>
                  </a:moveTo>
                  <a:cubicBezTo>
                    <a:pt x="1198" y="0"/>
                    <a:pt x="1063" y="270"/>
                    <a:pt x="1018" y="531"/>
                  </a:cubicBezTo>
                  <a:cubicBezTo>
                    <a:pt x="872" y="465"/>
                    <a:pt x="732" y="431"/>
                    <a:pt x="615" y="431"/>
                  </a:cubicBezTo>
                  <a:cubicBezTo>
                    <a:pt x="495" y="431"/>
                    <a:pt x="398" y="467"/>
                    <a:pt x="343" y="540"/>
                  </a:cubicBezTo>
                  <a:cubicBezTo>
                    <a:pt x="262" y="648"/>
                    <a:pt x="298" y="828"/>
                    <a:pt x="424" y="1017"/>
                  </a:cubicBezTo>
                  <a:cubicBezTo>
                    <a:pt x="280" y="1062"/>
                    <a:pt x="163" y="1152"/>
                    <a:pt x="91" y="1287"/>
                  </a:cubicBezTo>
                  <a:cubicBezTo>
                    <a:pt x="1" y="1494"/>
                    <a:pt x="55" y="1746"/>
                    <a:pt x="235" y="1899"/>
                  </a:cubicBezTo>
                  <a:cubicBezTo>
                    <a:pt x="298" y="1944"/>
                    <a:pt x="370" y="1962"/>
                    <a:pt x="451" y="1962"/>
                  </a:cubicBezTo>
                  <a:cubicBezTo>
                    <a:pt x="370" y="2205"/>
                    <a:pt x="397" y="2430"/>
                    <a:pt x="541" y="2538"/>
                  </a:cubicBezTo>
                  <a:cubicBezTo>
                    <a:pt x="592" y="2574"/>
                    <a:pt x="656" y="2591"/>
                    <a:pt x="727" y="2591"/>
                  </a:cubicBezTo>
                  <a:cubicBezTo>
                    <a:pt x="854" y="2591"/>
                    <a:pt x="1005" y="2535"/>
                    <a:pt x="1144" y="2430"/>
                  </a:cubicBezTo>
                  <a:cubicBezTo>
                    <a:pt x="1262" y="2674"/>
                    <a:pt x="1434" y="2847"/>
                    <a:pt x="1552" y="2847"/>
                  </a:cubicBezTo>
                  <a:cubicBezTo>
                    <a:pt x="1560" y="2847"/>
                    <a:pt x="1568" y="2846"/>
                    <a:pt x="1576" y="2844"/>
                  </a:cubicBezTo>
                  <a:cubicBezTo>
                    <a:pt x="1693" y="2817"/>
                    <a:pt x="1756" y="2610"/>
                    <a:pt x="1765" y="2358"/>
                  </a:cubicBezTo>
                  <a:cubicBezTo>
                    <a:pt x="1912" y="2427"/>
                    <a:pt x="2054" y="2463"/>
                    <a:pt x="2176" y="2463"/>
                  </a:cubicBezTo>
                  <a:cubicBezTo>
                    <a:pt x="2310" y="2463"/>
                    <a:pt x="2419" y="2421"/>
                    <a:pt x="2485" y="2331"/>
                  </a:cubicBezTo>
                  <a:cubicBezTo>
                    <a:pt x="2593" y="2187"/>
                    <a:pt x="2530" y="1944"/>
                    <a:pt x="2350" y="1719"/>
                  </a:cubicBezTo>
                  <a:cubicBezTo>
                    <a:pt x="2602" y="1548"/>
                    <a:pt x="2818" y="1269"/>
                    <a:pt x="2746" y="1107"/>
                  </a:cubicBezTo>
                  <a:cubicBezTo>
                    <a:pt x="2692" y="990"/>
                    <a:pt x="2476" y="927"/>
                    <a:pt x="2233" y="918"/>
                  </a:cubicBezTo>
                  <a:cubicBezTo>
                    <a:pt x="2296" y="756"/>
                    <a:pt x="2404" y="414"/>
                    <a:pt x="2269" y="315"/>
                  </a:cubicBezTo>
                  <a:cubicBezTo>
                    <a:pt x="2237" y="292"/>
                    <a:pt x="2199" y="282"/>
                    <a:pt x="2157" y="282"/>
                  </a:cubicBezTo>
                  <a:cubicBezTo>
                    <a:pt x="2019" y="282"/>
                    <a:pt x="1838" y="392"/>
                    <a:pt x="1693" y="522"/>
                  </a:cubicBezTo>
                  <a:cubicBezTo>
                    <a:pt x="1648" y="360"/>
                    <a:pt x="1522" y="0"/>
                    <a:pt x="13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42"/>
            <p:cNvSpPr/>
            <p:nvPr/>
          </p:nvSpPr>
          <p:spPr>
            <a:xfrm>
              <a:off x="1786625" y="2665075"/>
              <a:ext cx="89575" cy="9700"/>
            </a:xfrm>
            <a:custGeom>
              <a:avLst/>
              <a:gdLst/>
              <a:ahLst/>
              <a:cxnLst/>
              <a:rect l="l" t="t" r="r" b="b"/>
              <a:pathLst>
                <a:path w="3583" h="388" extrusionOk="0">
                  <a:moveTo>
                    <a:pt x="261" y="0"/>
                  </a:moveTo>
                  <a:cubicBezTo>
                    <a:pt x="0" y="0"/>
                    <a:pt x="0" y="387"/>
                    <a:pt x="261" y="387"/>
                  </a:cubicBezTo>
                  <a:lnTo>
                    <a:pt x="3330" y="387"/>
                  </a:lnTo>
                  <a:cubicBezTo>
                    <a:pt x="3582" y="387"/>
                    <a:pt x="3582" y="0"/>
                    <a:pt x="33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42"/>
            <p:cNvSpPr/>
            <p:nvPr/>
          </p:nvSpPr>
          <p:spPr>
            <a:xfrm>
              <a:off x="1786625" y="2688475"/>
              <a:ext cx="89575" cy="9700"/>
            </a:xfrm>
            <a:custGeom>
              <a:avLst/>
              <a:gdLst/>
              <a:ahLst/>
              <a:cxnLst/>
              <a:rect l="l" t="t" r="r" b="b"/>
              <a:pathLst>
                <a:path w="3583" h="388" extrusionOk="0">
                  <a:moveTo>
                    <a:pt x="261" y="0"/>
                  </a:moveTo>
                  <a:cubicBezTo>
                    <a:pt x="0" y="0"/>
                    <a:pt x="0" y="387"/>
                    <a:pt x="261" y="387"/>
                  </a:cubicBezTo>
                  <a:lnTo>
                    <a:pt x="3330" y="387"/>
                  </a:lnTo>
                  <a:cubicBezTo>
                    <a:pt x="3582" y="387"/>
                    <a:pt x="3582" y="0"/>
                    <a:pt x="33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42"/>
            <p:cNvSpPr/>
            <p:nvPr/>
          </p:nvSpPr>
          <p:spPr>
            <a:xfrm>
              <a:off x="2389200" y="2633800"/>
              <a:ext cx="86425" cy="23650"/>
            </a:xfrm>
            <a:custGeom>
              <a:avLst/>
              <a:gdLst/>
              <a:ahLst/>
              <a:cxnLst/>
              <a:rect l="l" t="t" r="r" b="b"/>
              <a:pathLst>
                <a:path w="3457" h="946" extrusionOk="0">
                  <a:moveTo>
                    <a:pt x="64" y="0"/>
                  </a:moveTo>
                  <a:cubicBezTo>
                    <a:pt x="28" y="0"/>
                    <a:pt x="1" y="27"/>
                    <a:pt x="1" y="63"/>
                  </a:cubicBezTo>
                  <a:lnTo>
                    <a:pt x="1" y="891"/>
                  </a:lnTo>
                  <a:cubicBezTo>
                    <a:pt x="1" y="918"/>
                    <a:pt x="28" y="945"/>
                    <a:pt x="64" y="945"/>
                  </a:cubicBezTo>
                  <a:lnTo>
                    <a:pt x="3403" y="945"/>
                  </a:lnTo>
                  <a:cubicBezTo>
                    <a:pt x="3430" y="945"/>
                    <a:pt x="3457" y="918"/>
                    <a:pt x="3457" y="891"/>
                  </a:cubicBezTo>
                  <a:lnTo>
                    <a:pt x="3457" y="63"/>
                  </a:lnTo>
                  <a:cubicBezTo>
                    <a:pt x="3457" y="27"/>
                    <a:pt x="3430" y="0"/>
                    <a:pt x="34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42"/>
            <p:cNvSpPr/>
            <p:nvPr/>
          </p:nvSpPr>
          <p:spPr>
            <a:xfrm>
              <a:off x="1890350" y="2752150"/>
              <a:ext cx="81250" cy="28825"/>
            </a:xfrm>
            <a:custGeom>
              <a:avLst/>
              <a:gdLst/>
              <a:ahLst/>
              <a:cxnLst/>
              <a:rect l="l" t="t" r="r" b="b"/>
              <a:pathLst>
                <a:path w="3250" h="1153" extrusionOk="0">
                  <a:moveTo>
                    <a:pt x="90" y="1"/>
                  </a:moveTo>
                  <a:lnTo>
                    <a:pt x="0" y="784"/>
                  </a:lnTo>
                  <a:lnTo>
                    <a:pt x="3160" y="1153"/>
                  </a:lnTo>
                  <a:lnTo>
                    <a:pt x="3250" y="370"/>
                  </a:lnTo>
                  <a:lnTo>
                    <a:pt x="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42"/>
            <p:cNvSpPr/>
            <p:nvPr/>
          </p:nvSpPr>
          <p:spPr>
            <a:xfrm>
              <a:off x="2270850" y="2570800"/>
              <a:ext cx="25450" cy="13300"/>
            </a:xfrm>
            <a:custGeom>
              <a:avLst/>
              <a:gdLst/>
              <a:ahLst/>
              <a:cxnLst/>
              <a:rect l="l" t="t" r="r" b="b"/>
              <a:pathLst>
                <a:path w="1018" h="532" extrusionOk="0">
                  <a:moveTo>
                    <a:pt x="504" y="0"/>
                  </a:moveTo>
                  <a:cubicBezTo>
                    <a:pt x="225" y="0"/>
                    <a:pt x="0" y="117"/>
                    <a:pt x="0" y="270"/>
                  </a:cubicBezTo>
                  <a:cubicBezTo>
                    <a:pt x="0" y="414"/>
                    <a:pt x="225" y="531"/>
                    <a:pt x="504" y="531"/>
                  </a:cubicBezTo>
                  <a:cubicBezTo>
                    <a:pt x="792" y="531"/>
                    <a:pt x="1017" y="414"/>
                    <a:pt x="1017" y="270"/>
                  </a:cubicBezTo>
                  <a:cubicBezTo>
                    <a:pt x="1017" y="117"/>
                    <a:pt x="792" y="0"/>
                    <a:pt x="5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42"/>
            <p:cNvSpPr/>
            <p:nvPr/>
          </p:nvSpPr>
          <p:spPr>
            <a:xfrm>
              <a:off x="2288850" y="2593300"/>
              <a:ext cx="21625" cy="9925"/>
            </a:xfrm>
            <a:custGeom>
              <a:avLst/>
              <a:gdLst/>
              <a:ahLst/>
              <a:cxnLst/>
              <a:rect l="l" t="t" r="r" b="b"/>
              <a:pathLst>
                <a:path w="865" h="397" extrusionOk="0">
                  <a:moveTo>
                    <a:pt x="432" y="0"/>
                  </a:moveTo>
                  <a:cubicBezTo>
                    <a:pt x="198" y="0"/>
                    <a:pt x="0" y="90"/>
                    <a:pt x="0" y="198"/>
                  </a:cubicBezTo>
                  <a:cubicBezTo>
                    <a:pt x="0" y="306"/>
                    <a:pt x="198" y="396"/>
                    <a:pt x="432" y="396"/>
                  </a:cubicBezTo>
                  <a:cubicBezTo>
                    <a:pt x="666" y="396"/>
                    <a:pt x="864" y="306"/>
                    <a:pt x="864" y="198"/>
                  </a:cubicBezTo>
                  <a:cubicBezTo>
                    <a:pt x="864" y="90"/>
                    <a:pt x="666" y="0"/>
                    <a:pt x="4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90" name="Google Shape;3890;p42"/>
          <p:cNvSpPr txBox="1"/>
          <p:nvPr/>
        </p:nvSpPr>
        <p:spPr>
          <a:xfrm>
            <a:off x="5796114" y="478060"/>
            <a:ext cx="25119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 smtClean="0">
                <a:solidFill>
                  <a:schemeClr val="dk1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DEMERITS</a:t>
            </a:r>
            <a:endParaRPr sz="2600" b="1" dirty="0">
              <a:solidFill>
                <a:schemeClr val="dk1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sp>
        <p:nvSpPr>
          <p:cNvPr id="3891" name="Google Shape;3891;p42"/>
          <p:cNvSpPr txBox="1"/>
          <p:nvPr/>
        </p:nvSpPr>
        <p:spPr>
          <a:xfrm>
            <a:off x="5881838" y="982266"/>
            <a:ext cx="3026417" cy="386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Limited </a:t>
            </a:r>
            <a:r>
              <a:rPr lang="en-US" b="1" dirty="0"/>
              <a:t>by Plant Type:</a:t>
            </a:r>
            <a:endParaRPr lang="en-US" dirty="0"/>
          </a:p>
          <a:p>
            <a:pPr lvl="1"/>
            <a:r>
              <a:rPr lang="en-US" dirty="0"/>
              <a:t>Some plants are hardier and may not require detailed analysis, making the process unnecessary for certain species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Risk of Over-Management:</a:t>
            </a:r>
            <a:endParaRPr lang="en-US" dirty="0"/>
          </a:p>
          <a:p>
            <a:pPr lvl="1"/>
            <a:r>
              <a:rPr lang="en-US" dirty="0"/>
              <a:t>Excessive tinkering with plant conditions (e.g., over-fertilizing or over-pruning) can harm plants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Not Always Accurate:</a:t>
            </a:r>
            <a:endParaRPr lang="en-US" dirty="0"/>
          </a:p>
          <a:p>
            <a:pPr lvl="1"/>
            <a:r>
              <a:rPr lang="en-US" dirty="0"/>
              <a:t>Tools like moisture meters or soil testers may sometimes provide inaccurate readings, leading to incorrect care decisions.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892" name="Google Shape;3892;p42"/>
          <p:cNvSpPr txBox="1"/>
          <p:nvPr/>
        </p:nvSpPr>
        <p:spPr>
          <a:xfrm>
            <a:off x="221456" y="817960"/>
            <a:ext cx="3043405" cy="408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Environmental </a:t>
            </a:r>
            <a:r>
              <a:rPr lang="en-US" b="1" dirty="0"/>
              <a:t>Benefits:</a:t>
            </a:r>
            <a:endParaRPr lang="en-US" dirty="0"/>
          </a:p>
          <a:p>
            <a:pPr lvl="1"/>
            <a:r>
              <a:rPr lang="en-US" dirty="0" smtClean="0"/>
              <a:t>Healthy </a:t>
            </a:r>
            <a:r>
              <a:rPr lang="en-US" dirty="0"/>
              <a:t>plants contribute to better air quality, soil health, and ecosystem balance</a:t>
            </a:r>
            <a:r>
              <a:rPr lang="en-US" dirty="0" smtClean="0"/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Educational </a:t>
            </a:r>
            <a:r>
              <a:rPr lang="en-US" b="1" dirty="0" smtClean="0"/>
              <a:t>Value:</a:t>
            </a:r>
            <a:endParaRPr lang="en-US" dirty="0"/>
          </a:p>
          <a:p>
            <a:r>
              <a:rPr lang="en-US" dirty="0" smtClean="0"/>
              <a:t>Helps </a:t>
            </a:r>
            <a:r>
              <a:rPr lang="en-US" dirty="0"/>
              <a:t>gardeners and plant enthusiasts learn more about plant biology and care requirements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Prevents Diseases and Pests:</a:t>
            </a:r>
            <a:endParaRPr lang="en-US" dirty="0"/>
          </a:p>
          <a:p>
            <a:pPr lvl="1"/>
            <a:r>
              <a:rPr lang="en-US" dirty="0"/>
              <a:t>Early detection of issues like nutrient deficiencies or overwatering can prevent diseases and pest infestations.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3893" name="Google Shape;3893;p42"/>
          <p:cNvSpPr txBox="1"/>
          <p:nvPr/>
        </p:nvSpPr>
        <p:spPr>
          <a:xfrm>
            <a:off x="750261" y="308110"/>
            <a:ext cx="25146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 smtClean="0">
                <a:solidFill>
                  <a:schemeClr val="dk1"/>
                </a:solidFill>
                <a:latin typeface="Signika Negative"/>
                <a:ea typeface="Signika Negative"/>
                <a:cs typeface="Signika Negative"/>
                <a:sym typeface="Signika Negative"/>
              </a:rPr>
              <a:t>MERITS</a:t>
            </a:r>
            <a:endParaRPr sz="2600" b="1" dirty="0">
              <a:solidFill>
                <a:schemeClr val="dk1"/>
              </a:solidFill>
              <a:latin typeface="Signika Negative"/>
              <a:ea typeface="Signika Negative"/>
              <a:cs typeface="Signika Negative"/>
              <a:sym typeface="Signika Negative"/>
            </a:endParaRPr>
          </a:p>
        </p:txBody>
      </p:sp>
      <p:pic>
        <p:nvPicPr>
          <p:cNvPr id="170" name="Picture 169">
            <a:extLst>
              <a:ext uri="{FF2B5EF4-FFF2-40B4-BE49-F238E27FC236}">
                <a16:creationId xmlns="" xmlns:a16="http://schemas.microsoft.com/office/drawing/2014/main" xmlns:lc="http://schemas.openxmlformats.org/drawingml/2006/lockedCanvas" id="{18FE2890-F45C-FD1B-8FFF-62BB6960C65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7317804" y="2490"/>
            <a:ext cx="1838626" cy="412660"/>
          </a:xfrm>
          <a:prstGeom prst="rect">
            <a:avLst/>
          </a:prstGeom>
        </p:spPr>
      </p:pic>
      <p:pic>
        <p:nvPicPr>
          <p:cNvPr id="171" name="Picture 170">
            <a:extLst>
              <a:ext uri="{FF2B5EF4-FFF2-40B4-BE49-F238E27FC236}">
                <a16:creationId xmlns="" xmlns:a16="http://schemas.microsoft.com/office/drawing/2014/main" xmlns:lc="http://schemas.openxmlformats.org/drawingml/2006/lockedCanvas" id="{ADD83C07-7039-3207-128A-5F04B0834CC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8647" cy="4606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1"/>
          <p:cNvSpPr txBox="1">
            <a:spLocks noGrp="1"/>
          </p:cNvSpPr>
          <p:nvPr>
            <p:ph type="title"/>
          </p:nvPr>
        </p:nvSpPr>
        <p:spPr>
          <a:xfrm>
            <a:off x="713225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FUTURE SCOPE</a:t>
            </a:r>
            <a:endParaRPr dirty="0"/>
          </a:p>
        </p:txBody>
      </p:sp>
      <p:graphicFrame>
        <p:nvGraphicFramePr>
          <p:cNvPr id="980" name="Google Shape;980;p31"/>
          <p:cNvGraphicFramePr/>
          <p:nvPr>
            <p:extLst>
              <p:ext uri="{D42A27DB-BD31-4B8C-83A1-F6EECF244321}">
                <p14:modId xmlns:p14="http://schemas.microsoft.com/office/powerpoint/2010/main" val="3498029426"/>
              </p:ext>
            </p:extLst>
          </p:nvPr>
        </p:nvGraphicFramePr>
        <p:xfrm>
          <a:off x="720000" y="1863489"/>
          <a:ext cx="7704000" cy="3222063"/>
        </p:xfrm>
        <a:graphic>
          <a:graphicData uri="http://schemas.openxmlformats.org/drawingml/2006/table">
            <a:tbl>
              <a:tblPr>
                <a:noFill/>
                <a:tableStyleId>{E142F6D6-4C69-4C37-808B-88331DC5DE80}</a:tableStyleId>
              </a:tblPr>
              <a:tblGrid>
                <a:gridCol w="2478750"/>
                <a:gridCol w="5225250"/>
              </a:tblGrid>
              <a:tr h="46954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dirty="0" smtClean="0"/>
                        <a:t>AI-Based Plant Disease Detection</a:t>
                      </a:r>
                      <a:r>
                        <a:rPr lang="en-IN" sz="1000" dirty="0" smtClean="0"/>
                        <a:t> </a:t>
                      </a:r>
                      <a:endParaRPr sz="1000" b="1" dirty="0">
                        <a:solidFill>
                          <a:schemeClr val="dk2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/>
                        <a:t>Use </a:t>
                      </a:r>
                      <a:r>
                        <a:rPr lang="en-US" sz="1000" b="1" dirty="0" smtClean="0"/>
                        <a:t>CNN (Convolutional Neural Networks)</a:t>
                      </a:r>
                      <a:r>
                        <a:rPr lang="en-US" sz="1000" dirty="0" smtClean="0"/>
                        <a:t> for image classification.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/>
                        <a:t>Provide </a:t>
                      </a:r>
                      <a:r>
                        <a:rPr lang="en-US" sz="1000" b="1" dirty="0" smtClean="0"/>
                        <a:t>real-time disease diagnosis</a:t>
                      </a:r>
                      <a:r>
                        <a:rPr lang="en-US" sz="1000" dirty="0" smtClean="0"/>
                        <a:t> and suggest treatments.</a:t>
                      </a:r>
                      <a:endParaRPr sz="1000" dirty="0">
                        <a:solidFill>
                          <a:schemeClr val="dk2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0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dirty="0" smtClean="0"/>
                        <a:t>Automated Growth Prediction Models</a:t>
                      </a:r>
                      <a:r>
                        <a:rPr lang="en-IN" sz="1000" dirty="0" smtClean="0"/>
                        <a:t> </a:t>
                      </a:r>
                      <a:endParaRPr sz="1000" b="1" dirty="0">
                        <a:solidFill>
                          <a:schemeClr val="dk2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/>
                        <a:t>Develop </a:t>
                      </a:r>
                      <a:r>
                        <a:rPr lang="en-US" sz="1000" b="1" dirty="0" smtClean="0"/>
                        <a:t>predictive models</a:t>
                      </a:r>
                      <a:r>
                        <a:rPr lang="en-US" sz="1000" dirty="0" smtClean="0"/>
                        <a:t> using historical plant data.</a:t>
                      </a:r>
                      <a:endParaRPr sz="1000" dirty="0">
                        <a:solidFill>
                          <a:schemeClr val="dk2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954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 smtClean="0"/>
                        <a:t>Mobile App Version</a:t>
                      </a:r>
                      <a:endParaRPr sz="1000" b="1" dirty="0">
                        <a:solidFill>
                          <a:schemeClr val="dk2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/>
                        <a:t>Create a </a:t>
                      </a:r>
                      <a:r>
                        <a:rPr lang="en-US" sz="1000" b="1" dirty="0" smtClean="0"/>
                        <a:t>mobile-friendly version</a:t>
                      </a:r>
                      <a:r>
                        <a:rPr lang="en-US" sz="1000" dirty="0" smtClean="0"/>
                        <a:t> using Flutter or React Native.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/>
                        <a:t>Allow users to </a:t>
                      </a:r>
                      <a:r>
                        <a:rPr lang="en-US" sz="1000" b="1" dirty="0" smtClean="0"/>
                        <a:t>scan plant leaves</a:t>
                      </a:r>
                      <a:r>
                        <a:rPr lang="en-US" sz="1000" dirty="0" smtClean="0"/>
                        <a:t> for instant health reports</a:t>
                      </a:r>
                      <a:endParaRPr sz="1000" dirty="0">
                        <a:solidFill>
                          <a:schemeClr val="dk2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954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 smtClean="0"/>
                        <a:t>Community &amp; Social Features</a:t>
                      </a:r>
                      <a:endParaRPr sz="1000" b="1" dirty="0">
                        <a:solidFill>
                          <a:schemeClr val="dk2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/>
                        <a:t>Enable </a:t>
                      </a:r>
                      <a:r>
                        <a:rPr lang="en-US" sz="1000" b="1" dirty="0" smtClean="0"/>
                        <a:t>user discussions and Q&amp;A forums</a:t>
                      </a:r>
                      <a:r>
                        <a:rPr lang="en-US" sz="1000" dirty="0" smtClean="0"/>
                        <a:t> for plant care tips.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/>
                        <a:t>Users can </a:t>
                      </a:r>
                      <a:r>
                        <a:rPr lang="en-US" sz="1000" b="1" dirty="0" smtClean="0"/>
                        <a:t>share their plant growth journey</a:t>
                      </a:r>
                      <a:r>
                        <a:rPr lang="en-US" sz="1000" dirty="0" smtClean="0"/>
                        <a:t> with pictures and progress updates.</a:t>
                      </a:r>
                      <a:endParaRPr sz="1000" dirty="0">
                        <a:solidFill>
                          <a:schemeClr val="dk2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0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dirty="0">
                        <a:solidFill>
                          <a:schemeClr val="dk2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09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dirty="0">
                        <a:solidFill>
                          <a:schemeClr val="dk2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984" name="Google Shape;984;p31"/>
          <p:cNvGrpSpPr/>
          <p:nvPr/>
        </p:nvGrpSpPr>
        <p:grpSpPr>
          <a:xfrm flipH="1">
            <a:off x="7967370" y="-71293"/>
            <a:ext cx="1142991" cy="1945482"/>
            <a:chOff x="2482125" y="2288850"/>
            <a:chExt cx="432525" cy="736200"/>
          </a:xfrm>
        </p:grpSpPr>
        <p:sp>
          <p:nvSpPr>
            <p:cNvPr id="985" name="Google Shape;985;p31"/>
            <p:cNvSpPr/>
            <p:nvPr/>
          </p:nvSpPr>
          <p:spPr>
            <a:xfrm>
              <a:off x="2580350" y="2669575"/>
              <a:ext cx="55275" cy="117325"/>
            </a:xfrm>
            <a:custGeom>
              <a:avLst/>
              <a:gdLst/>
              <a:ahLst/>
              <a:cxnLst/>
              <a:rect l="l" t="t" r="r" b="b"/>
              <a:pathLst>
                <a:path w="2211" h="4693" extrusionOk="0">
                  <a:moveTo>
                    <a:pt x="927" y="0"/>
                  </a:moveTo>
                  <a:cubicBezTo>
                    <a:pt x="595" y="0"/>
                    <a:pt x="248" y="823"/>
                    <a:pt x="176" y="1512"/>
                  </a:cubicBezTo>
                  <a:cubicBezTo>
                    <a:pt x="0" y="3103"/>
                    <a:pt x="1180" y="4693"/>
                    <a:pt x="1680" y="4693"/>
                  </a:cubicBezTo>
                  <a:cubicBezTo>
                    <a:pt x="1692" y="4693"/>
                    <a:pt x="1704" y="4692"/>
                    <a:pt x="1715" y="4690"/>
                  </a:cubicBezTo>
                  <a:cubicBezTo>
                    <a:pt x="2210" y="4600"/>
                    <a:pt x="1967" y="2638"/>
                    <a:pt x="1688" y="1512"/>
                  </a:cubicBezTo>
                  <a:cubicBezTo>
                    <a:pt x="1562" y="1026"/>
                    <a:pt x="1301" y="0"/>
                    <a:pt x="932" y="0"/>
                  </a:cubicBezTo>
                  <a:cubicBezTo>
                    <a:pt x="930" y="0"/>
                    <a:pt x="929" y="0"/>
                    <a:pt x="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1"/>
            <p:cNvSpPr/>
            <p:nvPr/>
          </p:nvSpPr>
          <p:spPr>
            <a:xfrm>
              <a:off x="2592175" y="2673625"/>
              <a:ext cx="22075" cy="49300"/>
            </a:xfrm>
            <a:custGeom>
              <a:avLst/>
              <a:gdLst/>
              <a:ahLst/>
              <a:cxnLst/>
              <a:rect l="l" t="t" r="r" b="b"/>
              <a:pathLst>
                <a:path w="883" h="1972" extrusionOk="0">
                  <a:moveTo>
                    <a:pt x="526" y="0"/>
                  </a:moveTo>
                  <a:cubicBezTo>
                    <a:pt x="319" y="0"/>
                    <a:pt x="0" y="572"/>
                    <a:pt x="27" y="1116"/>
                  </a:cubicBezTo>
                  <a:cubicBezTo>
                    <a:pt x="36" y="1512"/>
                    <a:pt x="225" y="1972"/>
                    <a:pt x="423" y="1972"/>
                  </a:cubicBezTo>
                  <a:cubicBezTo>
                    <a:pt x="621" y="1972"/>
                    <a:pt x="783" y="1467"/>
                    <a:pt x="828" y="1116"/>
                  </a:cubicBezTo>
                  <a:cubicBezTo>
                    <a:pt x="882" y="630"/>
                    <a:pt x="747" y="18"/>
                    <a:pt x="531" y="0"/>
                  </a:cubicBezTo>
                  <a:cubicBezTo>
                    <a:pt x="530" y="0"/>
                    <a:pt x="528" y="0"/>
                    <a:pt x="5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1"/>
            <p:cNvSpPr/>
            <p:nvPr/>
          </p:nvSpPr>
          <p:spPr>
            <a:xfrm>
              <a:off x="2550100" y="2720975"/>
              <a:ext cx="57400" cy="86775"/>
            </a:xfrm>
            <a:custGeom>
              <a:avLst/>
              <a:gdLst/>
              <a:ahLst/>
              <a:cxnLst/>
              <a:rect l="l" t="t" r="r" b="b"/>
              <a:pathLst>
                <a:path w="2296" h="3471" extrusionOk="0">
                  <a:moveTo>
                    <a:pt x="598" y="1"/>
                  </a:moveTo>
                  <a:cubicBezTo>
                    <a:pt x="469" y="1"/>
                    <a:pt x="339" y="38"/>
                    <a:pt x="234" y="114"/>
                  </a:cubicBezTo>
                  <a:cubicBezTo>
                    <a:pt x="0" y="285"/>
                    <a:pt x="27" y="627"/>
                    <a:pt x="261" y="1158"/>
                  </a:cubicBezTo>
                  <a:cubicBezTo>
                    <a:pt x="742" y="2232"/>
                    <a:pt x="1814" y="3470"/>
                    <a:pt x="2192" y="3470"/>
                  </a:cubicBezTo>
                  <a:cubicBezTo>
                    <a:pt x="2210" y="3470"/>
                    <a:pt x="2227" y="3467"/>
                    <a:pt x="2241" y="3462"/>
                  </a:cubicBezTo>
                  <a:cubicBezTo>
                    <a:pt x="2295" y="3444"/>
                    <a:pt x="2295" y="3390"/>
                    <a:pt x="1494" y="1158"/>
                  </a:cubicBezTo>
                  <a:cubicBezTo>
                    <a:pt x="1287" y="573"/>
                    <a:pt x="1089" y="50"/>
                    <a:pt x="675" y="5"/>
                  </a:cubicBezTo>
                  <a:cubicBezTo>
                    <a:pt x="650" y="2"/>
                    <a:pt x="624" y="1"/>
                    <a:pt x="5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1"/>
            <p:cNvSpPr/>
            <p:nvPr/>
          </p:nvSpPr>
          <p:spPr>
            <a:xfrm>
              <a:off x="2650225" y="2710075"/>
              <a:ext cx="38050" cy="95650"/>
            </a:xfrm>
            <a:custGeom>
              <a:avLst/>
              <a:gdLst/>
              <a:ahLst/>
              <a:cxnLst/>
              <a:rect l="l" t="t" r="r" b="b"/>
              <a:pathLst>
                <a:path w="1522" h="3826" extrusionOk="0">
                  <a:moveTo>
                    <a:pt x="765" y="0"/>
                  </a:moveTo>
                  <a:cubicBezTo>
                    <a:pt x="333" y="0"/>
                    <a:pt x="0" y="856"/>
                    <a:pt x="0" y="1909"/>
                  </a:cubicBezTo>
                  <a:cubicBezTo>
                    <a:pt x="0" y="2971"/>
                    <a:pt x="333" y="3826"/>
                    <a:pt x="765" y="3826"/>
                  </a:cubicBezTo>
                  <a:cubicBezTo>
                    <a:pt x="1188" y="3826"/>
                    <a:pt x="1521" y="2962"/>
                    <a:pt x="1521" y="1909"/>
                  </a:cubicBezTo>
                  <a:cubicBezTo>
                    <a:pt x="1521" y="856"/>
                    <a:pt x="1188" y="0"/>
                    <a:pt x="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1"/>
            <p:cNvSpPr/>
            <p:nvPr/>
          </p:nvSpPr>
          <p:spPr>
            <a:xfrm>
              <a:off x="2630200" y="2622675"/>
              <a:ext cx="52000" cy="112425"/>
            </a:xfrm>
            <a:custGeom>
              <a:avLst/>
              <a:gdLst/>
              <a:ahLst/>
              <a:cxnLst/>
              <a:rect l="l" t="t" r="r" b="b"/>
              <a:pathLst>
                <a:path w="2080" h="4497" extrusionOk="0">
                  <a:moveTo>
                    <a:pt x="990" y="0"/>
                  </a:moveTo>
                  <a:cubicBezTo>
                    <a:pt x="969" y="0"/>
                    <a:pt x="948" y="1"/>
                    <a:pt x="927" y="4"/>
                  </a:cubicBezTo>
                  <a:cubicBezTo>
                    <a:pt x="369" y="85"/>
                    <a:pt x="252" y="1264"/>
                    <a:pt x="171" y="1813"/>
                  </a:cubicBezTo>
                  <a:cubicBezTo>
                    <a:pt x="0" y="2920"/>
                    <a:pt x="99" y="4451"/>
                    <a:pt x="531" y="4496"/>
                  </a:cubicBezTo>
                  <a:cubicBezTo>
                    <a:pt x="536" y="4496"/>
                    <a:pt x="541" y="4496"/>
                    <a:pt x="545" y="4496"/>
                  </a:cubicBezTo>
                  <a:cubicBezTo>
                    <a:pt x="801" y="4496"/>
                    <a:pt x="790" y="3741"/>
                    <a:pt x="1701" y="1813"/>
                  </a:cubicBezTo>
                  <a:cubicBezTo>
                    <a:pt x="1854" y="1480"/>
                    <a:pt x="2079" y="1030"/>
                    <a:pt x="1827" y="589"/>
                  </a:cubicBezTo>
                  <a:cubicBezTo>
                    <a:pt x="1667" y="311"/>
                    <a:pt x="1308" y="0"/>
                    <a:pt x="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1"/>
            <p:cNvSpPr/>
            <p:nvPr/>
          </p:nvSpPr>
          <p:spPr>
            <a:xfrm>
              <a:off x="2621425" y="2722900"/>
              <a:ext cx="47950" cy="92950"/>
            </a:xfrm>
            <a:custGeom>
              <a:avLst/>
              <a:gdLst/>
              <a:ahLst/>
              <a:cxnLst/>
              <a:rect l="l" t="t" r="r" b="b"/>
              <a:pathLst>
                <a:path w="1918" h="3718" extrusionOk="0">
                  <a:moveTo>
                    <a:pt x="954" y="1"/>
                  </a:moveTo>
                  <a:cubicBezTo>
                    <a:pt x="432" y="1"/>
                    <a:pt x="0" y="829"/>
                    <a:pt x="0" y="1855"/>
                  </a:cubicBezTo>
                  <a:cubicBezTo>
                    <a:pt x="0" y="2881"/>
                    <a:pt x="432" y="3718"/>
                    <a:pt x="954" y="3718"/>
                  </a:cubicBezTo>
                  <a:cubicBezTo>
                    <a:pt x="1485" y="3718"/>
                    <a:pt x="1917" y="2881"/>
                    <a:pt x="1917" y="1855"/>
                  </a:cubicBezTo>
                  <a:cubicBezTo>
                    <a:pt x="1917" y="829"/>
                    <a:pt x="1485" y="1"/>
                    <a:pt x="9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1"/>
            <p:cNvSpPr/>
            <p:nvPr/>
          </p:nvSpPr>
          <p:spPr>
            <a:xfrm>
              <a:off x="2515900" y="2751550"/>
              <a:ext cx="77875" cy="80350"/>
            </a:xfrm>
            <a:custGeom>
              <a:avLst/>
              <a:gdLst/>
              <a:ahLst/>
              <a:cxnLst/>
              <a:rect l="l" t="t" r="r" b="b"/>
              <a:pathLst>
                <a:path w="3115" h="3214" extrusionOk="0">
                  <a:moveTo>
                    <a:pt x="541" y="1"/>
                  </a:moveTo>
                  <a:cubicBezTo>
                    <a:pt x="475" y="1"/>
                    <a:pt x="416" y="11"/>
                    <a:pt x="369" y="34"/>
                  </a:cubicBezTo>
                  <a:cubicBezTo>
                    <a:pt x="0" y="205"/>
                    <a:pt x="297" y="1033"/>
                    <a:pt x="486" y="1411"/>
                  </a:cubicBezTo>
                  <a:cubicBezTo>
                    <a:pt x="941" y="2354"/>
                    <a:pt x="2027" y="3213"/>
                    <a:pt x="2570" y="3213"/>
                  </a:cubicBezTo>
                  <a:cubicBezTo>
                    <a:pt x="2618" y="3213"/>
                    <a:pt x="2662" y="3207"/>
                    <a:pt x="2700" y="3193"/>
                  </a:cubicBezTo>
                  <a:cubicBezTo>
                    <a:pt x="3114" y="3040"/>
                    <a:pt x="2988" y="2050"/>
                    <a:pt x="2511" y="1339"/>
                  </a:cubicBezTo>
                  <a:cubicBezTo>
                    <a:pt x="2018" y="600"/>
                    <a:pt x="1042" y="1"/>
                    <a:pt x="5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1"/>
            <p:cNvSpPr/>
            <p:nvPr/>
          </p:nvSpPr>
          <p:spPr>
            <a:xfrm>
              <a:off x="2514325" y="2708500"/>
              <a:ext cx="29950" cy="53350"/>
            </a:xfrm>
            <a:custGeom>
              <a:avLst/>
              <a:gdLst/>
              <a:ahLst/>
              <a:cxnLst/>
              <a:rect l="l" t="t" r="r" b="b"/>
              <a:pathLst>
                <a:path w="1198" h="2134" extrusionOk="0">
                  <a:moveTo>
                    <a:pt x="603" y="0"/>
                  </a:moveTo>
                  <a:cubicBezTo>
                    <a:pt x="270" y="0"/>
                    <a:pt x="0" y="477"/>
                    <a:pt x="0" y="1063"/>
                  </a:cubicBezTo>
                  <a:cubicBezTo>
                    <a:pt x="0" y="1657"/>
                    <a:pt x="270" y="2134"/>
                    <a:pt x="603" y="2134"/>
                  </a:cubicBezTo>
                  <a:cubicBezTo>
                    <a:pt x="936" y="2134"/>
                    <a:pt x="1197" y="1657"/>
                    <a:pt x="1197" y="1063"/>
                  </a:cubicBezTo>
                  <a:cubicBezTo>
                    <a:pt x="1197" y="486"/>
                    <a:pt x="936" y="0"/>
                    <a:pt x="6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1"/>
            <p:cNvSpPr/>
            <p:nvPr/>
          </p:nvSpPr>
          <p:spPr>
            <a:xfrm>
              <a:off x="2706250" y="2703775"/>
              <a:ext cx="36700" cy="118150"/>
            </a:xfrm>
            <a:custGeom>
              <a:avLst/>
              <a:gdLst/>
              <a:ahLst/>
              <a:cxnLst/>
              <a:rect l="l" t="t" r="r" b="b"/>
              <a:pathLst>
                <a:path w="1468" h="4726" extrusionOk="0">
                  <a:moveTo>
                    <a:pt x="730" y="0"/>
                  </a:moveTo>
                  <a:cubicBezTo>
                    <a:pt x="325" y="0"/>
                    <a:pt x="0" y="1054"/>
                    <a:pt x="0" y="2359"/>
                  </a:cubicBezTo>
                  <a:cubicBezTo>
                    <a:pt x="0" y="3664"/>
                    <a:pt x="325" y="4726"/>
                    <a:pt x="730" y="4726"/>
                  </a:cubicBezTo>
                  <a:cubicBezTo>
                    <a:pt x="1135" y="4726"/>
                    <a:pt x="1468" y="3664"/>
                    <a:pt x="1468" y="2359"/>
                  </a:cubicBezTo>
                  <a:cubicBezTo>
                    <a:pt x="1468" y="1054"/>
                    <a:pt x="1135" y="0"/>
                    <a:pt x="730" y="0"/>
                  </a:cubicBezTo>
                  <a:close/>
                </a:path>
              </a:pathLst>
            </a:custGeom>
            <a:solidFill>
              <a:srgbClr val="6A7A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1"/>
            <p:cNvSpPr/>
            <p:nvPr/>
          </p:nvSpPr>
          <p:spPr>
            <a:xfrm>
              <a:off x="2709850" y="2639650"/>
              <a:ext cx="25225" cy="75175"/>
            </a:xfrm>
            <a:custGeom>
              <a:avLst/>
              <a:gdLst/>
              <a:ahLst/>
              <a:cxnLst/>
              <a:rect l="l" t="t" r="r" b="b"/>
              <a:pathLst>
                <a:path w="1009" h="3007" extrusionOk="0">
                  <a:moveTo>
                    <a:pt x="505" y="0"/>
                  </a:moveTo>
                  <a:cubicBezTo>
                    <a:pt x="226" y="0"/>
                    <a:pt x="0" y="675"/>
                    <a:pt x="0" y="1503"/>
                  </a:cubicBezTo>
                  <a:cubicBezTo>
                    <a:pt x="0" y="2331"/>
                    <a:pt x="226" y="3006"/>
                    <a:pt x="505" y="3006"/>
                  </a:cubicBezTo>
                  <a:cubicBezTo>
                    <a:pt x="784" y="3006"/>
                    <a:pt x="1009" y="2340"/>
                    <a:pt x="1009" y="1503"/>
                  </a:cubicBezTo>
                  <a:cubicBezTo>
                    <a:pt x="1009" y="675"/>
                    <a:pt x="784" y="0"/>
                    <a:pt x="5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1"/>
            <p:cNvSpPr/>
            <p:nvPr/>
          </p:nvSpPr>
          <p:spPr>
            <a:xfrm>
              <a:off x="2682850" y="2685550"/>
              <a:ext cx="34450" cy="76300"/>
            </a:xfrm>
            <a:custGeom>
              <a:avLst/>
              <a:gdLst/>
              <a:ahLst/>
              <a:cxnLst/>
              <a:rect l="l" t="t" r="r" b="b"/>
              <a:pathLst>
                <a:path w="1378" h="3052" extrusionOk="0">
                  <a:moveTo>
                    <a:pt x="693" y="0"/>
                  </a:moveTo>
                  <a:cubicBezTo>
                    <a:pt x="306" y="0"/>
                    <a:pt x="0" y="684"/>
                    <a:pt x="0" y="1522"/>
                  </a:cubicBezTo>
                  <a:cubicBezTo>
                    <a:pt x="0" y="2368"/>
                    <a:pt x="306" y="3052"/>
                    <a:pt x="693" y="3052"/>
                  </a:cubicBezTo>
                  <a:cubicBezTo>
                    <a:pt x="1071" y="3052"/>
                    <a:pt x="1378" y="2368"/>
                    <a:pt x="1378" y="1522"/>
                  </a:cubicBezTo>
                  <a:cubicBezTo>
                    <a:pt x="1378" y="684"/>
                    <a:pt x="1071" y="0"/>
                    <a:pt x="6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1"/>
            <p:cNvSpPr/>
            <p:nvPr/>
          </p:nvSpPr>
          <p:spPr>
            <a:xfrm>
              <a:off x="2777125" y="2690050"/>
              <a:ext cx="33100" cy="86200"/>
            </a:xfrm>
            <a:custGeom>
              <a:avLst/>
              <a:gdLst/>
              <a:ahLst/>
              <a:cxnLst/>
              <a:rect l="l" t="t" r="r" b="b"/>
              <a:pathLst>
                <a:path w="1324" h="3448" extrusionOk="0">
                  <a:moveTo>
                    <a:pt x="667" y="0"/>
                  </a:moveTo>
                  <a:cubicBezTo>
                    <a:pt x="298" y="0"/>
                    <a:pt x="1" y="774"/>
                    <a:pt x="1" y="1720"/>
                  </a:cubicBezTo>
                  <a:cubicBezTo>
                    <a:pt x="1" y="2674"/>
                    <a:pt x="298" y="3448"/>
                    <a:pt x="667" y="3448"/>
                  </a:cubicBezTo>
                  <a:cubicBezTo>
                    <a:pt x="1027" y="3448"/>
                    <a:pt x="1324" y="2674"/>
                    <a:pt x="1324" y="1720"/>
                  </a:cubicBezTo>
                  <a:cubicBezTo>
                    <a:pt x="1324" y="774"/>
                    <a:pt x="1027" y="0"/>
                    <a:pt x="6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1"/>
            <p:cNvSpPr/>
            <p:nvPr/>
          </p:nvSpPr>
          <p:spPr>
            <a:xfrm>
              <a:off x="2729875" y="2708500"/>
              <a:ext cx="32875" cy="86200"/>
            </a:xfrm>
            <a:custGeom>
              <a:avLst/>
              <a:gdLst/>
              <a:ahLst/>
              <a:cxnLst/>
              <a:rect l="l" t="t" r="r" b="b"/>
              <a:pathLst>
                <a:path w="1315" h="3448" extrusionOk="0">
                  <a:moveTo>
                    <a:pt x="658" y="0"/>
                  </a:moveTo>
                  <a:cubicBezTo>
                    <a:pt x="289" y="0"/>
                    <a:pt x="1" y="775"/>
                    <a:pt x="1" y="1720"/>
                  </a:cubicBezTo>
                  <a:cubicBezTo>
                    <a:pt x="1" y="2674"/>
                    <a:pt x="289" y="3448"/>
                    <a:pt x="658" y="3448"/>
                  </a:cubicBezTo>
                  <a:cubicBezTo>
                    <a:pt x="1018" y="3448"/>
                    <a:pt x="1315" y="2674"/>
                    <a:pt x="1315" y="1720"/>
                  </a:cubicBezTo>
                  <a:cubicBezTo>
                    <a:pt x="1315" y="775"/>
                    <a:pt x="1018" y="0"/>
                    <a:pt x="6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1"/>
            <p:cNvSpPr/>
            <p:nvPr/>
          </p:nvSpPr>
          <p:spPr>
            <a:xfrm>
              <a:off x="2737300" y="2751250"/>
              <a:ext cx="32875" cy="85975"/>
            </a:xfrm>
            <a:custGeom>
              <a:avLst/>
              <a:gdLst/>
              <a:ahLst/>
              <a:cxnLst/>
              <a:rect l="l" t="t" r="r" b="b"/>
              <a:pathLst>
                <a:path w="1315" h="3439" extrusionOk="0">
                  <a:moveTo>
                    <a:pt x="658" y="1"/>
                  </a:moveTo>
                  <a:cubicBezTo>
                    <a:pt x="298" y="1"/>
                    <a:pt x="1" y="766"/>
                    <a:pt x="1" y="1720"/>
                  </a:cubicBezTo>
                  <a:cubicBezTo>
                    <a:pt x="1" y="2674"/>
                    <a:pt x="298" y="3439"/>
                    <a:pt x="658" y="3439"/>
                  </a:cubicBezTo>
                  <a:cubicBezTo>
                    <a:pt x="1027" y="3439"/>
                    <a:pt x="1315" y="2674"/>
                    <a:pt x="1315" y="1720"/>
                  </a:cubicBezTo>
                  <a:cubicBezTo>
                    <a:pt x="1315" y="766"/>
                    <a:pt x="1027" y="1"/>
                    <a:pt x="6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1"/>
            <p:cNvSpPr/>
            <p:nvPr/>
          </p:nvSpPr>
          <p:spPr>
            <a:xfrm>
              <a:off x="2737975" y="2659450"/>
              <a:ext cx="31750" cy="68650"/>
            </a:xfrm>
            <a:custGeom>
              <a:avLst/>
              <a:gdLst/>
              <a:ahLst/>
              <a:cxnLst/>
              <a:rect l="l" t="t" r="r" b="b"/>
              <a:pathLst>
                <a:path w="1270" h="2746" extrusionOk="0">
                  <a:moveTo>
                    <a:pt x="631" y="0"/>
                  </a:moveTo>
                  <a:cubicBezTo>
                    <a:pt x="280" y="0"/>
                    <a:pt x="1" y="612"/>
                    <a:pt x="1" y="1377"/>
                  </a:cubicBezTo>
                  <a:cubicBezTo>
                    <a:pt x="1" y="2133"/>
                    <a:pt x="280" y="2746"/>
                    <a:pt x="631" y="2746"/>
                  </a:cubicBezTo>
                  <a:cubicBezTo>
                    <a:pt x="982" y="2746"/>
                    <a:pt x="1270" y="2133"/>
                    <a:pt x="1270" y="1377"/>
                  </a:cubicBezTo>
                  <a:cubicBezTo>
                    <a:pt x="1270" y="612"/>
                    <a:pt x="982" y="0"/>
                    <a:pt x="6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1"/>
            <p:cNvSpPr/>
            <p:nvPr/>
          </p:nvSpPr>
          <p:spPr>
            <a:xfrm>
              <a:off x="2659000" y="2652700"/>
              <a:ext cx="33550" cy="53350"/>
            </a:xfrm>
            <a:custGeom>
              <a:avLst/>
              <a:gdLst/>
              <a:ahLst/>
              <a:cxnLst/>
              <a:rect l="l" t="t" r="r" b="b"/>
              <a:pathLst>
                <a:path w="1342" h="2134" extrusionOk="0">
                  <a:moveTo>
                    <a:pt x="675" y="0"/>
                  </a:moveTo>
                  <a:cubicBezTo>
                    <a:pt x="297" y="0"/>
                    <a:pt x="0" y="477"/>
                    <a:pt x="0" y="1062"/>
                  </a:cubicBezTo>
                  <a:cubicBezTo>
                    <a:pt x="0" y="1656"/>
                    <a:pt x="306" y="2133"/>
                    <a:pt x="675" y="2133"/>
                  </a:cubicBezTo>
                  <a:cubicBezTo>
                    <a:pt x="1044" y="2133"/>
                    <a:pt x="1341" y="1656"/>
                    <a:pt x="1341" y="1062"/>
                  </a:cubicBezTo>
                  <a:cubicBezTo>
                    <a:pt x="1341" y="477"/>
                    <a:pt x="1053" y="0"/>
                    <a:pt x="6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1"/>
            <p:cNvSpPr/>
            <p:nvPr/>
          </p:nvSpPr>
          <p:spPr>
            <a:xfrm>
              <a:off x="2739775" y="2737075"/>
              <a:ext cx="43000" cy="97125"/>
            </a:xfrm>
            <a:custGeom>
              <a:avLst/>
              <a:gdLst/>
              <a:ahLst/>
              <a:cxnLst/>
              <a:rect l="l" t="t" r="r" b="b"/>
              <a:pathLst>
                <a:path w="1720" h="3885" extrusionOk="0">
                  <a:moveTo>
                    <a:pt x="1126" y="1"/>
                  </a:moveTo>
                  <a:cubicBezTo>
                    <a:pt x="1054" y="1"/>
                    <a:pt x="919" y="82"/>
                    <a:pt x="568" y="1531"/>
                  </a:cubicBezTo>
                  <a:cubicBezTo>
                    <a:pt x="190" y="3061"/>
                    <a:pt x="1" y="3835"/>
                    <a:pt x="190" y="3880"/>
                  </a:cubicBezTo>
                  <a:cubicBezTo>
                    <a:pt x="201" y="3883"/>
                    <a:pt x="213" y="3885"/>
                    <a:pt x="226" y="3885"/>
                  </a:cubicBezTo>
                  <a:cubicBezTo>
                    <a:pt x="572" y="3885"/>
                    <a:pt x="1650" y="2787"/>
                    <a:pt x="1702" y="1531"/>
                  </a:cubicBezTo>
                  <a:cubicBezTo>
                    <a:pt x="1720" y="775"/>
                    <a:pt x="1378" y="1"/>
                    <a:pt x="1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1"/>
            <p:cNvSpPr/>
            <p:nvPr/>
          </p:nvSpPr>
          <p:spPr>
            <a:xfrm>
              <a:off x="2712550" y="2746975"/>
              <a:ext cx="43000" cy="97100"/>
            </a:xfrm>
            <a:custGeom>
              <a:avLst/>
              <a:gdLst/>
              <a:ahLst/>
              <a:cxnLst/>
              <a:rect l="l" t="t" r="r" b="b"/>
              <a:pathLst>
                <a:path w="1720" h="3884" extrusionOk="0">
                  <a:moveTo>
                    <a:pt x="1126" y="1"/>
                  </a:moveTo>
                  <a:cubicBezTo>
                    <a:pt x="1045" y="1"/>
                    <a:pt x="910" y="82"/>
                    <a:pt x="559" y="1531"/>
                  </a:cubicBezTo>
                  <a:cubicBezTo>
                    <a:pt x="181" y="3061"/>
                    <a:pt x="1" y="3835"/>
                    <a:pt x="181" y="3880"/>
                  </a:cubicBezTo>
                  <a:cubicBezTo>
                    <a:pt x="191" y="3883"/>
                    <a:pt x="202" y="3884"/>
                    <a:pt x="214" y="3884"/>
                  </a:cubicBezTo>
                  <a:cubicBezTo>
                    <a:pt x="555" y="3884"/>
                    <a:pt x="1640" y="2791"/>
                    <a:pt x="1693" y="1531"/>
                  </a:cubicBezTo>
                  <a:cubicBezTo>
                    <a:pt x="1720" y="784"/>
                    <a:pt x="1378" y="1"/>
                    <a:pt x="1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1"/>
            <p:cNvSpPr/>
            <p:nvPr/>
          </p:nvSpPr>
          <p:spPr>
            <a:xfrm>
              <a:off x="2675875" y="2751700"/>
              <a:ext cx="37150" cy="93625"/>
            </a:xfrm>
            <a:custGeom>
              <a:avLst/>
              <a:gdLst/>
              <a:ahLst/>
              <a:cxnLst/>
              <a:rect l="l" t="t" r="r" b="b"/>
              <a:pathLst>
                <a:path w="1486" h="3745" extrusionOk="0">
                  <a:moveTo>
                    <a:pt x="747" y="1"/>
                  </a:moveTo>
                  <a:cubicBezTo>
                    <a:pt x="333" y="1"/>
                    <a:pt x="0" y="838"/>
                    <a:pt x="0" y="1873"/>
                  </a:cubicBezTo>
                  <a:cubicBezTo>
                    <a:pt x="0" y="2908"/>
                    <a:pt x="333" y="3745"/>
                    <a:pt x="747" y="3745"/>
                  </a:cubicBezTo>
                  <a:cubicBezTo>
                    <a:pt x="1152" y="3745"/>
                    <a:pt x="1486" y="2908"/>
                    <a:pt x="1486" y="1873"/>
                  </a:cubicBezTo>
                  <a:cubicBezTo>
                    <a:pt x="1486" y="838"/>
                    <a:pt x="1152" y="1"/>
                    <a:pt x="7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1"/>
            <p:cNvSpPr/>
            <p:nvPr/>
          </p:nvSpPr>
          <p:spPr>
            <a:xfrm>
              <a:off x="2698825" y="2758450"/>
              <a:ext cx="37150" cy="93625"/>
            </a:xfrm>
            <a:custGeom>
              <a:avLst/>
              <a:gdLst/>
              <a:ahLst/>
              <a:cxnLst/>
              <a:rect l="l" t="t" r="r" b="b"/>
              <a:pathLst>
                <a:path w="1486" h="3745" extrusionOk="0">
                  <a:moveTo>
                    <a:pt x="748" y="1"/>
                  </a:moveTo>
                  <a:cubicBezTo>
                    <a:pt x="333" y="1"/>
                    <a:pt x="0" y="838"/>
                    <a:pt x="0" y="1873"/>
                  </a:cubicBezTo>
                  <a:cubicBezTo>
                    <a:pt x="0" y="2908"/>
                    <a:pt x="333" y="3745"/>
                    <a:pt x="748" y="3745"/>
                  </a:cubicBezTo>
                  <a:cubicBezTo>
                    <a:pt x="1153" y="3745"/>
                    <a:pt x="1486" y="2908"/>
                    <a:pt x="1486" y="1873"/>
                  </a:cubicBezTo>
                  <a:cubicBezTo>
                    <a:pt x="1486" y="838"/>
                    <a:pt x="1153" y="1"/>
                    <a:pt x="7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1"/>
            <p:cNvSpPr/>
            <p:nvPr/>
          </p:nvSpPr>
          <p:spPr>
            <a:xfrm>
              <a:off x="2722900" y="2758675"/>
              <a:ext cx="37150" cy="93625"/>
            </a:xfrm>
            <a:custGeom>
              <a:avLst/>
              <a:gdLst/>
              <a:ahLst/>
              <a:cxnLst/>
              <a:rect l="l" t="t" r="r" b="b"/>
              <a:pathLst>
                <a:path w="1486" h="3745" extrusionOk="0">
                  <a:moveTo>
                    <a:pt x="739" y="1"/>
                  </a:moveTo>
                  <a:cubicBezTo>
                    <a:pt x="334" y="1"/>
                    <a:pt x="1" y="838"/>
                    <a:pt x="1" y="1873"/>
                  </a:cubicBezTo>
                  <a:cubicBezTo>
                    <a:pt x="1" y="2908"/>
                    <a:pt x="334" y="3745"/>
                    <a:pt x="739" y="3745"/>
                  </a:cubicBezTo>
                  <a:cubicBezTo>
                    <a:pt x="1153" y="3745"/>
                    <a:pt x="1486" y="2908"/>
                    <a:pt x="1486" y="1873"/>
                  </a:cubicBezTo>
                  <a:cubicBezTo>
                    <a:pt x="1486" y="838"/>
                    <a:pt x="1153" y="1"/>
                    <a:pt x="7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1"/>
            <p:cNvSpPr/>
            <p:nvPr/>
          </p:nvSpPr>
          <p:spPr>
            <a:xfrm>
              <a:off x="2741350" y="2768575"/>
              <a:ext cx="37150" cy="93625"/>
            </a:xfrm>
            <a:custGeom>
              <a:avLst/>
              <a:gdLst/>
              <a:ahLst/>
              <a:cxnLst/>
              <a:rect l="l" t="t" r="r" b="b"/>
              <a:pathLst>
                <a:path w="1486" h="3745" extrusionOk="0">
                  <a:moveTo>
                    <a:pt x="739" y="1"/>
                  </a:moveTo>
                  <a:cubicBezTo>
                    <a:pt x="334" y="1"/>
                    <a:pt x="1" y="838"/>
                    <a:pt x="1" y="1873"/>
                  </a:cubicBezTo>
                  <a:cubicBezTo>
                    <a:pt x="1" y="2908"/>
                    <a:pt x="334" y="3745"/>
                    <a:pt x="739" y="3745"/>
                  </a:cubicBezTo>
                  <a:cubicBezTo>
                    <a:pt x="1153" y="3745"/>
                    <a:pt x="1486" y="2908"/>
                    <a:pt x="1486" y="1873"/>
                  </a:cubicBezTo>
                  <a:cubicBezTo>
                    <a:pt x="1486" y="838"/>
                    <a:pt x="1153" y="1"/>
                    <a:pt x="7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1"/>
            <p:cNvSpPr/>
            <p:nvPr/>
          </p:nvSpPr>
          <p:spPr>
            <a:xfrm>
              <a:off x="2636950" y="2762950"/>
              <a:ext cx="37150" cy="93625"/>
            </a:xfrm>
            <a:custGeom>
              <a:avLst/>
              <a:gdLst/>
              <a:ahLst/>
              <a:cxnLst/>
              <a:rect l="l" t="t" r="r" b="b"/>
              <a:pathLst>
                <a:path w="1486" h="3745" extrusionOk="0">
                  <a:moveTo>
                    <a:pt x="747" y="1"/>
                  </a:moveTo>
                  <a:cubicBezTo>
                    <a:pt x="333" y="1"/>
                    <a:pt x="0" y="838"/>
                    <a:pt x="0" y="1873"/>
                  </a:cubicBezTo>
                  <a:cubicBezTo>
                    <a:pt x="0" y="2908"/>
                    <a:pt x="333" y="3745"/>
                    <a:pt x="747" y="3745"/>
                  </a:cubicBezTo>
                  <a:cubicBezTo>
                    <a:pt x="1152" y="3745"/>
                    <a:pt x="1485" y="2908"/>
                    <a:pt x="1485" y="1873"/>
                  </a:cubicBezTo>
                  <a:cubicBezTo>
                    <a:pt x="1485" y="838"/>
                    <a:pt x="1152" y="1"/>
                    <a:pt x="7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1"/>
            <p:cNvSpPr/>
            <p:nvPr/>
          </p:nvSpPr>
          <p:spPr>
            <a:xfrm>
              <a:off x="2596675" y="2755975"/>
              <a:ext cx="56500" cy="98575"/>
            </a:xfrm>
            <a:custGeom>
              <a:avLst/>
              <a:gdLst/>
              <a:ahLst/>
              <a:cxnLst/>
              <a:rect l="l" t="t" r="r" b="b"/>
              <a:pathLst>
                <a:path w="2260" h="3943" extrusionOk="0">
                  <a:moveTo>
                    <a:pt x="1125" y="1"/>
                  </a:moveTo>
                  <a:cubicBezTo>
                    <a:pt x="504" y="1"/>
                    <a:pt x="0" y="883"/>
                    <a:pt x="0" y="1972"/>
                  </a:cubicBezTo>
                  <a:cubicBezTo>
                    <a:pt x="0" y="3061"/>
                    <a:pt x="504" y="3943"/>
                    <a:pt x="1134" y="3943"/>
                  </a:cubicBezTo>
                  <a:cubicBezTo>
                    <a:pt x="1755" y="3943"/>
                    <a:pt x="2259" y="3061"/>
                    <a:pt x="2259" y="1972"/>
                  </a:cubicBezTo>
                  <a:cubicBezTo>
                    <a:pt x="2259" y="883"/>
                    <a:pt x="1755" y="1"/>
                    <a:pt x="11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1"/>
            <p:cNvSpPr/>
            <p:nvPr/>
          </p:nvSpPr>
          <p:spPr>
            <a:xfrm>
              <a:off x="2561350" y="2764525"/>
              <a:ext cx="56500" cy="98575"/>
            </a:xfrm>
            <a:custGeom>
              <a:avLst/>
              <a:gdLst/>
              <a:ahLst/>
              <a:cxnLst/>
              <a:rect l="l" t="t" r="r" b="b"/>
              <a:pathLst>
                <a:path w="2260" h="3943" extrusionOk="0">
                  <a:moveTo>
                    <a:pt x="1125" y="1"/>
                  </a:moveTo>
                  <a:cubicBezTo>
                    <a:pt x="504" y="1"/>
                    <a:pt x="0" y="883"/>
                    <a:pt x="0" y="1972"/>
                  </a:cubicBezTo>
                  <a:cubicBezTo>
                    <a:pt x="0" y="3061"/>
                    <a:pt x="504" y="3943"/>
                    <a:pt x="1125" y="3943"/>
                  </a:cubicBezTo>
                  <a:cubicBezTo>
                    <a:pt x="1755" y="3943"/>
                    <a:pt x="2259" y="3061"/>
                    <a:pt x="2259" y="1972"/>
                  </a:cubicBezTo>
                  <a:cubicBezTo>
                    <a:pt x="2259" y="883"/>
                    <a:pt x="1755" y="1"/>
                    <a:pt x="11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1"/>
            <p:cNvSpPr/>
            <p:nvPr/>
          </p:nvSpPr>
          <p:spPr>
            <a:xfrm>
              <a:off x="2655625" y="2776225"/>
              <a:ext cx="32650" cy="77200"/>
            </a:xfrm>
            <a:custGeom>
              <a:avLst/>
              <a:gdLst/>
              <a:ahLst/>
              <a:cxnLst/>
              <a:rect l="l" t="t" r="r" b="b"/>
              <a:pathLst>
                <a:path w="1306" h="3088" extrusionOk="0">
                  <a:moveTo>
                    <a:pt x="657" y="1"/>
                  </a:moveTo>
                  <a:cubicBezTo>
                    <a:pt x="297" y="1"/>
                    <a:pt x="0" y="694"/>
                    <a:pt x="0" y="1540"/>
                  </a:cubicBezTo>
                  <a:cubicBezTo>
                    <a:pt x="0" y="2395"/>
                    <a:pt x="288" y="3088"/>
                    <a:pt x="648" y="3088"/>
                  </a:cubicBezTo>
                  <a:cubicBezTo>
                    <a:pt x="1017" y="3088"/>
                    <a:pt x="1305" y="2395"/>
                    <a:pt x="1305" y="1540"/>
                  </a:cubicBezTo>
                  <a:cubicBezTo>
                    <a:pt x="1305" y="685"/>
                    <a:pt x="1017" y="1"/>
                    <a:pt x="6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1"/>
            <p:cNvSpPr/>
            <p:nvPr/>
          </p:nvSpPr>
          <p:spPr>
            <a:xfrm>
              <a:off x="2575300" y="2719975"/>
              <a:ext cx="32875" cy="77200"/>
            </a:xfrm>
            <a:custGeom>
              <a:avLst/>
              <a:gdLst/>
              <a:ahLst/>
              <a:cxnLst/>
              <a:rect l="l" t="t" r="r" b="b"/>
              <a:pathLst>
                <a:path w="1315" h="3088" extrusionOk="0">
                  <a:moveTo>
                    <a:pt x="657" y="0"/>
                  </a:moveTo>
                  <a:cubicBezTo>
                    <a:pt x="297" y="0"/>
                    <a:pt x="0" y="694"/>
                    <a:pt x="0" y="1540"/>
                  </a:cubicBezTo>
                  <a:cubicBezTo>
                    <a:pt x="0" y="2395"/>
                    <a:pt x="297" y="3088"/>
                    <a:pt x="657" y="3088"/>
                  </a:cubicBezTo>
                  <a:cubicBezTo>
                    <a:pt x="1017" y="3088"/>
                    <a:pt x="1314" y="2395"/>
                    <a:pt x="1314" y="1540"/>
                  </a:cubicBezTo>
                  <a:cubicBezTo>
                    <a:pt x="1314" y="685"/>
                    <a:pt x="1017" y="0"/>
                    <a:pt x="6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1"/>
            <p:cNvSpPr/>
            <p:nvPr/>
          </p:nvSpPr>
          <p:spPr>
            <a:xfrm>
              <a:off x="2608600" y="2712550"/>
              <a:ext cx="32650" cy="77200"/>
            </a:xfrm>
            <a:custGeom>
              <a:avLst/>
              <a:gdLst/>
              <a:ahLst/>
              <a:cxnLst/>
              <a:rect l="l" t="t" r="r" b="b"/>
              <a:pathLst>
                <a:path w="1306" h="3088" extrusionOk="0">
                  <a:moveTo>
                    <a:pt x="657" y="0"/>
                  </a:moveTo>
                  <a:cubicBezTo>
                    <a:pt x="288" y="0"/>
                    <a:pt x="0" y="694"/>
                    <a:pt x="0" y="1549"/>
                  </a:cubicBezTo>
                  <a:cubicBezTo>
                    <a:pt x="0" y="2395"/>
                    <a:pt x="288" y="3088"/>
                    <a:pt x="657" y="3088"/>
                  </a:cubicBezTo>
                  <a:cubicBezTo>
                    <a:pt x="1017" y="3088"/>
                    <a:pt x="1305" y="2395"/>
                    <a:pt x="1305" y="1549"/>
                  </a:cubicBezTo>
                  <a:cubicBezTo>
                    <a:pt x="1305" y="694"/>
                    <a:pt x="1017" y="0"/>
                    <a:pt x="6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1"/>
            <p:cNvSpPr/>
            <p:nvPr/>
          </p:nvSpPr>
          <p:spPr>
            <a:xfrm>
              <a:off x="2586550" y="2763625"/>
              <a:ext cx="32650" cy="77200"/>
            </a:xfrm>
            <a:custGeom>
              <a:avLst/>
              <a:gdLst/>
              <a:ahLst/>
              <a:cxnLst/>
              <a:rect l="l" t="t" r="r" b="b"/>
              <a:pathLst>
                <a:path w="1306" h="3088" extrusionOk="0">
                  <a:moveTo>
                    <a:pt x="657" y="1"/>
                  </a:moveTo>
                  <a:cubicBezTo>
                    <a:pt x="297" y="1"/>
                    <a:pt x="0" y="685"/>
                    <a:pt x="0" y="1540"/>
                  </a:cubicBezTo>
                  <a:cubicBezTo>
                    <a:pt x="0" y="2395"/>
                    <a:pt x="297" y="3088"/>
                    <a:pt x="657" y="3088"/>
                  </a:cubicBezTo>
                  <a:cubicBezTo>
                    <a:pt x="1017" y="3088"/>
                    <a:pt x="1305" y="2395"/>
                    <a:pt x="1305" y="1540"/>
                  </a:cubicBezTo>
                  <a:cubicBezTo>
                    <a:pt x="1305" y="694"/>
                    <a:pt x="1017" y="1"/>
                    <a:pt x="6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1"/>
            <p:cNvSpPr/>
            <p:nvPr/>
          </p:nvSpPr>
          <p:spPr>
            <a:xfrm>
              <a:off x="2538850" y="2699500"/>
              <a:ext cx="32650" cy="77200"/>
            </a:xfrm>
            <a:custGeom>
              <a:avLst/>
              <a:gdLst/>
              <a:ahLst/>
              <a:cxnLst/>
              <a:rect l="l" t="t" r="r" b="b"/>
              <a:pathLst>
                <a:path w="1306" h="3088" extrusionOk="0">
                  <a:moveTo>
                    <a:pt x="657" y="0"/>
                  </a:moveTo>
                  <a:cubicBezTo>
                    <a:pt x="288" y="0"/>
                    <a:pt x="0" y="693"/>
                    <a:pt x="0" y="1549"/>
                  </a:cubicBezTo>
                  <a:cubicBezTo>
                    <a:pt x="0" y="2395"/>
                    <a:pt x="297" y="3088"/>
                    <a:pt x="657" y="3088"/>
                  </a:cubicBezTo>
                  <a:cubicBezTo>
                    <a:pt x="1017" y="3088"/>
                    <a:pt x="1305" y="2395"/>
                    <a:pt x="1305" y="1549"/>
                  </a:cubicBezTo>
                  <a:cubicBezTo>
                    <a:pt x="1305" y="693"/>
                    <a:pt x="1017" y="0"/>
                    <a:pt x="6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1"/>
            <p:cNvSpPr/>
            <p:nvPr/>
          </p:nvSpPr>
          <p:spPr>
            <a:xfrm>
              <a:off x="2647300" y="2676325"/>
              <a:ext cx="32650" cy="77200"/>
            </a:xfrm>
            <a:custGeom>
              <a:avLst/>
              <a:gdLst/>
              <a:ahLst/>
              <a:cxnLst/>
              <a:rect l="l" t="t" r="r" b="b"/>
              <a:pathLst>
                <a:path w="1306" h="3088" extrusionOk="0">
                  <a:moveTo>
                    <a:pt x="648" y="0"/>
                  </a:moveTo>
                  <a:cubicBezTo>
                    <a:pt x="288" y="0"/>
                    <a:pt x="0" y="693"/>
                    <a:pt x="0" y="1548"/>
                  </a:cubicBezTo>
                  <a:cubicBezTo>
                    <a:pt x="0" y="2395"/>
                    <a:pt x="288" y="3088"/>
                    <a:pt x="657" y="3088"/>
                  </a:cubicBezTo>
                  <a:cubicBezTo>
                    <a:pt x="1017" y="3088"/>
                    <a:pt x="1305" y="2395"/>
                    <a:pt x="1305" y="1548"/>
                  </a:cubicBezTo>
                  <a:cubicBezTo>
                    <a:pt x="1305" y="693"/>
                    <a:pt x="1008" y="0"/>
                    <a:pt x="6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2671825" y="2688250"/>
              <a:ext cx="22975" cy="53800"/>
            </a:xfrm>
            <a:custGeom>
              <a:avLst/>
              <a:gdLst/>
              <a:ahLst/>
              <a:cxnLst/>
              <a:rect l="l" t="t" r="r" b="b"/>
              <a:pathLst>
                <a:path w="919" h="2152" extrusionOk="0">
                  <a:moveTo>
                    <a:pt x="459" y="0"/>
                  </a:moveTo>
                  <a:cubicBezTo>
                    <a:pt x="207" y="0"/>
                    <a:pt x="0" y="477"/>
                    <a:pt x="0" y="1071"/>
                  </a:cubicBezTo>
                  <a:cubicBezTo>
                    <a:pt x="0" y="1675"/>
                    <a:pt x="207" y="2152"/>
                    <a:pt x="459" y="2152"/>
                  </a:cubicBezTo>
                  <a:cubicBezTo>
                    <a:pt x="711" y="2152"/>
                    <a:pt x="918" y="1675"/>
                    <a:pt x="918" y="1071"/>
                  </a:cubicBezTo>
                  <a:cubicBezTo>
                    <a:pt x="918" y="477"/>
                    <a:pt x="711" y="0"/>
                    <a:pt x="4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2723575" y="2681500"/>
              <a:ext cx="22975" cy="54025"/>
            </a:xfrm>
            <a:custGeom>
              <a:avLst/>
              <a:gdLst/>
              <a:ahLst/>
              <a:cxnLst/>
              <a:rect l="l" t="t" r="r" b="b"/>
              <a:pathLst>
                <a:path w="919" h="2161" extrusionOk="0">
                  <a:moveTo>
                    <a:pt x="460" y="0"/>
                  </a:moveTo>
                  <a:cubicBezTo>
                    <a:pt x="208" y="0"/>
                    <a:pt x="1" y="486"/>
                    <a:pt x="1" y="1080"/>
                  </a:cubicBezTo>
                  <a:cubicBezTo>
                    <a:pt x="1" y="1675"/>
                    <a:pt x="208" y="2161"/>
                    <a:pt x="460" y="2161"/>
                  </a:cubicBezTo>
                  <a:cubicBezTo>
                    <a:pt x="712" y="2161"/>
                    <a:pt x="919" y="1675"/>
                    <a:pt x="919" y="1080"/>
                  </a:cubicBezTo>
                  <a:cubicBezTo>
                    <a:pt x="919" y="486"/>
                    <a:pt x="712" y="0"/>
                    <a:pt x="4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1"/>
            <p:cNvSpPr/>
            <p:nvPr/>
          </p:nvSpPr>
          <p:spPr>
            <a:xfrm>
              <a:off x="2553925" y="2798725"/>
              <a:ext cx="32650" cy="77200"/>
            </a:xfrm>
            <a:custGeom>
              <a:avLst/>
              <a:gdLst/>
              <a:ahLst/>
              <a:cxnLst/>
              <a:rect l="l" t="t" r="r" b="b"/>
              <a:pathLst>
                <a:path w="1306" h="3088" extrusionOk="0">
                  <a:moveTo>
                    <a:pt x="648" y="1"/>
                  </a:moveTo>
                  <a:cubicBezTo>
                    <a:pt x="288" y="1"/>
                    <a:pt x="0" y="694"/>
                    <a:pt x="0" y="1540"/>
                  </a:cubicBezTo>
                  <a:cubicBezTo>
                    <a:pt x="0" y="2395"/>
                    <a:pt x="288" y="3088"/>
                    <a:pt x="648" y="3088"/>
                  </a:cubicBezTo>
                  <a:cubicBezTo>
                    <a:pt x="1017" y="3088"/>
                    <a:pt x="1305" y="2395"/>
                    <a:pt x="1305" y="1540"/>
                  </a:cubicBezTo>
                  <a:cubicBezTo>
                    <a:pt x="1305" y="694"/>
                    <a:pt x="1017" y="1"/>
                    <a:pt x="6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1"/>
            <p:cNvSpPr/>
            <p:nvPr/>
          </p:nvSpPr>
          <p:spPr>
            <a:xfrm>
              <a:off x="2482125" y="2773050"/>
              <a:ext cx="105350" cy="90750"/>
            </a:xfrm>
            <a:custGeom>
              <a:avLst/>
              <a:gdLst/>
              <a:ahLst/>
              <a:cxnLst/>
              <a:rect l="l" t="t" r="r" b="b"/>
              <a:pathLst>
                <a:path w="4214" h="3630" extrusionOk="0">
                  <a:moveTo>
                    <a:pt x="411" y="1"/>
                  </a:moveTo>
                  <a:cubicBezTo>
                    <a:pt x="359" y="1"/>
                    <a:pt x="318" y="10"/>
                    <a:pt x="289" y="29"/>
                  </a:cubicBezTo>
                  <a:cubicBezTo>
                    <a:pt x="1" y="209"/>
                    <a:pt x="883" y="1334"/>
                    <a:pt x="1468" y="1946"/>
                  </a:cubicBezTo>
                  <a:cubicBezTo>
                    <a:pt x="2249" y="2768"/>
                    <a:pt x="3421" y="3629"/>
                    <a:pt x="3852" y="3629"/>
                  </a:cubicBezTo>
                  <a:cubicBezTo>
                    <a:pt x="3888" y="3629"/>
                    <a:pt x="3918" y="3623"/>
                    <a:pt x="3943" y="3611"/>
                  </a:cubicBezTo>
                  <a:cubicBezTo>
                    <a:pt x="4213" y="3476"/>
                    <a:pt x="3727" y="2549"/>
                    <a:pt x="3223" y="1919"/>
                  </a:cubicBezTo>
                  <a:cubicBezTo>
                    <a:pt x="2343" y="827"/>
                    <a:pt x="903" y="1"/>
                    <a:pt x="4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1"/>
            <p:cNvSpPr/>
            <p:nvPr/>
          </p:nvSpPr>
          <p:spPr>
            <a:xfrm>
              <a:off x="2805925" y="2761825"/>
              <a:ext cx="29725" cy="95650"/>
            </a:xfrm>
            <a:custGeom>
              <a:avLst/>
              <a:gdLst/>
              <a:ahLst/>
              <a:cxnLst/>
              <a:rect l="l" t="t" r="r" b="b"/>
              <a:pathLst>
                <a:path w="1189" h="3826" extrusionOk="0">
                  <a:moveTo>
                    <a:pt x="595" y="1"/>
                  </a:moveTo>
                  <a:cubicBezTo>
                    <a:pt x="262" y="1"/>
                    <a:pt x="1" y="865"/>
                    <a:pt x="1" y="1918"/>
                  </a:cubicBezTo>
                  <a:cubicBezTo>
                    <a:pt x="1" y="2971"/>
                    <a:pt x="262" y="3826"/>
                    <a:pt x="595" y="3826"/>
                  </a:cubicBezTo>
                  <a:cubicBezTo>
                    <a:pt x="919" y="3826"/>
                    <a:pt x="1189" y="2971"/>
                    <a:pt x="1189" y="1918"/>
                  </a:cubicBezTo>
                  <a:cubicBezTo>
                    <a:pt x="1189" y="856"/>
                    <a:pt x="919" y="1"/>
                    <a:pt x="5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1"/>
            <p:cNvSpPr/>
            <p:nvPr/>
          </p:nvSpPr>
          <p:spPr>
            <a:xfrm>
              <a:off x="2758225" y="2776225"/>
              <a:ext cx="39400" cy="78325"/>
            </a:xfrm>
            <a:custGeom>
              <a:avLst/>
              <a:gdLst/>
              <a:ahLst/>
              <a:cxnLst/>
              <a:rect l="l" t="t" r="r" b="b"/>
              <a:pathLst>
                <a:path w="1576" h="3133" extrusionOk="0">
                  <a:moveTo>
                    <a:pt x="784" y="1"/>
                  </a:moveTo>
                  <a:cubicBezTo>
                    <a:pt x="352" y="1"/>
                    <a:pt x="1" y="703"/>
                    <a:pt x="1" y="1567"/>
                  </a:cubicBezTo>
                  <a:cubicBezTo>
                    <a:pt x="1" y="2431"/>
                    <a:pt x="352" y="3133"/>
                    <a:pt x="784" y="3133"/>
                  </a:cubicBezTo>
                  <a:cubicBezTo>
                    <a:pt x="1216" y="3133"/>
                    <a:pt x="1576" y="2431"/>
                    <a:pt x="1576" y="1567"/>
                  </a:cubicBezTo>
                  <a:cubicBezTo>
                    <a:pt x="1576" y="703"/>
                    <a:pt x="1225" y="1"/>
                    <a:pt x="7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1"/>
            <p:cNvSpPr/>
            <p:nvPr/>
          </p:nvSpPr>
          <p:spPr>
            <a:xfrm>
              <a:off x="2788600" y="2770375"/>
              <a:ext cx="39400" cy="78550"/>
            </a:xfrm>
            <a:custGeom>
              <a:avLst/>
              <a:gdLst/>
              <a:ahLst/>
              <a:cxnLst/>
              <a:rect l="l" t="t" r="r" b="b"/>
              <a:pathLst>
                <a:path w="1576" h="3142" extrusionOk="0">
                  <a:moveTo>
                    <a:pt x="793" y="1"/>
                  </a:moveTo>
                  <a:cubicBezTo>
                    <a:pt x="352" y="1"/>
                    <a:pt x="1" y="703"/>
                    <a:pt x="1" y="1576"/>
                  </a:cubicBezTo>
                  <a:cubicBezTo>
                    <a:pt x="1" y="2440"/>
                    <a:pt x="352" y="3142"/>
                    <a:pt x="793" y="3142"/>
                  </a:cubicBezTo>
                  <a:cubicBezTo>
                    <a:pt x="1225" y="3142"/>
                    <a:pt x="1576" y="2440"/>
                    <a:pt x="1576" y="1576"/>
                  </a:cubicBezTo>
                  <a:cubicBezTo>
                    <a:pt x="1576" y="712"/>
                    <a:pt x="1225" y="1"/>
                    <a:pt x="7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1"/>
            <p:cNvSpPr/>
            <p:nvPr/>
          </p:nvSpPr>
          <p:spPr>
            <a:xfrm>
              <a:off x="2778025" y="2747650"/>
              <a:ext cx="39400" cy="78325"/>
            </a:xfrm>
            <a:custGeom>
              <a:avLst/>
              <a:gdLst/>
              <a:ahLst/>
              <a:cxnLst/>
              <a:rect l="l" t="t" r="r" b="b"/>
              <a:pathLst>
                <a:path w="1576" h="3133" extrusionOk="0">
                  <a:moveTo>
                    <a:pt x="784" y="1"/>
                  </a:moveTo>
                  <a:cubicBezTo>
                    <a:pt x="352" y="1"/>
                    <a:pt x="1" y="703"/>
                    <a:pt x="1" y="1567"/>
                  </a:cubicBezTo>
                  <a:cubicBezTo>
                    <a:pt x="1" y="2431"/>
                    <a:pt x="352" y="3133"/>
                    <a:pt x="784" y="3133"/>
                  </a:cubicBezTo>
                  <a:cubicBezTo>
                    <a:pt x="1216" y="3133"/>
                    <a:pt x="1576" y="2431"/>
                    <a:pt x="1576" y="1567"/>
                  </a:cubicBezTo>
                  <a:cubicBezTo>
                    <a:pt x="1576" y="703"/>
                    <a:pt x="1216" y="1"/>
                    <a:pt x="7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1"/>
            <p:cNvSpPr/>
            <p:nvPr/>
          </p:nvSpPr>
          <p:spPr>
            <a:xfrm>
              <a:off x="2792875" y="2684175"/>
              <a:ext cx="68200" cy="83875"/>
            </a:xfrm>
            <a:custGeom>
              <a:avLst/>
              <a:gdLst/>
              <a:ahLst/>
              <a:cxnLst/>
              <a:rect l="l" t="t" r="r" b="b"/>
              <a:pathLst>
                <a:path w="2728" h="3355" extrusionOk="0">
                  <a:moveTo>
                    <a:pt x="2135" y="0"/>
                  </a:moveTo>
                  <a:cubicBezTo>
                    <a:pt x="1998" y="0"/>
                    <a:pt x="1852" y="241"/>
                    <a:pt x="685" y="2153"/>
                  </a:cubicBezTo>
                  <a:cubicBezTo>
                    <a:pt x="109" y="3089"/>
                    <a:pt x="1" y="3269"/>
                    <a:pt x="100" y="3332"/>
                  </a:cubicBezTo>
                  <a:cubicBezTo>
                    <a:pt x="124" y="3347"/>
                    <a:pt x="161" y="3354"/>
                    <a:pt x="207" y="3354"/>
                  </a:cubicBezTo>
                  <a:cubicBezTo>
                    <a:pt x="602" y="3354"/>
                    <a:pt x="1706" y="2820"/>
                    <a:pt x="2197" y="1991"/>
                  </a:cubicBezTo>
                  <a:cubicBezTo>
                    <a:pt x="2728" y="1108"/>
                    <a:pt x="2458" y="46"/>
                    <a:pt x="2152" y="1"/>
                  </a:cubicBezTo>
                  <a:cubicBezTo>
                    <a:pt x="2146" y="1"/>
                    <a:pt x="2141" y="0"/>
                    <a:pt x="21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1"/>
            <p:cNvSpPr/>
            <p:nvPr/>
          </p:nvSpPr>
          <p:spPr>
            <a:xfrm>
              <a:off x="2819425" y="2741275"/>
              <a:ext cx="95225" cy="53025"/>
            </a:xfrm>
            <a:custGeom>
              <a:avLst/>
              <a:gdLst/>
              <a:ahLst/>
              <a:cxnLst/>
              <a:rect l="l" t="t" r="r" b="b"/>
              <a:pathLst>
                <a:path w="3809" h="2121" extrusionOk="0">
                  <a:moveTo>
                    <a:pt x="3330" y="1"/>
                  </a:moveTo>
                  <a:cubicBezTo>
                    <a:pt x="3020" y="1"/>
                    <a:pt x="2537" y="169"/>
                    <a:pt x="2359" y="238"/>
                  </a:cubicBezTo>
                  <a:cubicBezTo>
                    <a:pt x="1027" y="697"/>
                    <a:pt x="1" y="1750"/>
                    <a:pt x="280" y="2038"/>
                  </a:cubicBezTo>
                  <a:cubicBezTo>
                    <a:pt x="335" y="2095"/>
                    <a:pt x="448" y="2121"/>
                    <a:pt x="598" y="2121"/>
                  </a:cubicBezTo>
                  <a:cubicBezTo>
                    <a:pt x="1041" y="2121"/>
                    <a:pt x="1808" y="1897"/>
                    <a:pt x="2359" y="1588"/>
                  </a:cubicBezTo>
                  <a:cubicBezTo>
                    <a:pt x="3214" y="1102"/>
                    <a:pt x="3808" y="274"/>
                    <a:pt x="3556" y="58"/>
                  </a:cubicBezTo>
                  <a:cubicBezTo>
                    <a:pt x="3507" y="17"/>
                    <a:pt x="3427" y="1"/>
                    <a:pt x="33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1"/>
            <p:cNvSpPr/>
            <p:nvPr/>
          </p:nvSpPr>
          <p:spPr>
            <a:xfrm>
              <a:off x="2804350" y="2789750"/>
              <a:ext cx="110075" cy="48200"/>
            </a:xfrm>
            <a:custGeom>
              <a:avLst/>
              <a:gdLst/>
              <a:ahLst/>
              <a:cxnLst/>
              <a:rect l="l" t="t" r="r" b="b"/>
              <a:pathLst>
                <a:path w="4403" h="1928" extrusionOk="0">
                  <a:moveTo>
                    <a:pt x="3830" y="0"/>
                  </a:moveTo>
                  <a:cubicBezTo>
                    <a:pt x="3622" y="0"/>
                    <a:pt x="3267" y="79"/>
                    <a:pt x="2620" y="351"/>
                  </a:cubicBezTo>
                  <a:cubicBezTo>
                    <a:pt x="1432" y="846"/>
                    <a:pt x="1" y="1692"/>
                    <a:pt x="172" y="1899"/>
                  </a:cubicBezTo>
                  <a:cubicBezTo>
                    <a:pt x="188" y="1919"/>
                    <a:pt x="216" y="1928"/>
                    <a:pt x="258" y="1928"/>
                  </a:cubicBezTo>
                  <a:cubicBezTo>
                    <a:pt x="469" y="1928"/>
                    <a:pt x="1056" y="1703"/>
                    <a:pt x="2620" y="1404"/>
                  </a:cubicBezTo>
                  <a:cubicBezTo>
                    <a:pt x="3538" y="1233"/>
                    <a:pt x="4006" y="1179"/>
                    <a:pt x="4213" y="873"/>
                  </a:cubicBezTo>
                  <a:cubicBezTo>
                    <a:pt x="4402" y="612"/>
                    <a:pt x="4348" y="198"/>
                    <a:pt x="4069" y="54"/>
                  </a:cubicBezTo>
                  <a:cubicBezTo>
                    <a:pt x="4017" y="25"/>
                    <a:pt x="3946" y="0"/>
                    <a:pt x="38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1"/>
            <p:cNvSpPr/>
            <p:nvPr/>
          </p:nvSpPr>
          <p:spPr>
            <a:xfrm>
              <a:off x="2750125" y="2698375"/>
              <a:ext cx="19600" cy="59425"/>
            </a:xfrm>
            <a:custGeom>
              <a:avLst/>
              <a:gdLst/>
              <a:ahLst/>
              <a:cxnLst/>
              <a:rect l="l" t="t" r="r" b="b"/>
              <a:pathLst>
                <a:path w="784" h="2377" extrusionOk="0">
                  <a:moveTo>
                    <a:pt x="388" y="0"/>
                  </a:moveTo>
                  <a:cubicBezTo>
                    <a:pt x="172" y="0"/>
                    <a:pt x="1" y="531"/>
                    <a:pt x="1" y="1189"/>
                  </a:cubicBezTo>
                  <a:cubicBezTo>
                    <a:pt x="1" y="1846"/>
                    <a:pt x="172" y="2377"/>
                    <a:pt x="388" y="2377"/>
                  </a:cubicBezTo>
                  <a:cubicBezTo>
                    <a:pt x="604" y="2377"/>
                    <a:pt x="784" y="1846"/>
                    <a:pt x="784" y="1189"/>
                  </a:cubicBezTo>
                  <a:cubicBezTo>
                    <a:pt x="784" y="531"/>
                    <a:pt x="604" y="0"/>
                    <a:pt x="3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1"/>
            <p:cNvSpPr/>
            <p:nvPr/>
          </p:nvSpPr>
          <p:spPr>
            <a:xfrm>
              <a:off x="2678800" y="2733025"/>
              <a:ext cx="21400" cy="43225"/>
            </a:xfrm>
            <a:custGeom>
              <a:avLst/>
              <a:gdLst/>
              <a:ahLst/>
              <a:cxnLst/>
              <a:rect l="l" t="t" r="r" b="b"/>
              <a:pathLst>
                <a:path w="856" h="1729" extrusionOk="0">
                  <a:moveTo>
                    <a:pt x="423" y="1"/>
                  </a:moveTo>
                  <a:cubicBezTo>
                    <a:pt x="189" y="1"/>
                    <a:pt x="0" y="388"/>
                    <a:pt x="0" y="865"/>
                  </a:cubicBezTo>
                  <a:cubicBezTo>
                    <a:pt x="0" y="1342"/>
                    <a:pt x="189" y="1729"/>
                    <a:pt x="423" y="1729"/>
                  </a:cubicBezTo>
                  <a:cubicBezTo>
                    <a:pt x="666" y="1729"/>
                    <a:pt x="855" y="1342"/>
                    <a:pt x="855" y="865"/>
                  </a:cubicBezTo>
                  <a:cubicBezTo>
                    <a:pt x="855" y="388"/>
                    <a:pt x="666" y="1"/>
                    <a:pt x="4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1"/>
            <p:cNvSpPr/>
            <p:nvPr/>
          </p:nvSpPr>
          <p:spPr>
            <a:xfrm>
              <a:off x="2694550" y="2693875"/>
              <a:ext cx="11500" cy="22975"/>
            </a:xfrm>
            <a:custGeom>
              <a:avLst/>
              <a:gdLst/>
              <a:ahLst/>
              <a:cxnLst/>
              <a:rect l="l" t="t" r="r" b="b"/>
              <a:pathLst>
                <a:path w="460" h="919" extrusionOk="0">
                  <a:moveTo>
                    <a:pt x="225" y="0"/>
                  </a:moveTo>
                  <a:cubicBezTo>
                    <a:pt x="99" y="0"/>
                    <a:pt x="0" y="207"/>
                    <a:pt x="0" y="459"/>
                  </a:cubicBezTo>
                  <a:cubicBezTo>
                    <a:pt x="0" y="711"/>
                    <a:pt x="99" y="918"/>
                    <a:pt x="225" y="918"/>
                  </a:cubicBezTo>
                  <a:cubicBezTo>
                    <a:pt x="360" y="918"/>
                    <a:pt x="459" y="711"/>
                    <a:pt x="459" y="459"/>
                  </a:cubicBezTo>
                  <a:cubicBezTo>
                    <a:pt x="459" y="207"/>
                    <a:pt x="360" y="0"/>
                    <a:pt x="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1"/>
            <p:cNvSpPr/>
            <p:nvPr/>
          </p:nvSpPr>
          <p:spPr>
            <a:xfrm>
              <a:off x="2716600" y="2712775"/>
              <a:ext cx="18475" cy="43225"/>
            </a:xfrm>
            <a:custGeom>
              <a:avLst/>
              <a:gdLst/>
              <a:ahLst/>
              <a:cxnLst/>
              <a:rect l="l" t="t" r="r" b="b"/>
              <a:pathLst>
                <a:path w="739" h="1729" extrusionOk="0">
                  <a:moveTo>
                    <a:pt x="370" y="0"/>
                  </a:moveTo>
                  <a:cubicBezTo>
                    <a:pt x="172" y="0"/>
                    <a:pt x="1" y="388"/>
                    <a:pt x="1" y="865"/>
                  </a:cubicBezTo>
                  <a:cubicBezTo>
                    <a:pt x="1" y="1342"/>
                    <a:pt x="172" y="1729"/>
                    <a:pt x="370" y="1729"/>
                  </a:cubicBezTo>
                  <a:cubicBezTo>
                    <a:pt x="577" y="1729"/>
                    <a:pt x="739" y="1342"/>
                    <a:pt x="739" y="865"/>
                  </a:cubicBezTo>
                  <a:cubicBezTo>
                    <a:pt x="739" y="388"/>
                    <a:pt x="577" y="0"/>
                    <a:pt x="3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1"/>
            <p:cNvSpPr/>
            <p:nvPr/>
          </p:nvSpPr>
          <p:spPr>
            <a:xfrm>
              <a:off x="2706025" y="2754625"/>
              <a:ext cx="9025" cy="19150"/>
            </a:xfrm>
            <a:custGeom>
              <a:avLst/>
              <a:gdLst/>
              <a:ahLst/>
              <a:cxnLst/>
              <a:rect l="l" t="t" r="r" b="b"/>
              <a:pathLst>
                <a:path w="361" h="766" extrusionOk="0">
                  <a:moveTo>
                    <a:pt x="181" y="1"/>
                  </a:moveTo>
                  <a:cubicBezTo>
                    <a:pt x="81" y="1"/>
                    <a:pt x="0" y="172"/>
                    <a:pt x="0" y="379"/>
                  </a:cubicBezTo>
                  <a:cubicBezTo>
                    <a:pt x="0" y="595"/>
                    <a:pt x="81" y="766"/>
                    <a:pt x="181" y="766"/>
                  </a:cubicBezTo>
                  <a:cubicBezTo>
                    <a:pt x="280" y="766"/>
                    <a:pt x="361" y="595"/>
                    <a:pt x="361" y="379"/>
                  </a:cubicBezTo>
                  <a:cubicBezTo>
                    <a:pt x="361" y="172"/>
                    <a:pt x="280" y="1"/>
                    <a:pt x="181" y="1"/>
                  </a:cubicBezTo>
                  <a:close/>
                </a:path>
              </a:pathLst>
            </a:custGeom>
            <a:solidFill>
              <a:srgbClr val="A1A8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1"/>
            <p:cNvSpPr/>
            <p:nvPr/>
          </p:nvSpPr>
          <p:spPr>
            <a:xfrm>
              <a:off x="2639200" y="2728075"/>
              <a:ext cx="22975" cy="41200"/>
            </a:xfrm>
            <a:custGeom>
              <a:avLst/>
              <a:gdLst/>
              <a:ahLst/>
              <a:cxnLst/>
              <a:rect l="l" t="t" r="r" b="b"/>
              <a:pathLst>
                <a:path w="919" h="1648" extrusionOk="0">
                  <a:moveTo>
                    <a:pt x="459" y="1"/>
                  </a:moveTo>
                  <a:cubicBezTo>
                    <a:pt x="207" y="1"/>
                    <a:pt x="0" y="370"/>
                    <a:pt x="0" y="829"/>
                  </a:cubicBezTo>
                  <a:cubicBezTo>
                    <a:pt x="0" y="1279"/>
                    <a:pt x="207" y="1648"/>
                    <a:pt x="459" y="1648"/>
                  </a:cubicBezTo>
                  <a:cubicBezTo>
                    <a:pt x="711" y="1648"/>
                    <a:pt x="918" y="1279"/>
                    <a:pt x="918" y="829"/>
                  </a:cubicBezTo>
                  <a:cubicBezTo>
                    <a:pt x="918" y="379"/>
                    <a:pt x="711" y="1"/>
                    <a:pt x="4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1"/>
            <p:cNvSpPr/>
            <p:nvPr/>
          </p:nvSpPr>
          <p:spPr>
            <a:xfrm>
              <a:off x="2671825" y="2720875"/>
              <a:ext cx="4075" cy="9700"/>
            </a:xfrm>
            <a:custGeom>
              <a:avLst/>
              <a:gdLst/>
              <a:ahLst/>
              <a:cxnLst/>
              <a:rect l="l" t="t" r="r" b="b"/>
              <a:pathLst>
                <a:path w="163" h="388" extrusionOk="0">
                  <a:moveTo>
                    <a:pt x="81" y="0"/>
                  </a:moveTo>
                  <a:cubicBezTo>
                    <a:pt x="36" y="0"/>
                    <a:pt x="0" y="91"/>
                    <a:pt x="0" y="190"/>
                  </a:cubicBezTo>
                  <a:cubicBezTo>
                    <a:pt x="0" y="298"/>
                    <a:pt x="45" y="388"/>
                    <a:pt x="81" y="388"/>
                  </a:cubicBezTo>
                  <a:cubicBezTo>
                    <a:pt x="126" y="388"/>
                    <a:pt x="162" y="298"/>
                    <a:pt x="162" y="190"/>
                  </a:cubicBezTo>
                  <a:cubicBezTo>
                    <a:pt x="162" y="91"/>
                    <a:pt x="126" y="0"/>
                    <a:pt x="81" y="0"/>
                  </a:cubicBezTo>
                  <a:close/>
                </a:path>
              </a:pathLst>
            </a:custGeom>
            <a:solidFill>
              <a:srgbClr val="A1A8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1"/>
            <p:cNvSpPr/>
            <p:nvPr/>
          </p:nvSpPr>
          <p:spPr>
            <a:xfrm>
              <a:off x="2669125" y="2658100"/>
              <a:ext cx="16900" cy="26125"/>
            </a:xfrm>
            <a:custGeom>
              <a:avLst/>
              <a:gdLst/>
              <a:ahLst/>
              <a:cxnLst/>
              <a:rect l="l" t="t" r="r" b="b"/>
              <a:pathLst>
                <a:path w="676" h="1045" extrusionOk="0">
                  <a:moveTo>
                    <a:pt x="333" y="0"/>
                  </a:moveTo>
                  <a:cubicBezTo>
                    <a:pt x="144" y="0"/>
                    <a:pt x="0" y="234"/>
                    <a:pt x="0" y="522"/>
                  </a:cubicBezTo>
                  <a:cubicBezTo>
                    <a:pt x="0" y="810"/>
                    <a:pt x="144" y="1044"/>
                    <a:pt x="333" y="1044"/>
                  </a:cubicBezTo>
                  <a:cubicBezTo>
                    <a:pt x="522" y="1044"/>
                    <a:pt x="675" y="810"/>
                    <a:pt x="675" y="522"/>
                  </a:cubicBezTo>
                  <a:cubicBezTo>
                    <a:pt x="675" y="234"/>
                    <a:pt x="522" y="0"/>
                    <a:pt x="3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1"/>
            <p:cNvSpPr/>
            <p:nvPr/>
          </p:nvSpPr>
          <p:spPr>
            <a:xfrm>
              <a:off x="2648200" y="2629525"/>
              <a:ext cx="15550" cy="26575"/>
            </a:xfrm>
            <a:custGeom>
              <a:avLst/>
              <a:gdLst/>
              <a:ahLst/>
              <a:cxnLst/>
              <a:rect l="l" t="t" r="r" b="b"/>
              <a:pathLst>
                <a:path w="622" h="1063" extrusionOk="0">
                  <a:moveTo>
                    <a:pt x="306" y="0"/>
                  </a:moveTo>
                  <a:cubicBezTo>
                    <a:pt x="135" y="0"/>
                    <a:pt x="0" y="243"/>
                    <a:pt x="0" y="531"/>
                  </a:cubicBezTo>
                  <a:cubicBezTo>
                    <a:pt x="0" y="828"/>
                    <a:pt x="135" y="1062"/>
                    <a:pt x="306" y="1062"/>
                  </a:cubicBezTo>
                  <a:cubicBezTo>
                    <a:pt x="477" y="1062"/>
                    <a:pt x="621" y="828"/>
                    <a:pt x="621" y="531"/>
                  </a:cubicBezTo>
                  <a:cubicBezTo>
                    <a:pt x="621" y="243"/>
                    <a:pt x="477" y="0"/>
                    <a:pt x="3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1"/>
            <p:cNvSpPr/>
            <p:nvPr/>
          </p:nvSpPr>
          <p:spPr>
            <a:xfrm>
              <a:off x="2715475" y="2645950"/>
              <a:ext cx="17575" cy="29050"/>
            </a:xfrm>
            <a:custGeom>
              <a:avLst/>
              <a:gdLst/>
              <a:ahLst/>
              <a:cxnLst/>
              <a:rect l="l" t="t" r="r" b="b"/>
              <a:pathLst>
                <a:path w="703" h="1162" extrusionOk="0">
                  <a:moveTo>
                    <a:pt x="352" y="0"/>
                  </a:moveTo>
                  <a:cubicBezTo>
                    <a:pt x="163" y="0"/>
                    <a:pt x="1" y="261"/>
                    <a:pt x="1" y="576"/>
                  </a:cubicBezTo>
                  <a:cubicBezTo>
                    <a:pt x="1" y="900"/>
                    <a:pt x="163" y="1161"/>
                    <a:pt x="352" y="1161"/>
                  </a:cubicBezTo>
                  <a:cubicBezTo>
                    <a:pt x="541" y="1161"/>
                    <a:pt x="703" y="900"/>
                    <a:pt x="703" y="576"/>
                  </a:cubicBezTo>
                  <a:cubicBezTo>
                    <a:pt x="703" y="261"/>
                    <a:pt x="541" y="0"/>
                    <a:pt x="3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1"/>
            <p:cNvSpPr/>
            <p:nvPr/>
          </p:nvSpPr>
          <p:spPr>
            <a:xfrm>
              <a:off x="2746300" y="2669575"/>
              <a:ext cx="17350" cy="24325"/>
            </a:xfrm>
            <a:custGeom>
              <a:avLst/>
              <a:gdLst/>
              <a:ahLst/>
              <a:cxnLst/>
              <a:rect l="l" t="t" r="r" b="b"/>
              <a:pathLst>
                <a:path w="694" h="973" extrusionOk="0">
                  <a:moveTo>
                    <a:pt x="343" y="0"/>
                  </a:moveTo>
                  <a:cubicBezTo>
                    <a:pt x="154" y="0"/>
                    <a:pt x="1" y="216"/>
                    <a:pt x="1" y="486"/>
                  </a:cubicBezTo>
                  <a:cubicBezTo>
                    <a:pt x="1" y="747"/>
                    <a:pt x="154" y="972"/>
                    <a:pt x="343" y="972"/>
                  </a:cubicBezTo>
                  <a:cubicBezTo>
                    <a:pt x="532" y="972"/>
                    <a:pt x="694" y="747"/>
                    <a:pt x="694" y="486"/>
                  </a:cubicBezTo>
                  <a:cubicBezTo>
                    <a:pt x="694" y="216"/>
                    <a:pt x="532" y="0"/>
                    <a:pt x="3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1"/>
            <p:cNvSpPr/>
            <p:nvPr/>
          </p:nvSpPr>
          <p:spPr>
            <a:xfrm>
              <a:off x="2765425" y="2752600"/>
              <a:ext cx="6100" cy="16900"/>
            </a:xfrm>
            <a:custGeom>
              <a:avLst/>
              <a:gdLst/>
              <a:ahLst/>
              <a:cxnLst/>
              <a:rect l="l" t="t" r="r" b="b"/>
              <a:pathLst>
                <a:path w="244" h="676" extrusionOk="0">
                  <a:moveTo>
                    <a:pt x="127" y="1"/>
                  </a:moveTo>
                  <a:cubicBezTo>
                    <a:pt x="55" y="1"/>
                    <a:pt x="1" y="145"/>
                    <a:pt x="1" y="334"/>
                  </a:cubicBezTo>
                  <a:cubicBezTo>
                    <a:pt x="1" y="523"/>
                    <a:pt x="55" y="676"/>
                    <a:pt x="127" y="676"/>
                  </a:cubicBezTo>
                  <a:cubicBezTo>
                    <a:pt x="190" y="676"/>
                    <a:pt x="244" y="523"/>
                    <a:pt x="244" y="334"/>
                  </a:cubicBezTo>
                  <a:cubicBezTo>
                    <a:pt x="244" y="145"/>
                    <a:pt x="190" y="1"/>
                    <a:pt x="1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2767675" y="2781625"/>
              <a:ext cx="14425" cy="28150"/>
            </a:xfrm>
            <a:custGeom>
              <a:avLst/>
              <a:gdLst/>
              <a:ahLst/>
              <a:cxnLst/>
              <a:rect l="l" t="t" r="r" b="b"/>
              <a:pathLst>
                <a:path w="577" h="1126" extrusionOk="0">
                  <a:moveTo>
                    <a:pt x="289" y="1"/>
                  </a:moveTo>
                  <a:cubicBezTo>
                    <a:pt x="127" y="1"/>
                    <a:pt x="1" y="253"/>
                    <a:pt x="1" y="559"/>
                  </a:cubicBezTo>
                  <a:cubicBezTo>
                    <a:pt x="1" y="874"/>
                    <a:pt x="127" y="1126"/>
                    <a:pt x="289" y="1126"/>
                  </a:cubicBezTo>
                  <a:cubicBezTo>
                    <a:pt x="451" y="1126"/>
                    <a:pt x="577" y="874"/>
                    <a:pt x="577" y="559"/>
                  </a:cubicBezTo>
                  <a:cubicBezTo>
                    <a:pt x="577" y="253"/>
                    <a:pt x="451" y="1"/>
                    <a:pt x="2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2810200" y="2776225"/>
              <a:ext cx="19600" cy="31525"/>
            </a:xfrm>
            <a:custGeom>
              <a:avLst/>
              <a:gdLst/>
              <a:ahLst/>
              <a:cxnLst/>
              <a:rect l="l" t="t" r="r" b="b"/>
              <a:pathLst>
                <a:path w="784" h="1261" extrusionOk="0">
                  <a:moveTo>
                    <a:pt x="388" y="1"/>
                  </a:moveTo>
                  <a:cubicBezTo>
                    <a:pt x="172" y="1"/>
                    <a:pt x="1" y="280"/>
                    <a:pt x="1" y="631"/>
                  </a:cubicBezTo>
                  <a:cubicBezTo>
                    <a:pt x="1" y="982"/>
                    <a:pt x="172" y="1261"/>
                    <a:pt x="388" y="1261"/>
                  </a:cubicBezTo>
                  <a:cubicBezTo>
                    <a:pt x="604" y="1261"/>
                    <a:pt x="784" y="982"/>
                    <a:pt x="784" y="631"/>
                  </a:cubicBezTo>
                  <a:cubicBezTo>
                    <a:pt x="784" y="280"/>
                    <a:pt x="604" y="1"/>
                    <a:pt x="3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2787475" y="2698375"/>
              <a:ext cx="22525" cy="29725"/>
            </a:xfrm>
            <a:custGeom>
              <a:avLst/>
              <a:gdLst/>
              <a:ahLst/>
              <a:cxnLst/>
              <a:rect l="l" t="t" r="r" b="b"/>
              <a:pathLst>
                <a:path w="901" h="1189" extrusionOk="0">
                  <a:moveTo>
                    <a:pt x="451" y="0"/>
                  </a:moveTo>
                  <a:cubicBezTo>
                    <a:pt x="208" y="0"/>
                    <a:pt x="1" y="261"/>
                    <a:pt x="1" y="594"/>
                  </a:cubicBezTo>
                  <a:cubicBezTo>
                    <a:pt x="1" y="927"/>
                    <a:pt x="208" y="1189"/>
                    <a:pt x="451" y="1189"/>
                  </a:cubicBezTo>
                  <a:cubicBezTo>
                    <a:pt x="703" y="1189"/>
                    <a:pt x="901" y="927"/>
                    <a:pt x="901" y="594"/>
                  </a:cubicBezTo>
                  <a:cubicBezTo>
                    <a:pt x="901" y="261"/>
                    <a:pt x="703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2835625" y="2684200"/>
              <a:ext cx="16900" cy="39400"/>
            </a:xfrm>
            <a:custGeom>
              <a:avLst/>
              <a:gdLst/>
              <a:ahLst/>
              <a:cxnLst/>
              <a:rect l="l" t="t" r="r" b="b"/>
              <a:pathLst>
                <a:path w="676" h="1576" extrusionOk="0">
                  <a:moveTo>
                    <a:pt x="343" y="0"/>
                  </a:moveTo>
                  <a:cubicBezTo>
                    <a:pt x="154" y="0"/>
                    <a:pt x="1" y="360"/>
                    <a:pt x="1" y="792"/>
                  </a:cubicBezTo>
                  <a:cubicBezTo>
                    <a:pt x="1" y="1224"/>
                    <a:pt x="154" y="1576"/>
                    <a:pt x="343" y="1576"/>
                  </a:cubicBezTo>
                  <a:cubicBezTo>
                    <a:pt x="523" y="1576"/>
                    <a:pt x="676" y="1224"/>
                    <a:pt x="676" y="792"/>
                  </a:cubicBezTo>
                  <a:cubicBezTo>
                    <a:pt x="676" y="351"/>
                    <a:pt x="523" y="0"/>
                    <a:pt x="3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2529400" y="2751700"/>
              <a:ext cx="25675" cy="35125"/>
            </a:xfrm>
            <a:custGeom>
              <a:avLst/>
              <a:gdLst/>
              <a:ahLst/>
              <a:cxnLst/>
              <a:rect l="l" t="t" r="r" b="b"/>
              <a:pathLst>
                <a:path w="1027" h="1405" extrusionOk="0">
                  <a:moveTo>
                    <a:pt x="513" y="1"/>
                  </a:moveTo>
                  <a:cubicBezTo>
                    <a:pt x="225" y="1"/>
                    <a:pt x="0" y="316"/>
                    <a:pt x="0" y="703"/>
                  </a:cubicBezTo>
                  <a:cubicBezTo>
                    <a:pt x="0" y="1090"/>
                    <a:pt x="225" y="1405"/>
                    <a:pt x="513" y="1405"/>
                  </a:cubicBezTo>
                  <a:cubicBezTo>
                    <a:pt x="801" y="1405"/>
                    <a:pt x="1026" y="1090"/>
                    <a:pt x="1026" y="703"/>
                  </a:cubicBezTo>
                  <a:cubicBezTo>
                    <a:pt x="1026" y="316"/>
                    <a:pt x="801" y="1"/>
                    <a:pt x="5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1"/>
            <p:cNvSpPr/>
            <p:nvPr/>
          </p:nvSpPr>
          <p:spPr>
            <a:xfrm>
              <a:off x="2561125" y="2723575"/>
              <a:ext cx="18250" cy="29050"/>
            </a:xfrm>
            <a:custGeom>
              <a:avLst/>
              <a:gdLst/>
              <a:ahLst/>
              <a:cxnLst/>
              <a:rect l="l" t="t" r="r" b="b"/>
              <a:pathLst>
                <a:path w="730" h="1162" extrusionOk="0">
                  <a:moveTo>
                    <a:pt x="360" y="1"/>
                  </a:moveTo>
                  <a:cubicBezTo>
                    <a:pt x="162" y="1"/>
                    <a:pt x="0" y="262"/>
                    <a:pt x="0" y="586"/>
                  </a:cubicBezTo>
                  <a:cubicBezTo>
                    <a:pt x="0" y="901"/>
                    <a:pt x="162" y="1162"/>
                    <a:pt x="360" y="1162"/>
                  </a:cubicBezTo>
                  <a:cubicBezTo>
                    <a:pt x="567" y="1162"/>
                    <a:pt x="729" y="901"/>
                    <a:pt x="729" y="586"/>
                  </a:cubicBezTo>
                  <a:cubicBezTo>
                    <a:pt x="729" y="262"/>
                    <a:pt x="567" y="1"/>
                    <a:pt x="3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1"/>
            <p:cNvSpPr/>
            <p:nvPr/>
          </p:nvSpPr>
          <p:spPr>
            <a:xfrm>
              <a:off x="2529400" y="2712775"/>
              <a:ext cx="14875" cy="22300"/>
            </a:xfrm>
            <a:custGeom>
              <a:avLst/>
              <a:gdLst/>
              <a:ahLst/>
              <a:cxnLst/>
              <a:rect l="l" t="t" r="r" b="b"/>
              <a:pathLst>
                <a:path w="595" h="892" extrusionOk="0">
                  <a:moveTo>
                    <a:pt x="297" y="0"/>
                  </a:moveTo>
                  <a:cubicBezTo>
                    <a:pt x="135" y="0"/>
                    <a:pt x="0" y="198"/>
                    <a:pt x="0" y="451"/>
                  </a:cubicBezTo>
                  <a:cubicBezTo>
                    <a:pt x="0" y="694"/>
                    <a:pt x="135" y="892"/>
                    <a:pt x="297" y="892"/>
                  </a:cubicBezTo>
                  <a:cubicBezTo>
                    <a:pt x="459" y="892"/>
                    <a:pt x="594" y="694"/>
                    <a:pt x="594" y="451"/>
                  </a:cubicBezTo>
                  <a:cubicBezTo>
                    <a:pt x="594" y="198"/>
                    <a:pt x="459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1"/>
            <p:cNvSpPr/>
            <p:nvPr/>
          </p:nvSpPr>
          <p:spPr>
            <a:xfrm>
              <a:off x="2609275" y="2764075"/>
              <a:ext cx="21175" cy="38050"/>
            </a:xfrm>
            <a:custGeom>
              <a:avLst/>
              <a:gdLst/>
              <a:ahLst/>
              <a:cxnLst/>
              <a:rect l="l" t="t" r="r" b="b"/>
              <a:pathLst>
                <a:path w="847" h="1522" extrusionOk="0">
                  <a:moveTo>
                    <a:pt x="423" y="1"/>
                  </a:moveTo>
                  <a:cubicBezTo>
                    <a:pt x="189" y="1"/>
                    <a:pt x="0" y="343"/>
                    <a:pt x="0" y="766"/>
                  </a:cubicBezTo>
                  <a:cubicBezTo>
                    <a:pt x="0" y="1189"/>
                    <a:pt x="189" y="1522"/>
                    <a:pt x="423" y="1522"/>
                  </a:cubicBezTo>
                  <a:cubicBezTo>
                    <a:pt x="657" y="1522"/>
                    <a:pt x="846" y="1180"/>
                    <a:pt x="846" y="766"/>
                  </a:cubicBezTo>
                  <a:cubicBezTo>
                    <a:pt x="846" y="343"/>
                    <a:pt x="657" y="1"/>
                    <a:pt x="4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1"/>
            <p:cNvSpPr/>
            <p:nvPr/>
          </p:nvSpPr>
          <p:spPr>
            <a:xfrm>
              <a:off x="2555275" y="2785675"/>
              <a:ext cx="18925" cy="24100"/>
            </a:xfrm>
            <a:custGeom>
              <a:avLst/>
              <a:gdLst/>
              <a:ahLst/>
              <a:cxnLst/>
              <a:rect l="l" t="t" r="r" b="b"/>
              <a:pathLst>
                <a:path w="757" h="964" extrusionOk="0">
                  <a:moveTo>
                    <a:pt x="378" y="1"/>
                  </a:moveTo>
                  <a:cubicBezTo>
                    <a:pt x="162" y="1"/>
                    <a:pt x="0" y="217"/>
                    <a:pt x="0" y="478"/>
                  </a:cubicBezTo>
                  <a:cubicBezTo>
                    <a:pt x="0" y="748"/>
                    <a:pt x="162" y="964"/>
                    <a:pt x="378" y="964"/>
                  </a:cubicBezTo>
                  <a:cubicBezTo>
                    <a:pt x="585" y="964"/>
                    <a:pt x="756" y="748"/>
                    <a:pt x="756" y="478"/>
                  </a:cubicBezTo>
                  <a:cubicBezTo>
                    <a:pt x="756" y="217"/>
                    <a:pt x="585" y="1"/>
                    <a:pt x="3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1"/>
            <p:cNvSpPr/>
            <p:nvPr/>
          </p:nvSpPr>
          <p:spPr>
            <a:xfrm>
              <a:off x="2555275" y="2757775"/>
              <a:ext cx="24775" cy="29050"/>
            </a:xfrm>
            <a:custGeom>
              <a:avLst/>
              <a:gdLst/>
              <a:ahLst/>
              <a:cxnLst/>
              <a:rect l="l" t="t" r="r" b="b"/>
              <a:pathLst>
                <a:path w="991" h="1162" extrusionOk="0">
                  <a:moveTo>
                    <a:pt x="495" y="1"/>
                  </a:moveTo>
                  <a:cubicBezTo>
                    <a:pt x="225" y="1"/>
                    <a:pt x="0" y="262"/>
                    <a:pt x="0" y="586"/>
                  </a:cubicBezTo>
                  <a:cubicBezTo>
                    <a:pt x="0" y="901"/>
                    <a:pt x="216" y="1162"/>
                    <a:pt x="495" y="1162"/>
                  </a:cubicBezTo>
                  <a:cubicBezTo>
                    <a:pt x="765" y="1162"/>
                    <a:pt x="990" y="901"/>
                    <a:pt x="990" y="586"/>
                  </a:cubicBezTo>
                  <a:cubicBezTo>
                    <a:pt x="990" y="262"/>
                    <a:pt x="765" y="1"/>
                    <a:pt x="4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1"/>
            <p:cNvSpPr/>
            <p:nvPr/>
          </p:nvSpPr>
          <p:spPr>
            <a:xfrm>
              <a:off x="2868250" y="2744400"/>
              <a:ext cx="37825" cy="27750"/>
            </a:xfrm>
            <a:custGeom>
              <a:avLst/>
              <a:gdLst/>
              <a:ahLst/>
              <a:cxnLst/>
              <a:rect l="l" t="t" r="r" b="b"/>
              <a:pathLst>
                <a:path w="1513" h="1110" extrusionOk="0">
                  <a:moveTo>
                    <a:pt x="1210" y="0"/>
                  </a:moveTo>
                  <a:cubicBezTo>
                    <a:pt x="995" y="0"/>
                    <a:pt x="656" y="109"/>
                    <a:pt x="442" y="284"/>
                  </a:cubicBezTo>
                  <a:cubicBezTo>
                    <a:pt x="109" y="554"/>
                    <a:pt x="1" y="1004"/>
                    <a:pt x="199" y="1094"/>
                  </a:cubicBezTo>
                  <a:cubicBezTo>
                    <a:pt x="221" y="1104"/>
                    <a:pt x="248" y="1109"/>
                    <a:pt x="279" y="1109"/>
                  </a:cubicBezTo>
                  <a:cubicBezTo>
                    <a:pt x="511" y="1109"/>
                    <a:pt x="961" y="828"/>
                    <a:pt x="1207" y="527"/>
                  </a:cubicBezTo>
                  <a:cubicBezTo>
                    <a:pt x="1252" y="464"/>
                    <a:pt x="1513" y="149"/>
                    <a:pt x="1378" y="41"/>
                  </a:cubicBezTo>
                  <a:cubicBezTo>
                    <a:pt x="1343" y="13"/>
                    <a:pt x="1284" y="0"/>
                    <a:pt x="1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1"/>
            <p:cNvSpPr/>
            <p:nvPr/>
          </p:nvSpPr>
          <p:spPr>
            <a:xfrm>
              <a:off x="2690950" y="2728075"/>
              <a:ext cx="42025" cy="98825"/>
            </a:xfrm>
            <a:custGeom>
              <a:avLst/>
              <a:gdLst/>
              <a:ahLst/>
              <a:cxnLst/>
              <a:rect l="l" t="t" r="r" b="b"/>
              <a:pathLst>
                <a:path w="1681" h="3953" extrusionOk="0">
                  <a:moveTo>
                    <a:pt x="865" y="1"/>
                  </a:moveTo>
                  <a:cubicBezTo>
                    <a:pt x="585" y="1"/>
                    <a:pt x="378" y="802"/>
                    <a:pt x="315" y="1036"/>
                  </a:cubicBezTo>
                  <a:cubicBezTo>
                    <a:pt x="0" y="2296"/>
                    <a:pt x="99" y="3916"/>
                    <a:pt x="504" y="3952"/>
                  </a:cubicBezTo>
                  <a:cubicBezTo>
                    <a:pt x="509" y="3952"/>
                    <a:pt x="514" y="3952"/>
                    <a:pt x="518" y="3952"/>
                  </a:cubicBezTo>
                  <a:cubicBezTo>
                    <a:pt x="918" y="3952"/>
                    <a:pt x="1680" y="2441"/>
                    <a:pt x="1405" y="1036"/>
                  </a:cubicBezTo>
                  <a:cubicBezTo>
                    <a:pt x="1315" y="640"/>
                    <a:pt x="1108" y="1"/>
                    <a:pt x="8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2754400" y="2710000"/>
              <a:ext cx="44350" cy="66475"/>
            </a:xfrm>
            <a:custGeom>
              <a:avLst/>
              <a:gdLst/>
              <a:ahLst/>
              <a:cxnLst/>
              <a:rect l="l" t="t" r="r" b="b"/>
              <a:pathLst>
                <a:path w="1774" h="2659" extrusionOk="0">
                  <a:moveTo>
                    <a:pt x="462" y="1"/>
                  </a:moveTo>
                  <a:cubicBezTo>
                    <a:pt x="449" y="1"/>
                    <a:pt x="436" y="2"/>
                    <a:pt x="424" y="3"/>
                  </a:cubicBezTo>
                  <a:cubicBezTo>
                    <a:pt x="172" y="39"/>
                    <a:pt x="1" y="426"/>
                    <a:pt x="28" y="760"/>
                  </a:cubicBezTo>
                  <a:cubicBezTo>
                    <a:pt x="55" y="1192"/>
                    <a:pt x="433" y="1300"/>
                    <a:pt x="928" y="2065"/>
                  </a:cubicBezTo>
                  <a:cubicBezTo>
                    <a:pt x="1191" y="2486"/>
                    <a:pt x="1215" y="2659"/>
                    <a:pt x="1299" y="2659"/>
                  </a:cubicBezTo>
                  <a:cubicBezTo>
                    <a:pt x="1301" y="2659"/>
                    <a:pt x="1303" y="2659"/>
                    <a:pt x="1306" y="2659"/>
                  </a:cubicBezTo>
                  <a:cubicBezTo>
                    <a:pt x="1513" y="2650"/>
                    <a:pt x="1774" y="1651"/>
                    <a:pt x="1279" y="778"/>
                  </a:cubicBezTo>
                  <a:cubicBezTo>
                    <a:pt x="1123" y="493"/>
                    <a:pt x="761" y="1"/>
                    <a:pt x="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2735950" y="2776225"/>
              <a:ext cx="24100" cy="45475"/>
            </a:xfrm>
            <a:custGeom>
              <a:avLst/>
              <a:gdLst/>
              <a:ahLst/>
              <a:cxnLst/>
              <a:rect l="l" t="t" r="r" b="b"/>
              <a:pathLst>
                <a:path w="964" h="1819" extrusionOk="0">
                  <a:moveTo>
                    <a:pt x="487" y="1"/>
                  </a:moveTo>
                  <a:cubicBezTo>
                    <a:pt x="217" y="1"/>
                    <a:pt x="1" y="406"/>
                    <a:pt x="1" y="910"/>
                  </a:cubicBezTo>
                  <a:cubicBezTo>
                    <a:pt x="1" y="1414"/>
                    <a:pt x="217" y="1819"/>
                    <a:pt x="487" y="1819"/>
                  </a:cubicBezTo>
                  <a:cubicBezTo>
                    <a:pt x="748" y="1819"/>
                    <a:pt x="964" y="1414"/>
                    <a:pt x="964" y="910"/>
                  </a:cubicBezTo>
                  <a:cubicBezTo>
                    <a:pt x="964" y="406"/>
                    <a:pt x="748" y="1"/>
                    <a:pt x="4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1"/>
            <p:cNvSpPr/>
            <p:nvPr/>
          </p:nvSpPr>
          <p:spPr>
            <a:xfrm>
              <a:off x="2783650" y="2754750"/>
              <a:ext cx="41875" cy="89900"/>
            </a:xfrm>
            <a:custGeom>
              <a:avLst/>
              <a:gdLst/>
              <a:ahLst/>
              <a:cxnLst/>
              <a:rect l="l" t="t" r="r" b="b"/>
              <a:pathLst>
                <a:path w="1675" h="3596" extrusionOk="0">
                  <a:moveTo>
                    <a:pt x="1514" y="1"/>
                  </a:moveTo>
                  <a:cubicBezTo>
                    <a:pt x="1264" y="1"/>
                    <a:pt x="282" y="875"/>
                    <a:pt x="118" y="1958"/>
                  </a:cubicBezTo>
                  <a:cubicBezTo>
                    <a:pt x="1" y="2795"/>
                    <a:pt x="370" y="3596"/>
                    <a:pt x="559" y="3596"/>
                  </a:cubicBezTo>
                  <a:cubicBezTo>
                    <a:pt x="712" y="3587"/>
                    <a:pt x="703" y="3083"/>
                    <a:pt x="982" y="1958"/>
                  </a:cubicBezTo>
                  <a:cubicBezTo>
                    <a:pt x="1342" y="563"/>
                    <a:pt x="1675" y="59"/>
                    <a:pt x="1540" y="5"/>
                  </a:cubicBezTo>
                  <a:cubicBezTo>
                    <a:pt x="1532" y="2"/>
                    <a:pt x="1524" y="1"/>
                    <a:pt x="15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2816050" y="2764850"/>
              <a:ext cx="70675" cy="83550"/>
            </a:xfrm>
            <a:custGeom>
              <a:avLst/>
              <a:gdLst/>
              <a:ahLst/>
              <a:cxnLst/>
              <a:rect l="l" t="t" r="r" b="b"/>
              <a:pathLst>
                <a:path w="2827" h="3342" extrusionOk="0">
                  <a:moveTo>
                    <a:pt x="2279" y="1"/>
                  </a:moveTo>
                  <a:cubicBezTo>
                    <a:pt x="2066" y="1"/>
                    <a:pt x="1774" y="200"/>
                    <a:pt x="1468" y="420"/>
                  </a:cubicBezTo>
                  <a:cubicBezTo>
                    <a:pt x="523" y="1077"/>
                    <a:pt x="316" y="1896"/>
                    <a:pt x="190" y="2427"/>
                  </a:cubicBezTo>
                  <a:cubicBezTo>
                    <a:pt x="91" y="2850"/>
                    <a:pt x="1" y="3219"/>
                    <a:pt x="217" y="3318"/>
                  </a:cubicBezTo>
                  <a:cubicBezTo>
                    <a:pt x="252" y="3334"/>
                    <a:pt x="293" y="3341"/>
                    <a:pt x="340" y="3341"/>
                  </a:cubicBezTo>
                  <a:cubicBezTo>
                    <a:pt x="689" y="3341"/>
                    <a:pt x="1332" y="2923"/>
                    <a:pt x="1729" y="2526"/>
                  </a:cubicBezTo>
                  <a:cubicBezTo>
                    <a:pt x="2692" y="1572"/>
                    <a:pt x="2827" y="168"/>
                    <a:pt x="2368" y="15"/>
                  </a:cubicBezTo>
                  <a:cubicBezTo>
                    <a:pt x="2340" y="5"/>
                    <a:pt x="2310" y="1"/>
                    <a:pt x="22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2535025" y="2841925"/>
              <a:ext cx="334825" cy="180275"/>
            </a:xfrm>
            <a:custGeom>
              <a:avLst/>
              <a:gdLst/>
              <a:ahLst/>
              <a:cxnLst/>
              <a:rect l="l" t="t" r="r" b="b"/>
              <a:pathLst>
                <a:path w="13393" h="7211" extrusionOk="0">
                  <a:moveTo>
                    <a:pt x="0" y="1"/>
                  </a:moveTo>
                  <a:lnTo>
                    <a:pt x="0" y="2206"/>
                  </a:lnTo>
                  <a:cubicBezTo>
                    <a:pt x="0" y="2773"/>
                    <a:pt x="126" y="3331"/>
                    <a:pt x="369" y="3844"/>
                  </a:cubicBezTo>
                  <a:cubicBezTo>
                    <a:pt x="1278" y="5806"/>
                    <a:pt x="3771" y="7210"/>
                    <a:pt x="6705" y="7210"/>
                  </a:cubicBezTo>
                  <a:cubicBezTo>
                    <a:pt x="9928" y="7210"/>
                    <a:pt x="12619" y="5509"/>
                    <a:pt x="13249" y="3241"/>
                  </a:cubicBezTo>
                  <a:cubicBezTo>
                    <a:pt x="13348" y="2908"/>
                    <a:pt x="13393" y="2557"/>
                    <a:pt x="13393" y="2206"/>
                  </a:cubicBezTo>
                  <a:lnTo>
                    <a:pt x="133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2516125" y="2837200"/>
              <a:ext cx="372625" cy="16225"/>
            </a:xfrm>
            <a:custGeom>
              <a:avLst/>
              <a:gdLst/>
              <a:ahLst/>
              <a:cxnLst/>
              <a:rect l="l" t="t" r="r" b="b"/>
              <a:pathLst>
                <a:path w="14905" h="649" extrusionOk="0">
                  <a:moveTo>
                    <a:pt x="432" y="1"/>
                  </a:moveTo>
                  <a:cubicBezTo>
                    <a:pt x="0" y="1"/>
                    <a:pt x="0" y="649"/>
                    <a:pt x="432" y="649"/>
                  </a:cubicBezTo>
                  <a:lnTo>
                    <a:pt x="14482" y="649"/>
                  </a:lnTo>
                  <a:cubicBezTo>
                    <a:pt x="14905" y="649"/>
                    <a:pt x="14905" y="1"/>
                    <a:pt x="144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1"/>
            <p:cNvSpPr/>
            <p:nvPr/>
          </p:nvSpPr>
          <p:spPr>
            <a:xfrm>
              <a:off x="2532100" y="2850250"/>
              <a:ext cx="341125" cy="7500"/>
            </a:xfrm>
            <a:custGeom>
              <a:avLst/>
              <a:gdLst/>
              <a:ahLst/>
              <a:cxnLst/>
              <a:rect l="l" t="t" r="r" b="b"/>
              <a:pathLst>
                <a:path w="13645" h="300" extrusionOk="0">
                  <a:moveTo>
                    <a:pt x="13483" y="1"/>
                  </a:moveTo>
                  <a:cubicBezTo>
                    <a:pt x="10898" y="27"/>
                    <a:pt x="8313" y="41"/>
                    <a:pt x="5728" y="41"/>
                  </a:cubicBezTo>
                  <a:cubicBezTo>
                    <a:pt x="3876" y="41"/>
                    <a:pt x="2023" y="34"/>
                    <a:pt x="171" y="19"/>
                  </a:cubicBezTo>
                  <a:cubicBezTo>
                    <a:pt x="0" y="19"/>
                    <a:pt x="0" y="271"/>
                    <a:pt x="171" y="271"/>
                  </a:cubicBezTo>
                  <a:cubicBezTo>
                    <a:pt x="2089" y="290"/>
                    <a:pt x="4007" y="300"/>
                    <a:pt x="5925" y="300"/>
                  </a:cubicBezTo>
                  <a:cubicBezTo>
                    <a:pt x="8444" y="300"/>
                    <a:pt x="10964" y="283"/>
                    <a:pt x="13483" y="253"/>
                  </a:cubicBezTo>
                  <a:cubicBezTo>
                    <a:pt x="13645" y="253"/>
                    <a:pt x="13645" y="1"/>
                    <a:pt x="134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2544250" y="2923150"/>
              <a:ext cx="322000" cy="99050"/>
            </a:xfrm>
            <a:custGeom>
              <a:avLst/>
              <a:gdLst/>
              <a:ahLst/>
              <a:cxnLst/>
              <a:rect l="l" t="t" r="r" b="b"/>
              <a:pathLst>
                <a:path w="12880" h="3962" extrusionOk="0">
                  <a:moveTo>
                    <a:pt x="12880" y="1"/>
                  </a:moveTo>
                  <a:cubicBezTo>
                    <a:pt x="12434" y="159"/>
                    <a:pt x="12174" y="759"/>
                    <a:pt x="11697" y="759"/>
                  </a:cubicBezTo>
                  <a:cubicBezTo>
                    <a:pt x="11684" y="759"/>
                    <a:pt x="11670" y="758"/>
                    <a:pt x="11656" y="757"/>
                  </a:cubicBezTo>
                  <a:cubicBezTo>
                    <a:pt x="11431" y="730"/>
                    <a:pt x="11431" y="613"/>
                    <a:pt x="11161" y="577"/>
                  </a:cubicBezTo>
                  <a:cubicBezTo>
                    <a:pt x="11125" y="573"/>
                    <a:pt x="11090" y="571"/>
                    <a:pt x="11056" y="571"/>
                  </a:cubicBezTo>
                  <a:cubicBezTo>
                    <a:pt x="10680" y="571"/>
                    <a:pt x="10444" y="829"/>
                    <a:pt x="9982" y="928"/>
                  </a:cubicBezTo>
                  <a:cubicBezTo>
                    <a:pt x="9877" y="948"/>
                    <a:pt x="9779" y="957"/>
                    <a:pt x="9685" y="957"/>
                  </a:cubicBezTo>
                  <a:cubicBezTo>
                    <a:pt x="9361" y="957"/>
                    <a:pt x="9090" y="856"/>
                    <a:pt x="8776" y="793"/>
                  </a:cubicBezTo>
                  <a:cubicBezTo>
                    <a:pt x="8583" y="756"/>
                    <a:pt x="8409" y="741"/>
                    <a:pt x="8247" y="741"/>
                  </a:cubicBezTo>
                  <a:cubicBezTo>
                    <a:pt x="7296" y="741"/>
                    <a:pt x="6773" y="1282"/>
                    <a:pt x="5509" y="1282"/>
                  </a:cubicBezTo>
                  <a:cubicBezTo>
                    <a:pt x="5459" y="1282"/>
                    <a:pt x="5408" y="1281"/>
                    <a:pt x="5355" y="1279"/>
                  </a:cubicBezTo>
                  <a:cubicBezTo>
                    <a:pt x="4905" y="1261"/>
                    <a:pt x="4158" y="1054"/>
                    <a:pt x="2655" y="649"/>
                  </a:cubicBezTo>
                  <a:cubicBezTo>
                    <a:pt x="2244" y="533"/>
                    <a:pt x="1671" y="286"/>
                    <a:pt x="1223" y="286"/>
                  </a:cubicBezTo>
                  <a:cubicBezTo>
                    <a:pt x="1082" y="286"/>
                    <a:pt x="954" y="310"/>
                    <a:pt x="846" y="370"/>
                  </a:cubicBezTo>
                  <a:cubicBezTo>
                    <a:pt x="675" y="460"/>
                    <a:pt x="621" y="604"/>
                    <a:pt x="387" y="649"/>
                  </a:cubicBezTo>
                  <a:cubicBezTo>
                    <a:pt x="352" y="654"/>
                    <a:pt x="318" y="656"/>
                    <a:pt x="284" y="656"/>
                  </a:cubicBezTo>
                  <a:cubicBezTo>
                    <a:pt x="187" y="656"/>
                    <a:pt x="94" y="637"/>
                    <a:pt x="0" y="604"/>
                  </a:cubicBezTo>
                  <a:lnTo>
                    <a:pt x="0" y="604"/>
                  </a:lnTo>
                  <a:cubicBezTo>
                    <a:pt x="909" y="2557"/>
                    <a:pt x="3402" y="3961"/>
                    <a:pt x="6336" y="3961"/>
                  </a:cubicBezTo>
                  <a:cubicBezTo>
                    <a:pt x="9559" y="3961"/>
                    <a:pt x="12250" y="2260"/>
                    <a:pt x="128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2704900" y="2755975"/>
              <a:ext cx="14425" cy="29050"/>
            </a:xfrm>
            <a:custGeom>
              <a:avLst/>
              <a:gdLst/>
              <a:ahLst/>
              <a:cxnLst/>
              <a:rect l="l" t="t" r="r" b="b"/>
              <a:pathLst>
                <a:path w="577" h="1162" extrusionOk="0">
                  <a:moveTo>
                    <a:pt x="289" y="1"/>
                  </a:moveTo>
                  <a:cubicBezTo>
                    <a:pt x="126" y="1"/>
                    <a:pt x="0" y="262"/>
                    <a:pt x="0" y="586"/>
                  </a:cubicBezTo>
                  <a:cubicBezTo>
                    <a:pt x="0" y="910"/>
                    <a:pt x="126" y="1162"/>
                    <a:pt x="289" y="1162"/>
                  </a:cubicBezTo>
                  <a:cubicBezTo>
                    <a:pt x="451" y="1162"/>
                    <a:pt x="577" y="910"/>
                    <a:pt x="577" y="586"/>
                  </a:cubicBezTo>
                  <a:cubicBezTo>
                    <a:pt x="577" y="262"/>
                    <a:pt x="451" y="1"/>
                    <a:pt x="2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2543750" y="2909275"/>
              <a:ext cx="49125" cy="48150"/>
            </a:xfrm>
            <a:custGeom>
              <a:avLst/>
              <a:gdLst/>
              <a:ahLst/>
              <a:cxnLst/>
              <a:rect l="l" t="t" r="r" b="b"/>
              <a:pathLst>
                <a:path w="1965" h="1926" extrusionOk="0">
                  <a:moveTo>
                    <a:pt x="1659" y="1"/>
                  </a:moveTo>
                  <a:cubicBezTo>
                    <a:pt x="1610" y="1"/>
                    <a:pt x="1559" y="21"/>
                    <a:pt x="1514" y="70"/>
                  </a:cubicBezTo>
                  <a:cubicBezTo>
                    <a:pt x="1055" y="565"/>
                    <a:pt x="605" y="1060"/>
                    <a:pt x="146" y="1555"/>
                  </a:cubicBezTo>
                  <a:cubicBezTo>
                    <a:pt x="0" y="1708"/>
                    <a:pt x="149" y="1925"/>
                    <a:pt x="312" y="1925"/>
                  </a:cubicBezTo>
                  <a:cubicBezTo>
                    <a:pt x="360" y="1925"/>
                    <a:pt x="409" y="1906"/>
                    <a:pt x="452" y="1861"/>
                  </a:cubicBezTo>
                  <a:lnTo>
                    <a:pt x="1820" y="367"/>
                  </a:lnTo>
                  <a:cubicBezTo>
                    <a:pt x="1965" y="216"/>
                    <a:pt x="1820" y="1"/>
                    <a:pt x="16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2578925" y="2907750"/>
              <a:ext cx="66425" cy="41875"/>
            </a:xfrm>
            <a:custGeom>
              <a:avLst/>
              <a:gdLst/>
              <a:ahLst/>
              <a:cxnLst/>
              <a:rect l="l" t="t" r="r" b="b"/>
              <a:pathLst>
                <a:path w="2657" h="1675" extrusionOk="0">
                  <a:moveTo>
                    <a:pt x="282" y="1"/>
                  </a:moveTo>
                  <a:cubicBezTo>
                    <a:pt x="111" y="1"/>
                    <a:pt x="1" y="276"/>
                    <a:pt x="179" y="410"/>
                  </a:cubicBezTo>
                  <a:lnTo>
                    <a:pt x="179" y="401"/>
                  </a:lnTo>
                  <a:cubicBezTo>
                    <a:pt x="818" y="887"/>
                    <a:pt x="1502" y="1301"/>
                    <a:pt x="2222" y="1652"/>
                  </a:cubicBezTo>
                  <a:cubicBezTo>
                    <a:pt x="2255" y="1668"/>
                    <a:pt x="2287" y="1675"/>
                    <a:pt x="2318" y="1675"/>
                  </a:cubicBezTo>
                  <a:cubicBezTo>
                    <a:pt x="2517" y="1675"/>
                    <a:pt x="2657" y="1384"/>
                    <a:pt x="2438" y="1283"/>
                  </a:cubicBezTo>
                  <a:cubicBezTo>
                    <a:pt x="1718" y="932"/>
                    <a:pt x="1034" y="518"/>
                    <a:pt x="395" y="41"/>
                  </a:cubicBezTo>
                  <a:cubicBezTo>
                    <a:pt x="356" y="13"/>
                    <a:pt x="318" y="1"/>
                    <a:pt x="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2635125" y="2902275"/>
              <a:ext cx="70500" cy="49650"/>
            </a:xfrm>
            <a:custGeom>
              <a:avLst/>
              <a:gdLst/>
              <a:ahLst/>
              <a:cxnLst/>
              <a:rect l="l" t="t" r="r" b="b"/>
              <a:pathLst>
                <a:path w="2820" h="1986" extrusionOk="0">
                  <a:moveTo>
                    <a:pt x="2496" y="0"/>
                  </a:moveTo>
                  <a:cubicBezTo>
                    <a:pt x="2464" y="0"/>
                    <a:pt x="2430" y="8"/>
                    <a:pt x="2395" y="26"/>
                  </a:cubicBezTo>
                  <a:cubicBezTo>
                    <a:pt x="1567" y="440"/>
                    <a:pt x="811" y="980"/>
                    <a:pt x="154" y="1619"/>
                  </a:cubicBezTo>
                  <a:cubicBezTo>
                    <a:pt x="1" y="1773"/>
                    <a:pt x="150" y="1985"/>
                    <a:pt x="317" y="1985"/>
                  </a:cubicBezTo>
                  <a:cubicBezTo>
                    <a:pt x="366" y="1985"/>
                    <a:pt x="416" y="1968"/>
                    <a:pt x="460" y="1925"/>
                  </a:cubicBezTo>
                  <a:lnTo>
                    <a:pt x="460" y="1916"/>
                  </a:lnTo>
                  <a:cubicBezTo>
                    <a:pt x="1090" y="1304"/>
                    <a:pt x="1819" y="791"/>
                    <a:pt x="2611" y="395"/>
                  </a:cubicBezTo>
                  <a:cubicBezTo>
                    <a:pt x="2820" y="287"/>
                    <a:pt x="2691" y="0"/>
                    <a:pt x="24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2690950" y="2903775"/>
              <a:ext cx="65300" cy="48950"/>
            </a:xfrm>
            <a:custGeom>
              <a:avLst/>
              <a:gdLst/>
              <a:ahLst/>
              <a:cxnLst/>
              <a:rect l="l" t="t" r="r" b="b"/>
              <a:pathLst>
                <a:path w="2612" h="1958" extrusionOk="0">
                  <a:moveTo>
                    <a:pt x="310" y="1"/>
                  </a:moveTo>
                  <a:cubicBezTo>
                    <a:pt x="148" y="1"/>
                    <a:pt x="1" y="216"/>
                    <a:pt x="153" y="362"/>
                  </a:cubicBezTo>
                  <a:cubicBezTo>
                    <a:pt x="756" y="974"/>
                    <a:pt x="1450" y="1496"/>
                    <a:pt x="2197" y="1928"/>
                  </a:cubicBezTo>
                  <a:cubicBezTo>
                    <a:pt x="2233" y="1948"/>
                    <a:pt x="2269" y="1957"/>
                    <a:pt x="2302" y="1957"/>
                  </a:cubicBezTo>
                  <a:cubicBezTo>
                    <a:pt x="2492" y="1957"/>
                    <a:pt x="2611" y="1674"/>
                    <a:pt x="2413" y="1559"/>
                  </a:cubicBezTo>
                  <a:cubicBezTo>
                    <a:pt x="1693" y="1145"/>
                    <a:pt x="1036" y="641"/>
                    <a:pt x="450" y="65"/>
                  </a:cubicBezTo>
                  <a:cubicBezTo>
                    <a:pt x="407" y="20"/>
                    <a:pt x="358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2743800" y="2896225"/>
              <a:ext cx="58850" cy="59275"/>
            </a:xfrm>
            <a:custGeom>
              <a:avLst/>
              <a:gdLst/>
              <a:ahLst/>
              <a:cxnLst/>
              <a:rect l="l" t="t" r="r" b="b"/>
              <a:pathLst>
                <a:path w="2354" h="2371" extrusionOk="0">
                  <a:moveTo>
                    <a:pt x="2053" y="1"/>
                  </a:moveTo>
                  <a:cubicBezTo>
                    <a:pt x="2005" y="1"/>
                    <a:pt x="1954" y="21"/>
                    <a:pt x="1910" y="70"/>
                  </a:cubicBezTo>
                  <a:lnTo>
                    <a:pt x="146" y="1996"/>
                  </a:lnTo>
                  <a:cubicBezTo>
                    <a:pt x="1" y="2154"/>
                    <a:pt x="141" y="2371"/>
                    <a:pt x="299" y="2371"/>
                  </a:cubicBezTo>
                  <a:cubicBezTo>
                    <a:pt x="348" y="2371"/>
                    <a:pt x="398" y="2351"/>
                    <a:pt x="443" y="2302"/>
                  </a:cubicBezTo>
                  <a:lnTo>
                    <a:pt x="2216" y="367"/>
                  </a:lnTo>
                  <a:cubicBezTo>
                    <a:pt x="2353" y="216"/>
                    <a:pt x="2212" y="1"/>
                    <a:pt x="20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1"/>
            <p:cNvSpPr/>
            <p:nvPr/>
          </p:nvSpPr>
          <p:spPr>
            <a:xfrm>
              <a:off x="2790225" y="2894425"/>
              <a:ext cx="48475" cy="60200"/>
            </a:xfrm>
            <a:custGeom>
              <a:avLst/>
              <a:gdLst/>
              <a:ahLst/>
              <a:cxnLst/>
              <a:rect l="l" t="t" r="r" b="b"/>
              <a:pathLst>
                <a:path w="1939" h="2408" extrusionOk="0">
                  <a:moveTo>
                    <a:pt x="297" y="0"/>
                  </a:moveTo>
                  <a:cubicBezTo>
                    <a:pt x="147" y="0"/>
                    <a:pt x="0" y="150"/>
                    <a:pt x="107" y="313"/>
                  </a:cubicBezTo>
                  <a:lnTo>
                    <a:pt x="1457" y="2311"/>
                  </a:lnTo>
                  <a:cubicBezTo>
                    <a:pt x="1503" y="2379"/>
                    <a:pt x="1570" y="2408"/>
                    <a:pt x="1637" y="2408"/>
                  </a:cubicBezTo>
                  <a:cubicBezTo>
                    <a:pt x="1790" y="2408"/>
                    <a:pt x="1939" y="2258"/>
                    <a:pt x="1826" y="2095"/>
                  </a:cubicBezTo>
                  <a:lnTo>
                    <a:pt x="476" y="97"/>
                  </a:lnTo>
                  <a:cubicBezTo>
                    <a:pt x="429" y="29"/>
                    <a:pt x="363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1"/>
            <p:cNvSpPr/>
            <p:nvPr/>
          </p:nvSpPr>
          <p:spPr>
            <a:xfrm>
              <a:off x="2825975" y="2901425"/>
              <a:ext cx="47775" cy="54075"/>
            </a:xfrm>
            <a:custGeom>
              <a:avLst/>
              <a:gdLst/>
              <a:ahLst/>
              <a:cxnLst/>
              <a:rect l="l" t="t" r="r" b="b"/>
              <a:pathLst>
                <a:path w="1911" h="2163" extrusionOk="0">
                  <a:moveTo>
                    <a:pt x="1606" y="0"/>
                  </a:moveTo>
                  <a:cubicBezTo>
                    <a:pt x="1558" y="0"/>
                    <a:pt x="1509" y="20"/>
                    <a:pt x="1467" y="69"/>
                  </a:cubicBezTo>
                  <a:cubicBezTo>
                    <a:pt x="990" y="645"/>
                    <a:pt x="540" y="1239"/>
                    <a:pt x="108" y="1851"/>
                  </a:cubicBezTo>
                  <a:cubicBezTo>
                    <a:pt x="1" y="2009"/>
                    <a:pt x="150" y="2162"/>
                    <a:pt x="301" y="2162"/>
                  </a:cubicBezTo>
                  <a:cubicBezTo>
                    <a:pt x="366" y="2162"/>
                    <a:pt x="431" y="2134"/>
                    <a:pt x="477" y="2067"/>
                  </a:cubicBezTo>
                  <a:cubicBezTo>
                    <a:pt x="882" y="1482"/>
                    <a:pt x="1314" y="924"/>
                    <a:pt x="1773" y="375"/>
                  </a:cubicBezTo>
                  <a:cubicBezTo>
                    <a:pt x="1911" y="217"/>
                    <a:pt x="1764" y="0"/>
                    <a:pt x="1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1"/>
            <p:cNvSpPr/>
            <p:nvPr/>
          </p:nvSpPr>
          <p:spPr>
            <a:xfrm>
              <a:off x="2526450" y="2903425"/>
              <a:ext cx="32675" cy="56625"/>
            </a:xfrm>
            <a:custGeom>
              <a:avLst/>
              <a:gdLst/>
              <a:ahLst/>
              <a:cxnLst/>
              <a:rect l="l" t="t" r="r" b="b"/>
              <a:pathLst>
                <a:path w="1307" h="2265" extrusionOk="0">
                  <a:moveTo>
                    <a:pt x="298" y="1"/>
                  </a:moveTo>
                  <a:cubicBezTo>
                    <a:pt x="140" y="1"/>
                    <a:pt x="0" y="216"/>
                    <a:pt x="145" y="367"/>
                  </a:cubicBezTo>
                  <a:cubicBezTo>
                    <a:pt x="586" y="844"/>
                    <a:pt x="865" y="1402"/>
                    <a:pt x="874" y="2059"/>
                  </a:cubicBezTo>
                  <a:cubicBezTo>
                    <a:pt x="874" y="2195"/>
                    <a:pt x="984" y="2265"/>
                    <a:pt x="1093" y="2265"/>
                  </a:cubicBezTo>
                  <a:cubicBezTo>
                    <a:pt x="1200" y="2265"/>
                    <a:pt x="1306" y="2197"/>
                    <a:pt x="1306" y="2059"/>
                  </a:cubicBezTo>
                  <a:cubicBezTo>
                    <a:pt x="1288" y="1294"/>
                    <a:pt x="964" y="619"/>
                    <a:pt x="442" y="70"/>
                  </a:cubicBezTo>
                  <a:cubicBezTo>
                    <a:pt x="398" y="21"/>
                    <a:pt x="347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1"/>
            <p:cNvSpPr/>
            <p:nvPr/>
          </p:nvSpPr>
          <p:spPr>
            <a:xfrm>
              <a:off x="2543250" y="2948325"/>
              <a:ext cx="123400" cy="72675"/>
            </a:xfrm>
            <a:custGeom>
              <a:avLst/>
              <a:gdLst/>
              <a:ahLst/>
              <a:cxnLst/>
              <a:rect l="l" t="t" r="r" b="b"/>
              <a:pathLst>
                <a:path w="4936" h="2907" extrusionOk="0">
                  <a:moveTo>
                    <a:pt x="294" y="0"/>
                  </a:moveTo>
                  <a:cubicBezTo>
                    <a:pt x="140" y="0"/>
                    <a:pt x="0" y="216"/>
                    <a:pt x="130" y="380"/>
                  </a:cubicBezTo>
                  <a:cubicBezTo>
                    <a:pt x="1255" y="1730"/>
                    <a:pt x="2866" y="2522"/>
                    <a:pt x="4567" y="2900"/>
                  </a:cubicBezTo>
                  <a:cubicBezTo>
                    <a:pt x="4586" y="2905"/>
                    <a:pt x="4605" y="2907"/>
                    <a:pt x="4622" y="2907"/>
                  </a:cubicBezTo>
                  <a:cubicBezTo>
                    <a:pt x="4852" y="2907"/>
                    <a:pt x="4935" y="2545"/>
                    <a:pt x="4684" y="2486"/>
                  </a:cubicBezTo>
                  <a:cubicBezTo>
                    <a:pt x="3046" y="2126"/>
                    <a:pt x="1525" y="1379"/>
                    <a:pt x="436" y="74"/>
                  </a:cubicBezTo>
                  <a:cubicBezTo>
                    <a:pt x="393" y="22"/>
                    <a:pt x="343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1"/>
            <p:cNvSpPr/>
            <p:nvPr/>
          </p:nvSpPr>
          <p:spPr>
            <a:xfrm>
              <a:off x="2730900" y="2902275"/>
              <a:ext cx="141975" cy="119550"/>
            </a:xfrm>
            <a:custGeom>
              <a:avLst/>
              <a:gdLst/>
              <a:ahLst/>
              <a:cxnLst/>
              <a:rect l="l" t="t" r="r" b="b"/>
              <a:pathLst>
                <a:path w="5679" h="4782" extrusionOk="0">
                  <a:moveTo>
                    <a:pt x="5416" y="1"/>
                  </a:moveTo>
                  <a:cubicBezTo>
                    <a:pt x="5333" y="1"/>
                    <a:pt x="5257" y="49"/>
                    <a:pt x="5243" y="161"/>
                  </a:cubicBezTo>
                  <a:cubicBezTo>
                    <a:pt x="4910" y="2654"/>
                    <a:pt x="2543" y="3968"/>
                    <a:pt x="266" y="4364"/>
                  </a:cubicBezTo>
                  <a:cubicBezTo>
                    <a:pt x="1" y="4407"/>
                    <a:pt x="93" y="4782"/>
                    <a:pt x="333" y="4782"/>
                  </a:cubicBezTo>
                  <a:cubicBezTo>
                    <a:pt x="346" y="4782"/>
                    <a:pt x="360" y="4781"/>
                    <a:pt x="374" y="4778"/>
                  </a:cubicBezTo>
                  <a:lnTo>
                    <a:pt x="374" y="4769"/>
                  </a:lnTo>
                  <a:cubicBezTo>
                    <a:pt x="2786" y="4355"/>
                    <a:pt x="5297" y="2906"/>
                    <a:pt x="5657" y="269"/>
                  </a:cubicBezTo>
                  <a:cubicBezTo>
                    <a:pt x="5678" y="107"/>
                    <a:pt x="5539" y="1"/>
                    <a:pt x="54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1"/>
            <p:cNvSpPr/>
            <p:nvPr/>
          </p:nvSpPr>
          <p:spPr>
            <a:xfrm>
              <a:off x="2647700" y="3009450"/>
              <a:ext cx="104650" cy="15450"/>
            </a:xfrm>
            <a:custGeom>
              <a:avLst/>
              <a:gdLst/>
              <a:ahLst/>
              <a:cxnLst/>
              <a:rect l="l" t="t" r="r" b="b"/>
              <a:pathLst>
                <a:path w="4186" h="618" extrusionOk="0">
                  <a:moveTo>
                    <a:pt x="315" y="0"/>
                  </a:moveTo>
                  <a:cubicBezTo>
                    <a:pt x="81" y="0"/>
                    <a:pt x="1" y="369"/>
                    <a:pt x="254" y="419"/>
                  </a:cubicBezTo>
                  <a:lnTo>
                    <a:pt x="245" y="419"/>
                  </a:lnTo>
                  <a:cubicBezTo>
                    <a:pt x="932" y="551"/>
                    <a:pt x="1628" y="618"/>
                    <a:pt x="2323" y="618"/>
                  </a:cubicBezTo>
                  <a:cubicBezTo>
                    <a:pt x="2859" y="618"/>
                    <a:pt x="3394" y="578"/>
                    <a:pt x="3927" y="500"/>
                  </a:cubicBezTo>
                  <a:cubicBezTo>
                    <a:pt x="4185" y="457"/>
                    <a:pt x="4089" y="84"/>
                    <a:pt x="3851" y="84"/>
                  </a:cubicBezTo>
                  <a:cubicBezTo>
                    <a:pt x="3840" y="84"/>
                    <a:pt x="3830" y="85"/>
                    <a:pt x="3819" y="86"/>
                  </a:cubicBezTo>
                  <a:cubicBezTo>
                    <a:pt x="3325" y="156"/>
                    <a:pt x="2829" y="190"/>
                    <a:pt x="2335" y="190"/>
                  </a:cubicBezTo>
                  <a:cubicBezTo>
                    <a:pt x="1675" y="190"/>
                    <a:pt x="1016" y="129"/>
                    <a:pt x="362" y="5"/>
                  </a:cubicBezTo>
                  <a:cubicBezTo>
                    <a:pt x="346" y="2"/>
                    <a:pt x="330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1"/>
            <p:cNvSpPr/>
            <p:nvPr/>
          </p:nvSpPr>
          <p:spPr>
            <a:xfrm>
              <a:off x="2632900" y="2945775"/>
              <a:ext cx="17950" cy="27550"/>
            </a:xfrm>
            <a:custGeom>
              <a:avLst/>
              <a:gdLst/>
              <a:ahLst/>
              <a:cxnLst/>
              <a:rect l="l" t="t" r="r" b="b"/>
              <a:pathLst>
                <a:path w="718" h="1102" extrusionOk="0">
                  <a:moveTo>
                    <a:pt x="207" y="1"/>
                  </a:moveTo>
                  <a:cubicBezTo>
                    <a:pt x="99" y="1"/>
                    <a:pt x="0" y="68"/>
                    <a:pt x="18" y="203"/>
                  </a:cubicBezTo>
                  <a:cubicBezTo>
                    <a:pt x="45" y="482"/>
                    <a:pt x="126" y="752"/>
                    <a:pt x="261" y="995"/>
                  </a:cubicBezTo>
                  <a:cubicBezTo>
                    <a:pt x="300" y="1070"/>
                    <a:pt x="363" y="1102"/>
                    <a:pt x="427" y="1102"/>
                  </a:cubicBezTo>
                  <a:cubicBezTo>
                    <a:pt x="569" y="1102"/>
                    <a:pt x="717" y="947"/>
                    <a:pt x="630" y="779"/>
                  </a:cubicBezTo>
                  <a:cubicBezTo>
                    <a:pt x="531" y="599"/>
                    <a:pt x="468" y="410"/>
                    <a:pt x="450" y="203"/>
                  </a:cubicBezTo>
                  <a:cubicBezTo>
                    <a:pt x="432" y="68"/>
                    <a:pt x="315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1"/>
            <p:cNvSpPr/>
            <p:nvPr/>
          </p:nvSpPr>
          <p:spPr>
            <a:xfrm>
              <a:off x="2748550" y="2945950"/>
              <a:ext cx="10600" cy="26625"/>
            </a:xfrm>
            <a:custGeom>
              <a:avLst/>
              <a:gdLst/>
              <a:ahLst/>
              <a:cxnLst/>
              <a:rect l="l" t="t" r="r" b="b"/>
              <a:pathLst>
                <a:path w="424" h="1065" extrusionOk="0">
                  <a:moveTo>
                    <a:pt x="212" y="0"/>
                  </a:moveTo>
                  <a:cubicBezTo>
                    <a:pt x="111" y="0"/>
                    <a:pt x="10" y="66"/>
                    <a:pt x="1" y="196"/>
                  </a:cubicBezTo>
                  <a:lnTo>
                    <a:pt x="1" y="862"/>
                  </a:lnTo>
                  <a:cubicBezTo>
                    <a:pt x="10" y="997"/>
                    <a:pt x="111" y="1065"/>
                    <a:pt x="212" y="1065"/>
                  </a:cubicBezTo>
                  <a:cubicBezTo>
                    <a:pt x="313" y="1065"/>
                    <a:pt x="415" y="997"/>
                    <a:pt x="424" y="862"/>
                  </a:cubicBezTo>
                  <a:lnTo>
                    <a:pt x="424" y="196"/>
                  </a:lnTo>
                  <a:cubicBezTo>
                    <a:pt x="415" y="66"/>
                    <a:pt x="313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1"/>
            <p:cNvSpPr/>
            <p:nvPr/>
          </p:nvSpPr>
          <p:spPr>
            <a:xfrm>
              <a:off x="2823925" y="2944825"/>
              <a:ext cx="10825" cy="22350"/>
            </a:xfrm>
            <a:custGeom>
              <a:avLst/>
              <a:gdLst/>
              <a:ahLst/>
              <a:cxnLst/>
              <a:rect l="l" t="t" r="r" b="b"/>
              <a:pathLst>
                <a:path w="433" h="894" extrusionOk="0">
                  <a:moveTo>
                    <a:pt x="220" y="0"/>
                  </a:moveTo>
                  <a:cubicBezTo>
                    <a:pt x="118" y="0"/>
                    <a:pt x="14" y="66"/>
                    <a:pt x="1" y="196"/>
                  </a:cubicBezTo>
                  <a:lnTo>
                    <a:pt x="1" y="691"/>
                  </a:lnTo>
                  <a:cubicBezTo>
                    <a:pt x="14" y="826"/>
                    <a:pt x="118" y="894"/>
                    <a:pt x="220" y="894"/>
                  </a:cubicBezTo>
                  <a:cubicBezTo>
                    <a:pt x="323" y="894"/>
                    <a:pt x="424" y="826"/>
                    <a:pt x="433" y="691"/>
                  </a:cubicBezTo>
                  <a:lnTo>
                    <a:pt x="433" y="196"/>
                  </a:lnTo>
                  <a:cubicBezTo>
                    <a:pt x="424" y="66"/>
                    <a:pt x="323" y="0"/>
                    <a:pt x="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1"/>
            <p:cNvSpPr/>
            <p:nvPr/>
          </p:nvSpPr>
          <p:spPr>
            <a:xfrm>
              <a:off x="2635275" y="2963400"/>
              <a:ext cx="71850" cy="61500"/>
            </a:xfrm>
            <a:custGeom>
              <a:avLst/>
              <a:gdLst/>
              <a:ahLst/>
              <a:cxnLst/>
              <a:rect l="l" t="t" r="r" b="b"/>
              <a:pathLst>
                <a:path w="2874" h="2460" extrusionOk="0">
                  <a:moveTo>
                    <a:pt x="290" y="0"/>
                  </a:moveTo>
                  <a:cubicBezTo>
                    <a:pt x="140" y="0"/>
                    <a:pt x="1" y="216"/>
                    <a:pt x="130" y="380"/>
                  </a:cubicBezTo>
                  <a:cubicBezTo>
                    <a:pt x="778" y="1190"/>
                    <a:pt x="1570" y="1883"/>
                    <a:pt x="2461" y="2423"/>
                  </a:cubicBezTo>
                  <a:cubicBezTo>
                    <a:pt x="2500" y="2448"/>
                    <a:pt x="2537" y="2459"/>
                    <a:pt x="2573" y="2459"/>
                  </a:cubicBezTo>
                  <a:cubicBezTo>
                    <a:pt x="2754" y="2459"/>
                    <a:pt x="2873" y="2175"/>
                    <a:pt x="2677" y="2054"/>
                  </a:cubicBezTo>
                  <a:cubicBezTo>
                    <a:pt x="1822" y="1532"/>
                    <a:pt x="1057" y="866"/>
                    <a:pt x="427" y="74"/>
                  </a:cubicBezTo>
                  <a:cubicBezTo>
                    <a:pt x="386" y="22"/>
                    <a:pt x="338" y="0"/>
                    <a:pt x="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1"/>
            <p:cNvSpPr/>
            <p:nvPr/>
          </p:nvSpPr>
          <p:spPr>
            <a:xfrm>
              <a:off x="2705800" y="2963675"/>
              <a:ext cx="54475" cy="61375"/>
            </a:xfrm>
            <a:custGeom>
              <a:avLst/>
              <a:gdLst/>
              <a:ahLst/>
              <a:cxnLst/>
              <a:rect l="l" t="t" r="r" b="b"/>
              <a:pathLst>
                <a:path w="2179" h="2455" extrusionOk="0">
                  <a:moveTo>
                    <a:pt x="1903" y="1"/>
                  </a:moveTo>
                  <a:cubicBezTo>
                    <a:pt x="1840" y="1"/>
                    <a:pt x="1776" y="30"/>
                    <a:pt x="1729" y="99"/>
                  </a:cubicBezTo>
                  <a:cubicBezTo>
                    <a:pt x="1297" y="828"/>
                    <a:pt x="766" y="1494"/>
                    <a:pt x="153" y="2088"/>
                  </a:cubicBezTo>
                  <a:cubicBezTo>
                    <a:pt x="0" y="2242"/>
                    <a:pt x="149" y="2455"/>
                    <a:pt x="317" y="2455"/>
                  </a:cubicBezTo>
                  <a:cubicBezTo>
                    <a:pt x="365" y="2455"/>
                    <a:pt x="415" y="2437"/>
                    <a:pt x="460" y="2394"/>
                  </a:cubicBezTo>
                  <a:cubicBezTo>
                    <a:pt x="1090" y="1773"/>
                    <a:pt x="1648" y="1080"/>
                    <a:pt x="2098" y="315"/>
                  </a:cubicBezTo>
                  <a:cubicBezTo>
                    <a:pt x="2179" y="147"/>
                    <a:pt x="2044" y="1"/>
                    <a:pt x="1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1"/>
            <p:cNvSpPr/>
            <p:nvPr/>
          </p:nvSpPr>
          <p:spPr>
            <a:xfrm>
              <a:off x="2574200" y="2864725"/>
              <a:ext cx="20775" cy="51625"/>
            </a:xfrm>
            <a:custGeom>
              <a:avLst/>
              <a:gdLst/>
              <a:ahLst/>
              <a:cxnLst/>
              <a:rect l="l" t="t" r="r" b="b"/>
              <a:pathLst>
                <a:path w="831" h="2065" extrusionOk="0">
                  <a:moveTo>
                    <a:pt x="421" y="0"/>
                  </a:moveTo>
                  <a:cubicBezTo>
                    <a:pt x="373" y="0"/>
                    <a:pt x="323" y="18"/>
                    <a:pt x="278" y="61"/>
                  </a:cubicBezTo>
                  <a:lnTo>
                    <a:pt x="170" y="169"/>
                  </a:lnTo>
                  <a:cubicBezTo>
                    <a:pt x="97" y="242"/>
                    <a:pt x="91" y="348"/>
                    <a:pt x="134" y="427"/>
                  </a:cubicBezTo>
                  <a:lnTo>
                    <a:pt x="134" y="427"/>
                  </a:lnTo>
                  <a:cubicBezTo>
                    <a:pt x="109" y="492"/>
                    <a:pt x="116" y="567"/>
                    <a:pt x="152" y="626"/>
                  </a:cubicBezTo>
                  <a:lnTo>
                    <a:pt x="152" y="626"/>
                  </a:lnTo>
                  <a:cubicBezTo>
                    <a:pt x="137" y="681"/>
                    <a:pt x="142" y="743"/>
                    <a:pt x="170" y="799"/>
                  </a:cubicBezTo>
                  <a:cubicBezTo>
                    <a:pt x="173" y="805"/>
                    <a:pt x="177" y="811"/>
                    <a:pt x="180" y="817"/>
                  </a:cubicBezTo>
                  <a:lnTo>
                    <a:pt x="180" y="817"/>
                  </a:lnTo>
                  <a:cubicBezTo>
                    <a:pt x="163" y="832"/>
                    <a:pt x="147" y="849"/>
                    <a:pt x="134" y="871"/>
                  </a:cubicBezTo>
                  <a:cubicBezTo>
                    <a:pt x="93" y="947"/>
                    <a:pt x="102" y="1038"/>
                    <a:pt x="150" y="1105"/>
                  </a:cubicBezTo>
                  <a:lnTo>
                    <a:pt x="150" y="1105"/>
                  </a:lnTo>
                  <a:cubicBezTo>
                    <a:pt x="119" y="1134"/>
                    <a:pt x="92" y="1167"/>
                    <a:pt x="71" y="1204"/>
                  </a:cubicBezTo>
                  <a:cubicBezTo>
                    <a:pt x="0" y="1320"/>
                    <a:pt x="61" y="1470"/>
                    <a:pt x="192" y="1517"/>
                  </a:cubicBezTo>
                  <a:lnTo>
                    <a:pt x="192" y="1517"/>
                  </a:lnTo>
                  <a:cubicBezTo>
                    <a:pt x="134" y="1635"/>
                    <a:pt x="120" y="1770"/>
                    <a:pt x="170" y="1915"/>
                  </a:cubicBezTo>
                  <a:cubicBezTo>
                    <a:pt x="203" y="2020"/>
                    <a:pt x="289" y="2065"/>
                    <a:pt x="374" y="2065"/>
                  </a:cubicBezTo>
                  <a:cubicBezTo>
                    <a:pt x="502" y="2065"/>
                    <a:pt x="629" y="1963"/>
                    <a:pt x="575" y="1807"/>
                  </a:cubicBezTo>
                  <a:cubicBezTo>
                    <a:pt x="539" y="1717"/>
                    <a:pt x="593" y="1609"/>
                    <a:pt x="692" y="1600"/>
                  </a:cubicBezTo>
                  <a:cubicBezTo>
                    <a:pt x="831" y="1515"/>
                    <a:pt x="824" y="1325"/>
                    <a:pt x="707" y="1238"/>
                  </a:cubicBezTo>
                  <a:lnTo>
                    <a:pt x="707" y="1238"/>
                  </a:lnTo>
                  <a:cubicBezTo>
                    <a:pt x="732" y="1197"/>
                    <a:pt x="746" y="1151"/>
                    <a:pt x="746" y="1105"/>
                  </a:cubicBezTo>
                  <a:cubicBezTo>
                    <a:pt x="748" y="1052"/>
                    <a:pt x="737" y="1008"/>
                    <a:pt x="716" y="969"/>
                  </a:cubicBezTo>
                  <a:lnTo>
                    <a:pt x="716" y="969"/>
                  </a:lnTo>
                  <a:cubicBezTo>
                    <a:pt x="734" y="948"/>
                    <a:pt x="750" y="926"/>
                    <a:pt x="764" y="898"/>
                  </a:cubicBezTo>
                  <a:cubicBezTo>
                    <a:pt x="809" y="835"/>
                    <a:pt x="809" y="754"/>
                    <a:pt x="764" y="682"/>
                  </a:cubicBezTo>
                  <a:cubicBezTo>
                    <a:pt x="752" y="652"/>
                    <a:pt x="716" y="617"/>
                    <a:pt x="674" y="588"/>
                  </a:cubicBezTo>
                  <a:lnTo>
                    <a:pt x="674" y="588"/>
                  </a:lnTo>
                  <a:cubicBezTo>
                    <a:pt x="675" y="557"/>
                    <a:pt x="670" y="526"/>
                    <a:pt x="659" y="496"/>
                  </a:cubicBezTo>
                  <a:lnTo>
                    <a:pt x="659" y="496"/>
                  </a:lnTo>
                  <a:cubicBezTo>
                    <a:pt x="683" y="437"/>
                    <a:pt x="679" y="367"/>
                    <a:pt x="647" y="304"/>
                  </a:cubicBezTo>
                  <a:cubicBezTo>
                    <a:pt x="644" y="298"/>
                    <a:pt x="641" y="292"/>
                    <a:pt x="637" y="286"/>
                  </a:cubicBezTo>
                  <a:lnTo>
                    <a:pt x="637" y="286"/>
                  </a:lnTo>
                  <a:cubicBezTo>
                    <a:pt x="687" y="148"/>
                    <a:pt x="560" y="0"/>
                    <a:pt x="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1"/>
            <p:cNvSpPr/>
            <p:nvPr/>
          </p:nvSpPr>
          <p:spPr>
            <a:xfrm>
              <a:off x="2684850" y="2863825"/>
              <a:ext cx="20750" cy="46975"/>
            </a:xfrm>
            <a:custGeom>
              <a:avLst/>
              <a:gdLst/>
              <a:ahLst/>
              <a:cxnLst/>
              <a:rect l="l" t="t" r="r" b="b"/>
              <a:pathLst>
                <a:path w="830" h="1879" extrusionOk="0">
                  <a:moveTo>
                    <a:pt x="420" y="1"/>
                  </a:moveTo>
                  <a:cubicBezTo>
                    <a:pt x="367" y="1"/>
                    <a:pt x="313" y="7"/>
                    <a:pt x="262" y="16"/>
                  </a:cubicBezTo>
                  <a:cubicBezTo>
                    <a:pt x="91" y="39"/>
                    <a:pt x="76" y="214"/>
                    <a:pt x="156" y="329"/>
                  </a:cubicBezTo>
                  <a:lnTo>
                    <a:pt x="156" y="329"/>
                  </a:lnTo>
                  <a:cubicBezTo>
                    <a:pt x="156" y="330"/>
                    <a:pt x="155" y="330"/>
                    <a:pt x="154" y="331"/>
                  </a:cubicBezTo>
                  <a:cubicBezTo>
                    <a:pt x="118" y="394"/>
                    <a:pt x="109" y="466"/>
                    <a:pt x="118" y="538"/>
                  </a:cubicBezTo>
                  <a:cubicBezTo>
                    <a:pt x="124" y="577"/>
                    <a:pt x="137" y="611"/>
                    <a:pt x="154" y="642"/>
                  </a:cubicBezTo>
                  <a:lnTo>
                    <a:pt x="154" y="642"/>
                  </a:lnTo>
                  <a:cubicBezTo>
                    <a:pt x="119" y="684"/>
                    <a:pt x="88" y="731"/>
                    <a:pt x="64" y="781"/>
                  </a:cubicBezTo>
                  <a:cubicBezTo>
                    <a:pt x="0" y="895"/>
                    <a:pt x="49" y="1027"/>
                    <a:pt x="154" y="1081"/>
                  </a:cubicBezTo>
                  <a:lnTo>
                    <a:pt x="154" y="1081"/>
                  </a:lnTo>
                  <a:cubicBezTo>
                    <a:pt x="137" y="1137"/>
                    <a:pt x="144" y="1198"/>
                    <a:pt x="172" y="1249"/>
                  </a:cubicBezTo>
                  <a:cubicBezTo>
                    <a:pt x="209" y="1339"/>
                    <a:pt x="269" y="1369"/>
                    <a:pt x="340" y="1395"/>
                  </a:cubicBezTo>
                  <a:lnTo>
                    <a:pt x="340" y="1395"/>
                  </a:lnTo>
                  <a:cubicBezTo>
                    <a:pt x="313" y="1477"/>
                    <a:pt x="254" y="1583"/>
                    <a:pt x="235" y="1627"/>
                  </a:cubicBezTo>
                  <a:cubicBezTo>
                    <a:pt x="176" y="1779"/>
                    <a:pt x="302" y="1878"/>
                    <a:pt x="434" y="1878"/>
                  </a:cubicBezTo>
                  <a:cubicBezTo>
                    <a:pt x="521" y="1878"/>
                    <a:pt x="610" y="1835"/>
                    <a:pt x="649" y="1735"/>
                  </a:cubicBezTo>
                  <a:cubicBezTo>
                    <a:pt x="712" y="1582"/>
                    <a:pt x="829" y="1402"/>
                    <a:pt x="775" y="1231"/>
                  </a:cubicBezTo>
                  <a:cubicBezTo>
                    <a:pt x="770" y="1199"/>
                    <a:pt x="755" y="1166"/>
                    <a:pt x="734" y="1138"/>
                  </a:cubicBezTo>
                  <a:lnTo>
                    <a:pt x="734" y="1138"/>
                  </a:lnTo>
                  <a:cubicBezTo>
                    <a:pt x="767" y="1074"/>
                    <a:pt x="778" y="1000"/>
                    <a:pt x="757" y="925"/>
                  </a:cubicBezTo>
                  <a:cubicBezTo>
                    <a:pt x="742" y="868"/>
                    <a:pt x="714" y="823"/>
                    <a:pt x="679" y="788"/>
                  </a:cubicBezTo>
                  <a:lnTo>
                    <a:pt x="679" y="788"/>
                  </a:lnTo>
                  <a:cubicBezTo>
                    <a:pt x="788" y="702"/>
                    <a:pt x="772" y="531"/>
                    <a:pt x="661" y="452"/>
                  </a:cubicBezTo>
                  <a:lnTo>
                    <a:pt x="661" y="452"/>
                  </a:lnTo>
                  <a:cubicBezTo>
                    <a:pt x="684" y="433"/>
                    <a:pt x="704" y="414"/>
                    <a:pt x="712" y="394"/>
                  </a:cubicBezTo>
                  <a:cubicBezTo>
                    <a:pt x="748" y="322"/>
                    <a:pt x="748" y="232"/>
                    <a:pt x="712" y="151"/>
                  </a:cubicBezTo>
                  <a:cubicBezTo>
                    <a:pt x="651" y="33"/>
                    <a:pt x="538" y="1"/>
                    <a:pt x="4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1"/>
            <p:cNvSpPr/>
            <p:nvPr/>
          </p:nvSpPr>
          <p:spPr>
            <a:xfrm>
              <a:off x="2786375" y="2862400"/>
              <a:ext cx="22300" cy="41100"/>
            </a:xfrm>
            <a:custGeom>
              <a:avLst/>
              <a:gdLst/>
              <a:ahLst/>
              <a:cxnLst/>
              <a:rect l="l" t="t" r="r" b="b"/>
              <a:pathLst>
                <a:path w="892" h="1644" extrusionOk="0">
                  <a:moveTo>
                    <a:pt x="563" y="0"/>
                  </a:moveTo>
                  <a:cubicBezTo>
                    <a:pt x="516" y="0"/>
                    <a:pt x="467" y="16"/>
                    <a:pt x="423" y="55"/>
                  </a:cubicBezTo>
                  <a:cubicBezTo>
                    <a:pt x="315" y="136"/>
                    <a:pt x="234" y="262"/>
                    <a:pt x="216" y="397"/>
                  </a:cubicBezTo>
                  <a:cubicBezTo>
                    <a:pt x="216" y="460"/>
                    <a:pt x="225" y="514"/>
                    <a:pt x="243" y="577"/>
                  </a:cubicBezTo>
                  <a:cubicBezTo>
                    <a:pt x="261" y="703"/>
                    <a:pt x="279" y="649"/>
                    <a:pt x="180" y="775"/>
                  </a:cubicBezTo>
                  <a:cubicBezTo>
                    <a:pt x="87" y="900"/>
                    <a:pt x="63" y="1033"/>
                    <a:pt x="105" y="1142"/>
                  </a:cubicBezTo>
                  <a:lnTo>
                    <a:pt x="105" y="1142"/>
                  </a:lnTo>
                  <a:cubicBezTo>
                    <a:pt x="0" y="1257"/>
                    <a:pt x="40" y="1474"/>
                    <a:pt x="213" y="1501"/>
                  </a:cubicBezTo>
                  <a:lnTo>
                    <a:pt x="213" y="1501"/>
                  </a:lnTo>
                  <a:cubicBezTo>
                    <a:pt x="248" y="1580"/>
                    <a:pt x="328" y="1644"/>
                    <a:pt x="423" y="1644"/>
                  </a:cubicBezTo>
                  <a:cubicBezTo>
                    <a:pt x="455" y="1644"/>
                    <a:pt x="488" y="1637"/>
                    <a:pt x="522" y="1621"/>
                  </a:cubicBezTo>
                  <a:lnTo>
                    <a:pt x="513" y="1621"/>
                  </a:lnTo>
                  <a:cubicBezTo>
                    <a:pt x="594" y="1585"/>
                    <a:pt x="675" y="1531"/>
                    <a:pt x="738" y="1459"/>
                  </a:cubicBezTo>
                  <a:cubicBezTo>
                    <a:pt x="827" y="1352"/>
                    <a:pt x="810" y="1138"/>
                    <a:pt x="642" y="1100"/>
                  </a:cubicBezTo>
                  <a:lnTo>
                    <a:pt x="642" y="1100"/>
                  </a:lnTo>
                  <a:cubicBezTo>
                    <a:pt x="630" y="1049"/>
                    <a:pt x="600" y="1003"/>
                    <a:pt x="552" y="972"/>
                  </a:cubicBezTo>
                  <a:lnTo>
                    <a:pt x="552" y="972"/>
                  </a:lnTo>
                  <a:cubicBezTo>
                    <a:pt x="613" y="883"/>
                    <a:pt x="701" y="804"/>
                    <a:pt x="720" y="685"/>
                  </a:cubicBezTo>
                  <a:cubicBezTo>
                    <a:pt x="711" y="622"/>
                    <a:pt x="702" y="559"/>
                    <a:pt x="693" y="505"/>
                  </a:cubicBezTo>
                  <a:cubicBezTo>
                    <a:pt x="693" y="388"/>
                    <a:pt x="603" y="469"/>
                    <a:pt x="729" y="361"/>
                  </a:cubicBezTo>
                  <a:cubicBezTo>
                    <a:pt x="891" y="219"/>
                    <a:pt x="737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1"/>
            <p:cNvSpPr/>
            <p:nvPr/>
          </p:nvSpPr>
          <p:spPr>
            <a:xfrm>
              <a:off x="2861725" y="2864625"/>
              <a:ext cx="17000" cy="44600"/>
            </a:xfrm>
            <a:custGeom>
              <a:avLst/>
              <a:gdLst/>
              <a:ahLst/>
              <a:cxnLst/>
              <a:rect l="l" t="t" r="r" b="b"/>
              <a:pathLst>
                <a:path w="680" h="1784" extrusionOk="0">
                  <a:moveTo>
                    <a:pt x="382" y="0"/>
                  </a:moveTo>
                  <a:cubicBezTo>
                    <a:pt x="334" y="0"/>
                    <a:pt x="285" y="22"/>
                    <a:pt x="244" y="74"/>
                  </a:cubicBezTo>
                  <a:cubicBezTo>
                    <a:pt x="127" y="236"/>
                    <a:pt x="37" y="389"/>
                    <a:pt x="118" y="587"/>
                  </a:cubicBezTo>
                  <a:cubicBezTo>
                    <a:pt x="122" y="598"/>
                    <a:pt x="126" y="608"/>
                    <a:pt x="129" y="615"/>
                  </a:cubicBezTo>
                  <a:lnTo>
                    <a:pt x="129" y="615"/>
                  </a:lnTo>
                  <a:cubicBezTo>
                    <a:pt x="105" y="642"/>
                    <a:pt x="78" y="666"/>
                    <a:pt x="64" y="695"/>
                  </a:cubicBezTo>
                  <a:cubicBezTo>
                    <a:pt x="28" y="776"/>
                    <a:pt x="10" y="866"/>
                    <a:pt x="19" y="956"/>
                  </a:cubicBezTo>
                  <a:cubicBezTo>
                    <a:pt x="28" y="1037"/>
                    <a:pt x="91" y="1127"/>
                    <a:pt x="91" y="1208"/>
                  </a:cubicBezTo>
                  <a:cubicBezTo>
                    <a:pt x="91" y="1289"/>
                    <a:pt x="37" y="1316"/>
                    <a:pt x="19" y="1397"/>
                  </a:cubicBezTo>
                  <a:cubicBezTo>
                    <a:pt x="1" y="1469"/>
                    <a:pt x="19" y="1541"/>
                    <a:pt x="55" y="1604"/>
                  </a:cubicBezTo>
                  <a:cubicBezTo>
                    <a:pt x="82" y="1640"/>
                    <a:pt x="118" y="1667"/>
                    <a:pt x="154" y="1685"/>
                  </a:cubicBezTo>
                  <a:cubicBezTo>
                    <a:pt x="157" y="1687"/>
                    <a:pt x="162" y="1690"/>
                    <a:pt x="167" y="1693"/>
                  </a:cubicBezTo>
                  <a:lnTo>
                    <a:pt x="167" y="1693"/>
                  </a:lnTo>
                  <a:cubicBezTo>
                    <a:pt x="201" y="1743"/>
                    <a:pt x="257" y="1779"/>
                    <a:pt x="334" y="1784"/>
                  </a:cubicBezTo>
                  <a:lnTo>
                    <a:pt x="361" y="1784"/>
                  </a:lnTo>
                  <a:cubicBezTo>
                    <a:pt x="442" y="1784"/>
                    <a:pt x="505" y="1748"/>
                    <a:pt x="550" y="1685"/>
                  </a:cubicBezTo>
                  <a:lnTo>
                    <a:pt x="568" y="1658"/>
                  </a:lnTo>
                  <a:cubicBezTo>
                    <a:pt x="613" y="1568"/>
                    <a:pt x="595" y="1460"/>
                    <a:pt x="532" y="1397"/>
                  </a:cubicBezTo>
                  <a:cubicBezTo>
                    <a:pt x="523" y="1389"/>
                    <a:pt x="513" y="1381"/>
                    <a:pt x="504" y="1374"/>
                  </a:cubicBezTo>
                  <a:lnTo>
                    <a:pt x="504" y="1374"/>
                  </a:lnTo>
                  <a:cubicBezTo>
                    <a:pt x="516" y="1340"/>
                    <a:pt x="526" y="1305"/>
                    <a:pt x="532" y="1271"/>
                  </a:cubicBezTo>
                  <a:cubicBezTo>
                    <a:pt x="541" y="1154"/>
                    <a:pt x="442" y="1037"/>
                    <a:pt x="451" y="938"/>
                  </a:cubicBezTo>
                  <a:cubicBezTo>
                    <a:pt x="460" y="830"/>
                    <a:pt x="577" y="758"/>
                    <a:pt x="586" y="641"/>
                  </a:cubicBezTo>
                  <a:cubicBezTo>
                    <a:pt x="595" y="569"/>
                    <a:pt x="568" y="542"/>
                    <a:pt x="559" y="479"/>
                  </a:cubicBezTo>
                  <a:lnTo>
                    <a:pt x="532" y="434"/>
                  </a:lnTo>
                  <a:cubicBezTo>
                    <a:pt x="478" y="398"/>
                    <a:pt x="487" y="380"/>
                    <a:pt x="550" y="380"/>
                  </a:cubicBezTo>
                  <a:cubicBezTo>
                    <a:pt x="680" y="216"/>
                    <a:pt x="535" y="0"/>
                    <a:pt x="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1"/>
            <p:cNvSpPr/>
            <p:nvPr/>
          </p:nvSpPr>
          <p:spPr>
            <a:xfrm>
              <a:off x="2523575" y="2862575"/>
              <a:ext cx="19675" cy="49600"/>
            </a:xfrm>
            <a:custGeom>
              <a:avLst/>
              <a:gdLst/>
              <a:ahLst/>
              <a:cxnLst/>
              <a:rect l="l" t="t" r="r" b="b"/>
              <a:pathLst>
                <a:path w="787" h="1984" extrusionOk="0">
                  <a:moveTo>
                    <a:pt x="302" y="0"/>
                  </a:moveTo>
                  <a:cubicBezTo>
                    <a:pt x="152" y="0"/>
                    <a:pt x="0" y="146"/>
                    <a:pt x="107" y="309"/>
                  </a:cubicBezTo>
                  <a:cubicBezTo>
                    <a:pt x="179" y="435"/>
                    <a:pt x="89" y="624"/>
                    <a:pt x="107" y="759"/>
                  </a:cubicBezTo>
                  <a:cubicBezTo>
                    <a:pt x="125" y="813"/>
                    <a:pt x="134" y="867"/>
                    <a:pt x="152" y="912"/>
                  </a:cubicBezTo>
                  <a:cubicBezTo>
                    <a:pt x="179" y="993"/>
                    <a:pt x="179" y="1074"/>
                    <a:pt x="161" y="1155"/>
                  </a:cubicBezTo>
                  <a:cubicBezTo>
                    <a:pt x="143" y="1268"/>
                    <a:pt x="179" y="1375"/>
                    <a:pt x="250" y="1450"/>
                  </a:cubicBezTo>
                  <a:lnTo>
                    <a:pt x="250" y="1450"/>
                  </a:lnTo>
                  <a:cubicBezTo>
                    <a:pt x="217" y="1534"/>
                    <a:pt x="189" y="1621"/>
                    <a:pt x="170" y="1713"/>
                  </a:cubicBezTo>
                  <a:cubicBezTo>
                    <a:pt x="137" y="1876"/>
                    <a:pt x="275" y="1983"/>
                    <a:pt x="402" y="1983"/>
                  </a:cubicBezTo>
                  <a:cubicBezTo>
                    <a:pt x="485" y="1983"/>
                    <a:pt x="563" y="1937"/>
                    <a:pt x="584" y="1830"/>
                  </a:cubicBezTo>
                  <a:cubicBezTo>
                    <a:pt x="611" y="1695"/>
                    <a:pt x="656" y="1569"/>
                    <a:pt x="719" y="1461"/>
                  </a:cubicBezTo>
                  <a:cubicBezTo>
                    <a:pt x="787" y="1341"/>
                    <a:pt x="729" y="1195"/>
                    <a:pt x="613" y="1150"/>
                  </a:cubicBezTo>
                  <a:lnTo>
                    <a:pt x="613" y="1150"/>
                  </a:lnTo>
                  <a:cubicBezTo>
                    <a:pt x="617" y="1142"/>
                    <a:pt x="623" y="1132"/>
                    <a:pt x="629" y="1119"/>
                  </a:cubicBezTo>
                  <a:cubicBezTo>
                    <a:pt x="638" y="1083"/>
                    <a:pt x="647" y="1038"/>
                    <a:pt x="647" y="993"/>
                  </a:cubicBezTo>
                  <a:cubicBezTo>
                    <a:pt x="647" y="885"/>
                    <a:pt x="566" y="813"/>
                    <a:pt x="548" y="705"/>
                  </a:cubicBezTo>
                  <a:cubicBezTo>
                    <a:pt x="503" y="480"/>
                    <a:pt x="611" y="309"/>
                    <a:pt x="476" y="93"/>
                  </a:cubicBezTo>
                  <a:cubicBezTo>
                    <a:pt x="432" y="27"/>
                    <a:pt x="367" y="0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1"/>
            <p:cNvSpPr/>
            <p:nvPr/>
          </p:nvSpPr>
          <p:spPr>
            <a:xfrm>
              <a:off x="2580250" y="2324300"/>
              <a:ext cx="81025" cy="546425"/>
            </a:xfrm>
            <a:custGeom>
              <a:avLst/>
              <a:gdLst/>
              <a:ahLst/>
              <a:cxnLst/>
              <a:rect l="l" t="t" r="r" b="b"/>
              <a:pathLst>
                <a:path w="3241" h="21857" extrusionOk="0">
                  <a:moveTo>
                    <a:pt x="3033" y="0"/>
                  </a:moveTo>
                  <a:cubicBezTo>
                    <a:pt x="2925" y="0"/>
                    <a:pt x="2808" y="68"/>
                    <a:pt x="2790" y="203"/>
                  </a:cubicBezTo>
                  <a:lnTo>
                    <a:pt x="18" y="21651"/>
                  </a:lnTo>
                  <a:cubicBezTo>
                    <a:pt x="0" y="21789"/>
                    <a:pt x="98" y="21857"/>
                    <a:pt x="205" y="21857"/>
                  </a:cubicBezTo>
                  <a:cubicBezTo>
                    <a:pt x="313" y="21857"/>
                    <a:pt x="432" y="21787"/>
                    <a:pt x="450" y="21651"/>
                  </a:cubicBezTo>
                  <a:lnTo>
                    <a:pt x="3222" y="203"/>
                  </a:lnTo>
                  <a:cubicBezTo>
                    <a:pt x="3240" y="68"/>
                    <a:pt x="3141" y="0"/>
                    <a:pt x="30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1"/>
            <p:cNvSpPr/>
            <p:nvPr/>
          </p:nvSpPr>
          <p:spPr>
            <a:xfrm>
              <a:off x="2664350" y="2322525"/>
              <a:ext cx="142325" cy="550350"/>
            </a:xfrm>
            <a:custGeom>
              <a:avLst/>
              <a:gdLst/>
              <a:ahLst/>
              <a:cxnLst/>
              <a:rect l="l" t="t" r="r" b="b"/>
              <a:pathLst>
                <a:path w="5693" h="22014" extrusionOk="0">
                  <a:moveTo>
                    <a:pt x="259" y="0"/>
                  </a:moveTo>
                  <a:cubicBezTo>
                    <a:pt x="133" y="0"/>
                    <a:pt x="1" y="104"/>
                    <a:pt x="38" y="265"/>
                  </a:cubicBezTo>
                  <a:cubicBezTo>
                    <a:pt x="1775" y="7465"/>
                    <a:pt x="3504" y="14665"/>
                    <a:pt x="5241" y="21857"/>
                  </a:cubicBezTo>
                  <a:cubicBezTo>
                    <a:pt x="5266" y="21966"/>
                    <a:pt x="5349" y="22013"/>
                    <a:pt x="5434" y="22013"/>
                  </a:cubicBezTo>
                  <a:cubicBezTo>
                    <a:pt x="5560" y="22013"/>
                    <a:pt x="5692" y="21910"/>
                    <a:pt x="5655" y="21749"/>
                  </a:cubicBezTo>
                  <a:cubicBezTo>
                    <a:pt x="3918" y="14548"/>
                    <a:pt x="2190" y="7348"/>
                    <a:pt x="452" y="157"/>
                  </a:cubicBezTo>
                  <a:cubicBezTo>
                    <a:pt x="427" y="48"/>
                    <a:pt x="344" y="0"/>
                    <a:pt x="2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1"/>
            <p:cNvSpPr/>
            <p:nvPr/>
          </p:nvSpPr>
          <p:spPr>
            <a:xfrm>
              <a:off x="2669825" y="2324425"/>
              <a:ext cx="208575" cy="551400"/>
            </a:xfrm>
            <a:custGeom>
              <a:avLst/>
              <a:gdLst/>
              <a:ahLst/>
              <a:cxnLst/>
              <a:rect l="l" t="t" r="r" b="b"/>
              <a:pathLst>
                <a:path w="8343" h="22056" extrusionOk="0">
                  <a:moveTo>
                    <a:pt x="287" y="0"/>
                  </a:moveTo>
                  <a:cubicBezTo>
                    <a:pt x="148" y="0"/>
                    <a:pt x="0" y="160"/>
                    <a:pt x="80" y="333"/>
                  </a:cubicBezTo>
                  <a:cubicBezTo>
                    <a:pt x="3141" y="7398"/>
                    <a:pt x="4626" y="14940"/>
                    <a:pt x="7893" y="21943"/>
                  </a:cubicBezTo>
                  <a:cubicBezTo>
                    <a:pt x="7930" y="22022"/>
                    <a:pt x="7992" y="22055"/>
                    <a:pt x="8055" y="22055"/>
                  </a:cubicBezTo>
                  <a:cubicBezTo>
                    <a:pt x="8194" y="22055"/>
                    <a:pt x="8342" y="21899"/>
                    <a:pt x="8262" y="21727"/>
                  </a:cubicBezTo>
                  <a:cubicBezTo>
                    <a:pt x="4986" y="14724"/>
                    <a:pt x="3510" y="7182"/>
                    <a:pt x="449" y="117"/>
                  </a:cubicBezTo>
                  <a:cubicBezTo>
                    <a:pt x="413" y="34"/>
                    <a:pt x="350" y="0"/>
                    <a:pt x="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1"/>
            <p:cNvSpPr/>
            <p:nvPr/>
          </p:nvSpPr>
          <p:spPr>
            <a:xfrm>
              <a:off x="2525525" y="2324150"/>
              <a:ext cx="136025" cy="546850"/>
            </a:xfrm>
            <a:custGeom>
              <a:avLst/>
              <a:gdLst/>
              <a:ahLst/>
              <a:cxnLst/>
              <a:rect l="l" t="t" r="r" b="b"/>
              <a:pathLst>
                <a:path w="5441" h="21874" extrusionOk="0">
                  <a:moveTo>
                    <a:pt x="5179" y="1"/>
                  </a:moveTo>
                  <a:cubicBezTo>
                    <a:pt x="5094" y="1"/>
                    <a:pt x="5013" y="47"/>
                    <a:pt x="4988" y="155"/>
                  </a:cubicBezTo>
                  <a:lnTo>
                    <a:pt x="38" y="21603"/>
                  </a:lnTo>
                  <a:cubicBezTo>
                    <a:pt x="0" y="21766"/>
                    <a:pt x="136" y="21873"/>
                    <a:pt x="263" y="21873"/>
                  </a:cubicBezTo>
                  <a:cubicBezTo>
                    <a:pt x="347" y="21873"/>
                    <a:pt x="427" y="21827"/>
                    <a:pt x="452" y="21720"/>
                  </a:cubicBezTo>
                  <a:lnTo>
                    <a:pt x="5402" y="263"/>
                  </a:lnTo>
                  <a:cubicBezTo>
                    <a:pt x="5440" y="106"/>
                    <a:pt x="5306" y="1"/>
                    <a:pt x="5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1"/>
            <p:cNvSpPr/>
            <p:nvPr/>
          </p:nvSpPr>
          <p:spPr>
            <a:xfrm>
              <a:off x="2650225" y="2322625"/>
              <a:ext cx="53575" cy="551300"/>
            </a:xfrm>
            <a:custGeom>
              <a:avLst/>
              <a:gdLst/>
              <a:ahLst/>
              <a:cxnLst/>
              <a:rect l="l" t="t" r="r" b="b"/>
              <a:pathLst>
                <a:path w="2143" h="22052" extrusionOk="0">
                  <a:moveTo>
                    <a:pt x="830" y="1"/>
                  </a:moveTo>
                  <a:cubicBezTo>
                    <a:pt x="722" y="1"/>
                    <a:pt x="608" y="70"/>
                    <a:pt x="594" y="207"/>
                  </a:cubicBezTo>
                  <a:cubicBezTo>
                    <a:pt x="0" y="7452"/>
                    <a:pt x="369" y="14751"/>
                    <a:pt x="1701" y="21898"/>
                  </a:cubicBezTo>
                  <a:cubicBezTo>
                    <a:pt x="1723" y="22005"/>
                    <a:pt x="1799" y="22051"/>
                    <a:pt x="1881" y="22051"/>
                  </a:cubicBezTo>
                  <a:cubicBezTo>
                    <a:pt x="2006" y="22051"/>
                    <a:pt x="2143" y="21944"/>
                    <a:pt x="2115" y="21781"/>
                  </a:cubicBezTo>
                  <a:cubicBezTo>
                    <a:pt x="792" y="14670"/>
                    <a:pt x="432" y="7416"/>
                    <a:pt x="1026" y="207"/>
                  </a:cubicBezTo>
                  <a:cubicBezTo>
                    <a:pt x="1035" y="68"/>
                    <a:pt x="936" y="1"/>
                    <a:pt x="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1"/>
            <p:cNvSpPr/>
            <p:nvPr/>
          </p:nvSpPr>
          <p:spPr>
            <a:xfrm>
              <a:off x="2644375" y="2314500"/>
              <a:ext cx="47275" cy="30850"/>
            </a:xfrm>
            <a:custGeom>
              <a:avLst/>
              <a:gdLst/>
              <a:ahLst/>
              <a:cxnLst/>
              <a:rect l="l" t="t" r="r" b="b"/>
              <a:pathLst>
                <a:path w="1891" h="1234" extrusionOk="0">
                  <a:moveTo>
                    <a:pt x="945" y="0"/>
                  </a:moveTo>
                  <a:cubicBezTo>
                    <a:pt x="423" y="0"/>
                    <a:pt x="0" y="280"/>
                    <a:pt x="0" y="622"/>
                  </a:cubicBezTo>
                  <a:cubicBezTo>
                    <a:pt x="0" y="955"/>
                    <a:pt x="423" y="1234"/>
                    <a:pt x="945" y="1234"/>
                  </a:cubicBezTo>
                  <a:cubicBezTo>
                    <a:pt x="1467" y="1234"/>
                    <a:pt x="1890" y="955"/>
                    <a:pt x="1890" y="622"/>
                  </a:cubicBezTo>
                  <a:cubicBezTo>
                    <a:pt x="1890" y="280"/>
                    <a:pt x="1467" y="0"/>
                    <a:pt x="9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1"/>
            <p:cNvSpPr/>
            <p:nvPr/>
          </p:nvSpPr>
          <p:spPr>
            <a:xfrm>
              <a:off x="2649325" y="2302350"/>
              <a:ext cx="37375" cy="24325"/>
            </a:xfrm>
            <a:custGeom>
              <a:avLst/>
              <a:gdLst/>
              <a:ahLst/>
              <a:cxnLst/>
              <a:rect l="l" t="t" r="r" b="b"/>
              <a:pathLst>
                <a:path w="1495" h="973" extrusionOk="0">
                  <a:moveTo>
                    <a:pt x="747" y="0"/>
                  </a:moveTo>
                  <a:cubicBezTo>
                    <a:pt x="333" y="0"/>
                    <a:pt x="0" y="216"/>
                    <a:pt x="0" y="486"/>
                  </a:cubicBezTo>
                  <a:cubicBezTo>
                    <a:pt x="0" y="757"/>
                    <a:pt x="333" y="973"/>
                    <a:pt x="747" y="973"/>
                  </a:cubicBezTo>
                  <a:cubicBezTo>
                    <a:pt x="1161" y="973"/>
                    <a:pt x="1494" y="757"/>
                    <a:pt x="1494" y="486"/>
                  </a:cubicBezTo>
                  <a:cubicBezTo>
                    <a:pt x="1494" y="216"/>
                    <a:pt x="1161" y="0"/>
                    <a:pt x="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1"/>
            <p:cNvSpPr/>
            <p:nvPr/>
          </p:nvSpPr>
          <p:spPr>
            <a:xfrm>
              <a:off x="2651125" y="2288850"/>
              <a:ext cx="33775" cy="22075"/>
            </a:xfrm>
            <a:custGeom>
              <a:avLst/>
              <a:gdLst/>
              <a:ahLst/>
              <a:cxnLst/>
              <a:rect l="l" t="t" r="r" b="b"/>
              <a:pathLst>
                <a:path w="1351" h="883" extrusionOk="0">
                  <a:moveTo>
                    <a:pt x="675" y="0"/>
                  </a:moveTo>
                  <a:cubicBezTo>
                    <a:pt x="297" y="0"/>
                    <a:pt x="0" y="198"/>
                    <a:pt x="0" y="441"/>
                  </a:cubicBezTo>
                  <a:cubicBezTo>
                    <a:pt x="0" y="684"/>
                    <a:pt x="297" y="882"/>
                    <a:pt x="675" y="882"/>
                  </a:cubicBezTo>
                  <a:cubicBezTo>
                    <a:pt x="1044" y="882"/>
                    <a:pt x="1350" y="684"/>
                    <a:pt x="1350" y="441"/>
                  </a:cubicBezTo>
                  <a:cubicBezTo>
                    <a:pt x="1350" y="198"/>
                    <a:pt x="1044" y="0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9" name="Google Shape;1089;p31"/>
          <p:cNvGrpSpPr/>
          <p:nvPr/>
        </p:nvGrpSpPr>
        <p:grpSpPr>
          <a:xfrm>
            <a:off x="65347" y="-266034"/>
            <a:ext cx="903592" cy="1751679"/>
            <a:chOff x="9924822" y="195528"/>
            <a:chExt cx="903592" cy="1751679"/>
          </a:xfrm>
        </p:grpSpPr>
        <p:sp>
          <p:nvSpPr>
            <p:cNvPr id="1090" name="Google Shape;1090;p31"/>
            <p:cNvSpPr/>
            <p:nvPr/>
          </p:nvSpPr>
          <p:spPr>
            <a:xfrm>
              <a:off x="9953520" y="1095657"/>
              <a:ext cx="835037" cy="842476"/>
            </a:xfrm>
            <a:custGeom>
              <a:avLst/>
              <a:gdLst/>
              <a:ahLst/>
              <a:cxnLst/>
              <a:rect l="l" t="t" r="r" b="b"/>
              <a:pathLst>
                <a:path w="26042" h="26274" extrusionOk="0">
                  <a:moveTo>
                    <a:pt x="0" y="0"/>
                  </a:moveTo>
                  <a:lnTo>
                    <a:pt x="0" y="0"/>
                  </a:lnTo>
                  <a:cubicBezTo>
                    <a:pt x="585" y="6256"/>
                    <a:pt x="2337" y="12324"/>
                    <a:pt x="5163" y="17920"/>
                  </a:cubicBezTo>
                  <a:cubicBezTo>
                    <a:pt x="7462" y="22385"/>
                    <a:pt x="9346" y="26097"/>
                    <a:pt x="12229" y="26267"/>
                  </a:cubicBezTo>
                  <a:cubicBezTo>
                    <a:pt x="12301" y="26272"/>
                    <a:pt x="12372" y="26274"/>
                    <a:pt x="12443" y="26274"/>
                  </a:cubicBezTo>
                  <a:cubicBezTo>
                    <a:pt x="17500" y="26274"/>
                    <a:pt x="21970" y="15201"/>
                    <a:pt x="23215" y="12116"/>
                  </a:cubicBezTo>
                  <a:cubicBezTo>
                    <a:pt x="24553" y="8800"/>
                    <a:pt x="25495" y="5333"/>
                    <a:pt x="26041" y="180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1"/>
            <p:cNvSpPr/>
            <p:nvPr/>
          </p:nvSpPr>
          <p:spPr>
            <a:xfrm>
              <a:off x="10076041" y="1397004"/>
              <a:ext cx="63585" cy="233241"/>
            </a:xfrm>
            <a:custGeom>
              <a:avLst/>
              <a:gdLst/>
              <a:ahLst/>
              <a:cxnLst/>
              <a:rect l="l" t="t" r="r" b="b"/>
              <a:pathLst>
                <a:path w="1983" h="7274" extrusionOk="0">
                  <a:moveTo>
                    <a:pt x="1531" y="0"/>
                  </a:moveTo>
                  <a:cubicBezTo>
                    <a:pt x="1300" y="0"/>
                    <a:pt x="1060" y="146"/>
                    <a:pt x="1041" y="438"/>
                  </a:cubicBezTo>
                  <a:cubicBezTo>
                    <a:pt x="871" y="2549"/>
                    <a:pt x="551" y="4640"/>
                    <a:pt x="80" y="6694"/>
                  </a:cubicBezTo>
                  <a:cubicBezTo>
                    <a:pt x="1" y="7045"/>
                    <a:pt x="288" y="7273"/>
                    <a:pt x="564" y="7273"/>
                  </a:cubicBezTo>
                  <a:cubicBezTo>
                    <a:pt x="747" y="7273"/>
                    <a:pt x="924" y="7172"/>
                    <a:pt x="984" y="6939"/>
                  </a:cubicBezTo>
                  <a:cubicBezTo>
                    <a:pt x="1474" y="4810"/>
                    <a:pt x="1795" y="2643"/>
                    <a:pt x="1964" y="438"/>
                  </a:cubicBezTo>
                  <a:cubicBezTo>
                    <a:pt x="1983" y="146"/>
                    <a:pt x="1762" y="0"/>
                    <a:pt x="1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1"/>
            <p:cNvSpPr/>
            <p:nvPr/>
          </p:nvSpPr>
          <p:spPr>
            <a:xfrm>
              <a:off x="10099833" y="1386871"/>
              <a:ext cx="272200" cy="221024"/>
            </a:xfrm>
            <a:custGeom>
              <a:avLst/>
              <a:gdLst/>
              <a:ahLst/>
              <a:cxnLst/>
              <a:rect l="l" t="t" r="r" b="b"/>
              <a:pathLst>
                <a:path w="8489" h="6893" extrusionOk="0">
                  <a:moveTo>
                    <a:pt x="686" y="1"/>
                  </a:moveTo>
                  <a:cubicBezTo>
                    <a:pt x="322" y="1"/>
                    <a:pt x="0" y="470"/>
                    <a:pt x="337" y="792"/>
                  </a:cubicBezTo>
                  <a:cubicBezTo>
                    <a:pt x="2654" y="2940"/>
                    <a:pt x="5085" y="4937"/>
                    <a:pt x="7629" y="6803"/>
                  </a:cubicBezTo>
                  <a:cubicBezTo>
                    <a:pt x="7711" y="6865"/>
                    <a:pt x="7793" y="6892"/>
                    <a:pt x="7870" y="6892"/>
                  </a:cubicBezTo>
                  <a:cubicBezTo>
                    <a:pt x="8236" y="6892"/>
                    <a:pt x="8489" y="6291"/>
                    <a:pt x="8100" y="6011"/>
                  </a:cubicBezTo>
                  <a:cubicBezTo>
                    <a:pt x="5631" y="4184"/>
                    <a:pt x="3238" y="2224"/>
                    <a:pt x="996" y="133"/>
                  </a:cubicBezTo>
                  <a:cubicBezTo>
                    <a:pt x="899" y="40"/>
                    <a:pt x="791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1"/>
            <p:cNvSpPr/>
            <p:nvPr/>
          </p:nvSpPr>
          <p:spPr>
            <a:xfrm>
              <a:off x="10340320" y="1431217"/>
              <a:ext cx="216759" cy="180782"/>
            </a:xfrm>
            <a:custGeom>
              <a:avLst/>
              <a:gdLst/>
              <a:ahLst/>
              <a:cxnLst/>
              <a:rect l="l" t="t" r="r" b="b"/>
              <a:pathLst>
                <a:path w="6760" h="5638" extrusionOk="0">
                  <a:moveTo>
                    <a:pt x="6125" y="0"/>
                  </a:moveTo>
                  <a:cubicBezTo>
                    <a:pt x="6019" y="0"/>
                    <a:pt x="5911" y="48"/>
                    <a:pt x="5819" y="163"/>
                  </a:cubicBezTo>
                  <a:cubicBezTo>
                    <a:pt x="4274" y="1972"/>
                    <a:pt x="2465" y="3536"/>
                    <a:pt x="430" y="4760"/>
                  </a:cubicBezTo>
                  <a:cubicBezTo>
                    <a:pt x="0" y="5031"/>
                    <a:pt x="270" y="5638"/>
                    <a:pt x="671" y="5638"/>
                  </a:cubicBezTo>
                  <a:cubicBezTo>
                    <a:pt x="744" y="5638"/>
                    <a:pt x="822" y="5617"/>
                    <a:pt x="901" y="5571"/>
                  </a:cubicBezTo>
                  <a:lnTo>
                    <a:pt x="901" y="5552"/>
                  </a:lnTo>
                  <a:cubicBezTo>
                    <a:pt x="2993" y="4289"/>
                    <a:pt x="4877" y="2688"/>
                    <a:pt x="6460" y="803"/>
                  </a:cubicBezTo>
                  <a:cubicBezTo>
                    <a:pt x="6759" y="461"/>
                    <a:pt x="6455" y="0"/>
                    <a:pt x="6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1"/>
            <p:cNvSpPr/>
            <p:nvPr/>
          </p:nvSpPr>
          <p:spPr>
            <a:xfrm>
              <a:off x="10528798" y="1434841"/>
              <a:ext cx="130376" cy="209641"/>
            </a:xfrm>
            <a:custGeom>
              <a:avLst/>
              <a:gdLst/>
              <a:ahLst/>
              <a:cxnLst/>
              <a:rect l="l" t="t" r="r" b="b"/>
              <a:pathLst>
                <a:path w="4066" h="6538" extrusionOk="0">
                  <a:moveTo>
                    <a:pt x="645" y="0"/>
                  </a:moveTo>
                  <a:cubicBezTo>
                    <a:pt x="326" y="0"/>
                    <a:pt x="1" y="336"/>
                    <a:pt x="224" y="690"/>
                  </a:cubicBezTo>
                  <a:cubicBezTo>
                    <a:pt x="1279" y="2462"/>
                    <a:pt x="2221" y="4308"/>
                    <a:pt x="3031" y="6230"/>
                  </a:cubicBezTo>
                  <a:cubicBezTo>
                    <a:pt x="3120" y="6445"/>
                    <a:pt x="3314" y="6537"/>
                    <a:pt x="3501" y="6537"/>
                  </a:cubicBezTo>
                  <a:cubicBezTo>
                    <a:pt x="3791" y="6537"/>
                    <a:pt x="4066" y="6317"/>
                    <a:pt x="3917" y="5985"/>
                  </a:cubicBezTo>
                  <a:cubicBezTo>
                    <a:pt x="3107" y="3988"/>
                    <a:pt x="2127" y="2066"/>
                    <a:pt x="1015" y="219"/>
                  </a:cubicBezTo>
                  <a:cubicBezTo>
                    <a:pt x="924" y="65"/>
                    <a:pt x="785" y="0"/>
                    <a:pt x="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1"/>
            <p:cNvSpPr/>
            <p:nvPr/>
          </p:nvSpPr>
          <p:spPr>
            <a:xfrm>
              <a:off x="10068922" y="1265890"/>
              <a:ext cx="81605" cy="139130"/>
            </a:xfrm>
            <a:custGeom>
              <a:avLst/>
              <a:gdLst/>
              <a:ahLst/>
              <a:cxnLst/>
              <a:rect l="l" t="t" r="r" b="b"/>
              <a:pathLst>
                <a:path w="2545" h="4339" extrusionOk="0">
                  <a:moveTo>
                    <a:pt x="1159" y="0"/>
                  </a:moveTo>
                  <a:cubicBezTo>
                    <a:pt x="1013" y="0"/>
                    <a:pt x="867" y="15"/>
                    <a:pt x="716" y="43"/>
                  </a:cubicBezTo>
                  <a:cubicBezTo>
                    <a:pt x="315" y="120"/>
                    <a:pt x="305" y="562"/>
                    <a:pt x="527" y="801"/>
                  </a:cubicBezTo>
                  <a:lnTo>
                    <a:pt x="527" y="801"/>
                  </a:lnTo>
                  <a:lnTo>
                    <a:pt x="490" y="815"/>
                  </a:lnTo>
                  <a:cubicBezTo>
                    <a:pt x="95" y="966"/>
                    <a:pt x="0" y="1588"/>
                    <a:pt x="490" y="1701"/>
                  </a:cubicBezTo>
                  <a:lnTo>
                    <a:pt x="510" y="1706"/>
                  </a:lnTo>
                  <a:lnTo>
                    <a:pt x="510" y="1706"/>
                  </a:lnTo>
                  <a:cubicBezTo>
                    <a:pt x="513" y="1735"/>
                    <a:pt x="518" y="1764"/>
                    <a:pt x="526" y="1792"/>
                  </a:cubicBezTo>
                  <a:lnTo>
                    <a:pt x="526" y="1792"/>
                  </a:lnTo>
                  <a:cubicBezTo>
                    <a:pt x="359" y="1948"/>
                    <a:pt x="379" y="2240"/>
                    <a:pt x="528" y="2422"/>
                  </a:cubicBezTo>
                  <a:lnTo>
                    <a:pt x="528" y="2422"/>
                  </a:lnTo>
                  <a:lnTo>
                    <a:pt x="471" y="2455"/>
                  </a:lnTo>
                  <a:cubicBezTo>
                    <a:pt x="38" y="2718"/>
                    <a:pt x="264" y="3284"/>
                    <a:pt x="698" y="3321"/>
                  </a:cubicBezTo>
                  <a:lnTo>
                    <a:pt x="822" y="3338"/>
                  </a:lnTo>
                  <a:lnTo>
                    <a:pt x="822" y="3338"/>
                  </a:lnTo>
                  <a:cubicBezTo>
                    <a:pt x="831" y="3375"/>
                    <a:pt x="844" y="3411"/>
                    <a:pt x="861" y="3445"/>
                  </a:cubicBezTo>
                  <a:lnTo>
                    <a:pt x="861" y="3445"/>
                  </a:lnTo>
                  <a:cubicBezTo>
                    <a:pt x="825" y="3478"/>
                    <a:pt x="789" y="3512"/>
                    <a:pt x="754" y="3547"/>
                  </a:cubicBezTo>
                  <a:cubicBezTo>
                    <a:pt x="432" y="3869"/>
                    <a:pt x="758" y="4339"/>
                    <a:pt x="1113" y="4339"/>
                  </a:cubicBezTo>
                  <a:cubicBezTo>
                    <a:pt x="1216" y="4339"/>
                    <a:pt x="1321" y="4300"/>
                    <a:pt x="1414" y="4207"/>
                  </a:cubicBezTo>
                  <a:cubicBezTo>
                    <a:pt x="1583" y="4019"/>
                    <a:pt x="1790" y="3868"/>
                    <a:pt x="2035" y="3774"/>
                  </a:cubicBezTo>
                  <a:cubicBezTo>
                    <a:pt x="2393" y="3642"/>
                    <a:pt x="2544" y="2963"/>
                    <a:pt x="2035" y="2888"/>
                  </a:cubicBezTo>
                  <a:lnTo>
                    <a:pt x="2017" y="2885"/>
                  </a:lnTo>
                  <a:lnTo>
                    <a:pt x="2017" y="2885"/>
                  </a:lnTo>
                  <a:cubicBezTo>
                    <a:pt x="2001" y="2811"/>
                    <a:pt x="1961" y="2743"/>
                    <a:pt x="1907" y="2684"/>
                  </a:cubicBezTo>
                  <a:lnTo>
                    <a:pt x="1907" y="2684"/>
                  </a:lnTo>
                  <a:cubicBezTo>
                    <a:pt x="2109" y="2533"/>
                    <a:pt x="2147" y="2277"/>
                    <a:pt x="2050" y="2079"/>
                  </a:cubicBezTo>
                  <a:lnTo>
                    <a:pt x="2050" y="2079"/>
                  </a:lnTo>
                  <a:cubicBezTo>
                    <a:pt x="2297" y="1867"/>
                    <a:pt x="2188" y="1338"/>
                    <a:pt x="1847" y="1286"/>
                  </a:cubicBezTo>
                  <a:lnTo>
                    <a:pt x="1763" y="1274"/>
                  </a:lnTo>
                  <a:lnTo>
                    <a:pt x="1763" y="1274"/>
                  </a:lnTo>
                  <a:cubicBezTo>
                    <a:pt x="1964" y="1119"/>
                    <a:pt x="2036" y="819"/>
                    <a:pt x="1911" y="620"/>
                  </a:cubicBezTo>
                  <a:lnTo>
                    <a:pt x="1911" y="620"/>
                  </a:lnTo>
                  <a:cubicBezTo>
                    <a:pt x="1975" y="385"/>
                    <a:pt x="1858" y="128"/>
                    <a:pt x="1602" y="43"/>
                  </a:cubicBezTo>
                  <a:cubicBezTo>
                    <a:pt x="1451" y="15"/>
                    <a:pt x="1305" y="0"/>
                    <a:pt x="1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1"/>
            <p:cNvSpPr/>
            <p:nvPr/>
          </p:nvSpPr>
          <p:spPr>
            <a:xfrm>
              <a:off x="10513792" y="1308344"/>
              <a:ext cx="96516" cy="151732"/>
            </a:xfrm>
            <a:custGeom>
              <a:avLst/>
              <a:gdLst/>
              <a:ahLst/>
              <a:cxnLst/>
              <a:rect l="l" t="t" r="r" b="b"/>
              <a:pathLst>
                <a:path w="3010" h="4732" extrusionOk="0">
                  <a:moveTo>
                    <a:pt x="880" y="0"/>
                  </a:moveTo>
                  <a:cubicBezTo>
                    <a:pt x="425" y="0"/>
                    <a:pt x="313" y="526"/>
                    <a:pt x="546" y="792"/>
                  </a:cubicBezTo>
                  <a:lnTo>
                    <a:pt x="546" y="792"/>
                  </a:lnTo>
                  <a:lnTo>
                    <a:pt x="428" y="829"/>
                  </a:lnTo>
                  <a:cubicBezTo>
                    <a:pt x="43" y="946"/>
                    <a:pt x="0" y="1449"/>
                    <a:pt x="298" y="1653"/>
                  </a:cubicBezTo>
                  <a:lnTo>
                    <a:pt x="298" y="1653"/>
                  </a:lnTo>
                  <a:cubicBezTo>
                    <a:pt x="90" y="1886"/>
                    <a:pt x="164" y="2341"/>
                    <a:pt x="522" y="2431"/>
                  </a:cubicBezTo>
                  <a:cubicBezTo>
                    <a:pt x="542" y="2435"/>
                    <a:pt x="562" y="2440"/>
                    <a:pt x="582" y="2445"/>
                  </a:cubicBezTo>
                  <a:lnTo>
                    <a:pt x="582" y="2445"/>
                  </a:lnTo>
                  <a:lnTo>
                    <a:pt x="447" y="2487"/>
                  </a:lnTo>
                  <a:cubicBezTo>
                    <a:pt x="118" y="2602"/>
                    <a:pt x="39" y="2988"/>
                    <a:pt x="209" y="3225"/>
                  </a:cubicBezTo>
                  <a:lnTo>
                    <a:pt x="209" y="3225"/>
                  </a:lnTo>
                  <a:cubicBezTo>
                    <a:pt x="47" y="3424"/>
                    <a:pt x="79" y="3738"/>
                    <a:pt x="306" y="3892"/>
                  </a:cubicBezTo>
                  <a:lnTo>
                    <a:pt x="306" y="3892"/>
                  </a:lnTo>
                  <a:cubicBezTo>
                    <a:pt x="181" y="4217"/>
                    <a:pt x="279" y="4568"/>
                    <a:pt x="767" y="4711"/>
                  </a:cubicBezTo>
                  <a:cubicBezTo>
                    <a:pt x="817" y="4725"/>
                    <a:pt x="864" y="4732"/>
                    <a:pt x="909" y="4732"/>
                  </a:cubicBezTo>
                  <a:cubicBezTo>
                    <a:pt x="1225" y="4732"/>
                    <a:pt x="1402" y="4395"/>
                    <a:pt x="1331" y="4122"/>
                  </a:cubicBezTo>
                  <a:lnTo>
                    <a:pt x="1331" y="4122"/>
                  </a:lnTo>
                  <a:cubicBezTo>
                    <a:pt x="1481" y="4033"/>
                    <a:pt x="1559" y="3880"/>
                    <a:pt x="1563" y="3725"/>
                  </a:cubicBezTo>
                  <a:lnTo>
                    <a:pt x="1563" y="3725"/>
                  </a:lnTo>
                  <a:cubicBezTo>
                    <a:pt x="1624" y="3714"/>
                    <a:pt x="1686" y="3703"/>
                    <a:pt x="1747" y="3693"/>
                  </a:cubicBezTo>
                  <a:cubicBezTo>
                    <a:pt x="2100" y="3623"/>
                    <a:pt x="2157" y="3213"/>
                    <a:pt x="1989" y="2965"/>
                  </a:cubicBezTo>
                  <a:lnTo>
                    <a:pt x="1989" y="2965"/>
                  </a:lnTo>
                  <a:lnTo>
                    <a:pt x="2067" y="2940"/>
                  </a:lnTo>
                  <a:cubicBezTo>
                    <a:pt x="2444" y="2826"/>
                    <a:pt x="2520" y="2299"/>
                    <a:pt x="2180" y="2092"/>
                  </a:cubicBezTo>
                  <a:cubicBezTo>
                    <a:pt x="2078" y="2032"/>
                    <a:pt x="1975" y="1976"/>
                    <a:pt x="1872" y="1925"/>
                  </a:cubicBezTo>
                  <a:lnTo>
                    <a:pt x="1872" y="1925"/>
                  </a:lnTo>
                  <a:cubicBezTo>
                    <a:pt x="2012" y="1744"/>
                    <a:pt x="1999" y="1480"/>
                    <a:pt x="1847" y="1316"/>
                  </a:cubicBezTo>
                  <a:lnTo>
                    <a:pt x="1847" y="1316"/>
                  </a:lnTo>
                  <a:cubicBezTo>
                    <a:pt x="1883" y="1278"/>
                    <a:pt x="1913" y="1235"/>
                    <a:pt x="1935" y="1188"/>
                  </a:cubicBezTo>
                  <a:lnTo>
                    <a:pt x="1935" y="1188"/>
                  </a:lnTo>
                  <a:lnTo>
                    <a:pt x="2331" y="1149"/>
                  </a:lnTo>
                  <a:cubicBezTo>
                    <a:pt x="2840" y="1093"/>
                    <a:pt x="3009" y="396"/>
                    <a:pt x="2463" y="226"/>
                  </a:cubicBezTo>
                  <a:cubicBezTo>
                    <a:pt x="1954" y="75"/>
                    <a:pt x="1427" y="0"/>
                    <a:pt x="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1"/>
            <p:cNvSpPr/>
            <p:nvPr/>
          </p:nvSpPr>
          <p:spPr>
            <a:xfrm>
              <a:off x="10327270" y="1587598"/>
              <a:ext cx="45596" cy="88467"/>
            </a:xfrm>
            <a:custGeom>
              <a:avLst/>
              <a:gdLst/>
              <a:ahLst/>
              <a:cxnLst/>
              <a:rect l="l" t="t" r="r" b="b"/>
              <a:pathLst>
                <a:path w="1422" h="2759" extrusionOk="0">
                  <a:moveTo>
                    <a:pt x="474" y="1841"/>
                  </a:moveTo>
                  <a:lnTo>
                    <a:pt x="474" y="1841"/>
                  </a:lnTo>
                  <a:cubicBezTo>
                    <a:pt x="482" y="1842"/>
                    <a:pt x="490" y="1842"/>
                    <a:pt x="498" y="1843"/>
                  </a:cubicBezTo>
                  <a:cubicBezTo>
                    <a:pt x="489" y="1843"/>
                    <a:pt x="481" y="1842"/>
                    <a:pt x="474" y="1841"/>
                  </a:cubicBezTo>
                  <a:close/>
                  <a:moveTo>
                    <a:pt x="718" y="1"/>
                  </a:moveTo>
                  <a:cubicBezTo>
                    <a:pt x="432" y="1"/>
                    <a:pt x="157" y="184"/>
                    <a:pt x="65" y="486"/>
                  </a:cubicBezTo>
                  <a:cubicBezTo>
                    <a:pt x="33" y="675"/>
                    <a:pt x="67" y="864"/>
                    <a:pt x="167" y="1019"/>
                  </a:cubicBezTo>
                  <a:lnTo>
                    <a:pt x="167" y="1019"/>
                  </a:lnTo>
                  <a:cubicBezTo>
                    <a:pt x="120" y="1088"/>
                    <a:pt x="86" y="1164"/>
                    <a:pt x="65" y="1240"/>
                  </a:cubicBezTo>
                  <a:cubicBezTo>
                    <a:pt x="1" y="1494"/>
                    <a:pt x="139" y="1735"/>
                    <a:pt x="365" y="1816"/>
                  </a:cubicBezTo>
                  <a:lnTo>
                    <a:pt x="365" y="1816"/>
                  </a:lnTo>
                  <a:cubicBezTo>
                    <a:pt x="359" y="1824"/>
                    <a:pt x="354" y="1833"/>
                    <a:pt x="347" y="1843"/>
                  </a:cubicBezTo>
                  <a:cubicBezTo>
                    <a:pt x="310" y="1918"/>
                    <a:pt x="291" y="1994"/>
                    <a:pt x="272" y="2088"/>
                  </a:cubicBezTo>
                  <a:cubicBezTo>
                    <a:pt x="253" y="2276"/>
                    <a:pt x="328" y="2465"/>
                    <a:pt x="460" y="2597"/>
                  </a:cubicBezTo>
                  <a:cubicBezTo>
                    <a:pt x="547" y="2711"/>
                    <a:pt x="652" y="2759"/>
                    <a:pt x="755" y="2759"/>
                  </a:cubicBezTo>
                  <a:cubicBezTo>
                    <a:pt x="1006" y="2759"/>
                    <a:pt x="1251" y="2478"/>
                    <a:pt x="1221" y="2186"/>
                  </a:cubicBezTo>
                  <a:lnTo>
                    <a:pt x="1221" y="2186"/>
                  </a:lnTo>
                  <a:cubicBezTo>
                    <a:pt x="1235" y="2175"/>
                    <a:pt x="1256" y="2140"/>
                    <a:pt x="1289" y="2069"/>
                  </a:cubicBezTo>
                  <a:cubicBezTo>
                    <a:pt x="1384" y="1843"/>
                    <a:pt x="1384" y="1598"/>
                    <a:pt x="1271" y="1391"/>
                  </a:cubicBezTo>
                  <a:lnTo>
                    <a:pt x="1271" y="1391"/>
                  </a:lnTo>
                  <a:cubicBezTo>
                    <a:pt x="1367" y="1282"/>
                    <a:pt x="1421" y="1138"/>
                    <a:pt x="1421" y="995"/>
                  </a:cubicBezTo>
                  <a:cubicBezTo>
                    <a:pt x="1407" y="870"/>
                    <a:pt x="1363" y="755"/>
                    <a:pt x="1287" y="658"/>
                  </a:cubicBezTo>
                  <a:lnTo>
                    <a:pt x="1287" y="658"/>
                  </a:lnTo>
                  <a:cubicBezTo>
                    <a:pt x="1375" y="462"/>
                    <a:pt x="1344" y="221"/>
                    <a:pt x="1101" y="91"/>
                  </a:cubicBezTo>
                  <a:lnTo>
                    <a:pt x="1101" y="91"/>
                  </a:lnTo>
                  <a:lnTo>
                    <a:pt x="1082" y="109"/>
                  </a:lnTo>
                  <a:cubicBezTo>
                    <a:pt x="968" y="35"/>
                    <a:pt x="842" y="1"/>
                    <a:pt x="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1"/>
            <p:cNvSpPr/>
            <p:nvPr/>
          </p:nvSpPr>
          <p:spPr>
            <a:xfrm>
              <a:off x="10323903" y="1663817"/>
              <a:ext cx="41685" cy="277523"/>
            </a:xfrm>
            <a:custGeom>
              <a:avLst/>
              <a:gdLst/>
              <a:ahLst/>
              <a:cxnLst/>
              <a:rect l="l" t="t" r="r" b="b"/>
              <a:pathLst>
                <a:path w="1300" h="8655" extrusionOk="0">
                  <a:moveTo>
                    <a:pt x="818" y="1"/>
                  </a:moveTo>
                  <a:cubicBezTo>
                    <a:pt x="583" y="1"/>
                    <a:pt x="330" y="151"/>
                    <a:pt x="302" y="446"/>
                  </a:cubicBezTo>
                  <a:cubicBezTo>
                    <a:pt x="0" y="3027"/>
                    <a:pt x="0" y="5627"/>
                    <a:pt x="339" y="8209"/>
                  </a:cubicBezTo>
                  <a:cubicBezTo>
                    <a:pt x="377" y="8503"/>
                    <a:pt x="631" y="8654"/>
                    <a:pt x="863" y="8654"/>
                  </a:cubicBezTo>
                  <a:cubicBezTo>
                    <a:pt x="1092" y="8654"/>
                    <a:pt x="1300" y="8508"/>
                    <a:pt x="1262" y="8209"/>
                  </a:cubicBezTo>
                  <a:cubicBezTo>
                    <a:pt x="942" y="5627"/>
                    <a:pt x="923" y="3027"/>
                    <a:pt x="1225" y="446"/>
                  </a:cubicBezTo>
                  <a:cubicBezTo>
                    <a:pt x="1262" y="147"/>
                    <a:pt x="1049" y="1"/>
                    <a:pt x="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1"/>
            <p:cNvSpPr/>
            <p:nvPr/>
          </p:nvSpPr>
          <p:spPr>
            <a:xfrm>
              <a:off x="10074341" y="1609595"/>
              <a:ext cx="67817" cy="57653"/>
            </a:xfrm>
            <a:custGeom>
              <a:avLst/>
              <a:gdLst/>
              <a:ahLst/>
              <a:cxnLst/>
              <a:rect l="l" t="t" r="r" b="b"/>
              <a:pathLst>
                <a:path w="2115" h="1798" extrusionOk="0">
                  <a:moveTo>
                    <a:pt x="660" y="1"/>
                  </a:moveTo>
                  <a:cubicBezTo>
                    <a:pt x="613" y="1"/>
                    <a:pt x="563" y="9"/>
                    <a:pt x="510" y="26"/>
                  </a:cubicBezTo>
                  <a:cubicBezTo>
                    <a:pt x="284" y="64"/>
                    <a:pt x="114" y="234"/>
                    <a:pt x="76" y="460"/>
                  </a:cubicBezTo>
                  <a:cubicBezTo>
                    <a:pt x="1" y="761"/>
                    <a:pt x="208" y="1044"/>
                    <a:pt x="529" y="1044"/>
                  </a:cubicBezTo>
                  <a:cubicBezTo>
                    <a:pt x="623" y="1044"/>
                    <a:pt x="736" y="1063"/>
                    <a:pt x="830" y="1119"/>
                  </a:cubicBezTo>
                  <a:cubicBezTo>
                    <a:pt x="843" y="1132"/>
                    <a:pt x="855" y="1144"/>
                    <a:pt x="865" y="1154"/>
                  </a:cubicBezTo>
                  <a:lnTo>
                    <a:pt x="865" y="1154"/>
                  </a:lnTo>
                  <a:cubicBezTo>
                    <a:pt x="684" y="1485"/>
                    <a:pt x="995" y="1797"/>
                    <a:pt x="1314" y="1797"/>
                  </a:cubicBezTo>
                  <a:cubicBezTo>
                    <a:pt x="1454" y="1797"/>
                    <a:pt x="1596" y="1737"/>
                    <a:pt x="1697" y="1590"/>
                  </a:cubicBezTo>
                  <a:cubicBezTo>
                    <a:pt x="2114" y="964"/>
                    <a:pt x="1588" y="397"/>
                    <a:pt x="995" y="197"/>
                  </a:cubicBezTo>
                  <a:lnTo>
                    <a:pt x="995" y="197"/>
                  </a:lnTo>
                  <a:cubicBezTo>
                    <a:pt x="924" y="82"/>
                    <a:pt x="808" y="1"/>
                    <a:pt x="6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1"/>
            <p:cNvSpPr/>
            <p:nvPr/>
          </p:nvSpPr>
          <p:spPr>
            <a:xfrm>
              <a:off x="10097556" y="1643904"/>
              <a:ext cx="272296" cy="303303"/>
            </a:xfrm>
            <a:custGeom>
              <a:avLst/>
              <a:gdLst/>
              <a:ahLst/>
              <a:cxnLst/>
              <a:rect l="l" t="t" r="r" b="b"/>
              <a:pathLst>
                <a:path w="8492" h="9459" extrusionOk="0">
                  <a:moveTo>
                    <a:pt x="564" y="0"/>
                  </a:moveTo>
                  <a:cubicBezTo>
                    <a:pt x="278" y="0"/>
                    <a:pt x="0" y="218"/>
                    <a:pt x="125" y="558"/>
                  </a:cubicBezTo>
                  <a:lnTo>
                    <a:pt x="144" y="558"/>
                  </a:lnTo>
                  <a:cubicBezTo>
                    <a:pt x="1500" y="4308"/>
                    <a:pt x="3705" y="8189"/>
                    <a:pt x="7719" y="9433"/>
                  </a:cubicBezTo>
                  <a:cubicBezTo>
                    <a:pt x="7774" y="9451"/>
                    <a:pt x="7827" y="9459"/>
                    <a:pt x="7876" y="9459"/>
                  </a:cubicBezTo>
                  <a:cubicBezTo>
                    <a:pt x="8342" y="9459"/>
                    <a:pt x="8492" y="8718"/>
                    <a:pt x="7963" y="8547"/>
                  </a:cubicBezTo>
                  <a:cubicBezTo>
                    <a:pt x="4289" y="7398"/>
                    <a:pt x="2273" y="3724"/>
                    <a:pt x="1029" y="313"/>
                  </a:cubicBezTo>
                  <a:cubicBezTo>
                    <a:pt x="947" y="95"/>
                    <a:pt x="75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1"/>
            <p:cNvSpPr/>
            <p:nvPr/>
          </p:nvSpPr>
          <p:spPr>
            <a:xfrm>
              <a:off x="10602227" y="1620689"/>
              <a:ext cx="52651" cy="65894"/>
            </a:xfrm>
            <a:custGeom>
              <a:avLst/>
              <a:gdLst/>
              <a:ahLst/>
              <a:cxnLst/>
              <a:rect l="l" t="t" r="r" b="b"/>
              <a:pathLst>
                <a:path w="1642" h="2055" extrusionOk="0">
                  <a:moveTo>
                    <a:pt x="921" y="0"/>
                  </a:moveTo>
                  <a:cubicBezTo>
                    <a:pt x="678" y="0"/>
                    <a:pt x="451" y="110"/>
                    <a:pt x="346" y="378"/>
                  </a:cubicBezTo>
                  <a:cubicBezTo>
                    <a:pt x="270" y="547"/>
                    <a:pt x="289" y="754"/>
                    <a:pt x="383" y="924"/>
                  </a:cubicBezTo>
                  <a:cubicBezTo>
                    <a:pt x="398" y="943"/>
                    <a:pt x="414" y="963"/>
                    <a:pt x="430" y="981"/>
                  </a:cubicBezTo>
                  <a:lnTo>
                    <a:pt x="430" y="981"/>
                  </a:lnTo>
                  <a:cubicBezTo>
                    <a:pt x="427" y="988"/>
                    <a:pt x="424" y="994"/>
                    <a:pt x="421" y="999"/>
                  </a:cubicBezTo>
                  <a:cubicBezTo>
                    <a:pt x="393" y="1056"/>
                    <a:pt x="375" y="1116"/>
                    <a:pt x="367" y="1177"/>
                  </a:cubicBezTo>
                  <a:lnTo>
                    <a:pt x="367" y="1177"/>
                  </a:lnTo>
                  <a:cubicBezTo>
                    <a:pt x="0" y="1361"/>
                    <a:pt x="75" y="2038"/>
                    <a:pt x="591" y="2055"/>
                  </a:cubicBezTo>
                  <a:cubicBezTo>
                    <a:pt x="911" y="2055"/>
                    <a:pt x="1212" y="1904"/>
                    <a:pt x="1363" y="1621"/>
                  </a:cubicBezTo>
                  <a:cubicBezTo>
                    <a:pt x="1443" y="1483"/>
                    <a:pt x="1445" y="1335"/>
                    <a:pt x="1394" y="1209"/>
                  </a:cubicBezTo>
                  <a:lnTo>
                    <a:pt x="1394" y="1209"/>
                  </a:lnTo>
                  <a:cubicBezTo>
                    <a:pt x="1484" y="1082"/>
                    <a:pt x="1556" y="955"/>
                    <a:pt x="1533" y="754"/>
                  </a:cubicBezTo>
                  <a:cubicBezTo>
                    <a:pt x="1529" y="741"/>
                    <a:pt x="1526" y="727"/>
                    <a:pt x="1522" y="714"/>
                  </a:cubicBezTo>
                  <a:lnTo>
                    <a:pt x="1522" y="714"/>
                  </a:lnTo>
                  <a:cubicBezTo>
                    <a:pt x="1641" y="511"/>
                    <a:pt x="1628" y="237"/>
                    <a:pt x="1363" y="95"/>
                  </a:cubicBezTo>
                  <a:lnTo>
                    <a:pt x="1363" y="95"/>
                  </a:lnTo>
                  <a:lnTo>
                    <a:pt x="1363" y="114"/>
                  </a:lnTo>
                  <a:cubicBezTo>
                    <a:pt x="1227" y="42"/>
                    <a:pt x="1071" y="0"/>
                    <a:pt x="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1"/>
            <p:cNvSpPr/>
            <p:nvPr/>
          </p:nvSpPr>
          <p:spPr>
            <a:xfrm>
              <a:off x="10333458" y="1666638"/>
              <a:ext cx="307439" cy="279799"/>
            </a:xfrm>
            <a:custGeom>
              <a:avLst/>
              <a:gdLst/>
              <a:ahLst/>
              <a:cxnLst/>
              <a:rect l="l" t="t" r="r" b="b"/>
              <a:pathLst>
                <a:path w="9588" h="8726" extrusionOk="0">
                  <a:moveTo>
                    <a:pt x="8926" y="0"/>
                  </a:moveTo>
                  <a:cubicBezTo>
                    <a:pt x="8784" y="0"/>
                    <a:pt x="8641" y="61"/>
                    <a:pt x="8539" y="207"/>
                  </a:cubicBezTo>
                  <a:cubicBezTo>
                    <a:pt x="7559" y="1639"/>
                    <a:pt x="6598" y="3052"/>
                    <a:pt x="5619" y="4484"/>
                  </a:cubicBezTo>
                  <a:cubicBezTo>
                    <a:pt x="4595" y="5952"/>
                    <a:pt x="3338" y="7807"/>
                    <a:pt x="1430" y="7807"/>
                  </a:cubicBezTo>
                  <a:cubicBezTo>
                    <a:pt x="1232" y="7807"/>
                    <a:pt x="1027" y="7787"/>
                    <a:pt x="814" y="7744"/>
                  </a:cubicBezTo>
                  <a:cubicBezTo>
                    <a:pt x="780" y="7737"/>
                    <a:pt x="746" y="7734"/>
                    <a:pt x="714" y="7734"/>
                  </a:cubicBezTo>
                  <a:cubicBezTo>
                    <a:pt x="202" y="7734"/>
                    <a:pt x="0" y="8542"/>
                    <a:pt x="550" y="8648"/>
                  </a:cubicBezTo>
                  <a:cubicBezTo>
                    <a:pt x="828" y="8701"/>
                    <a:pt x="1099" y="8726"/>
                    <a:pt x="1362" y="8726"/>
                  </a:cubicBezTo>
                  <a:cubicBezTo>
                    <a:pt x="2809" y="8726"/>
                    <a:pt x="4030" y="7969"/>
                    <a:pt x="5035" y="6821"/>
                  </a:cubicBezTo>
                  <a:cubicBezTo>
                    <a:pt x="6655" y="4955"/>
                    <a:pt x="7936" y="2732"/>
                    <a:pt x="9350" y="678"/>
                  </a:cubicBezTo>
                  <a:cubicBezTo>
                    <a:pt x="9587" y="334"/>
                    <a:pt x="9260" y="0"/>
                    <a:pt x="89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1"/>
            <p:cNvSpPr/>
            <p:nvPr/>
          </p:nvSpPr>
          <p:spPr>
            <a:xfrm>
              <a:off x="10088482" y="195689"/>
              <a:ext cx="224904" cy="1106884"/>
            </a:xfrm>
            <a:custGeom>
              <a:avLst/>
              <a:gdLst/>
              <a:ahLst/>
              <a:cxnLst/>
              <a:rect l="l" t="t" r="r" b="b"/>
              <a:pathLst>
                <a:path w="7014" h="34520" extrusionOk="0">
                  <a:moveTo>
                    <a:pt x="6448" y="1"/>
                  </a:moveTo>
                  <a:cubicBezTo>
                    <a:pt x="6263" y="1"/>
                    <a:pt x="6088" y="106"/>
                    <a:pt x="6042" y="350"/>
                  </a:cubicBezTo>
                  <a:cubicBezTo>
                    <a:pt x="4045" y="11543"/>
                    <a:pt x="2066" y="22735"/>
                    <a:pt x="69" y="33928"/>
                  </a:cubicBezTo>
                  <a:cubicBezTo>
                    <a:pt x="0" y="34282"/>
                    <a:pt x="307" y="34519"/>
                    <a:pt x="580" y="34519"/>
                  </a:cubicBezTo>
                  <a:cubicBezTo>
                    <a:pt x="756" y="34519"/>
                    <a:pt x="917" y="34420"/>
                    <a:pt x="954" y="34191"/>
                  </a:cubicBezTo>
                  <a:lnTo>
                    <a:pt x="973" y="34172"/>
                  </a:lnTo>
                  <a:cubicBezTo>
                    <a:pt x="2952" y="22980"/>
                    <a:pt x="4949" y="11769"/>
                    <a:pt x="6946" y="576"/>
                  </a:cubicBezTo>
                  <a:cubicBezTo>
                    <a:pt x="7014" y="228"/>
                    <a:pt x="6720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1"/>
            <p:cNvSpPr/>
            <p:nvPr/>
          </p:nvSpPr>
          <p:spPr>
            <a:xfrm>
              <a:off x="10279653" y="195528"/>
              <a:ext cx="297307" cy="1142925"/>
            </a:xfrm>
            <a:custGeom>
              <a:avLst/>
              <a:gdLst/>
              <a:ahLst/>
              <a:cxnLst/>
              <a:rect l="l" t="t" r="r" b="b"/>
              <a:pathLst>
                <a:path w="9272" h="35644" extrusionOk="0">
                  <a:moveTo>
                    <a:pt x="568" y="1"/>
                  </a:moveTo>
                  <a:cubicBezTo>
                    <a:pt x="293" y="1"/>
                    <a:pt x="1" y="224"/>
                    <a:pt x="80" y="562"/>
                  </a:cubicBezTo>
                  <a:cubicBezTo>
                    <a:pt x="2812" y="12150"/>
                    <a:pt x="5544" y="23720"/>
                    <a:pt x="8295" y="35308"/>
                  </a:cubicBezTo>
                  <a:cubicBezTo>
                    <a:pt x="8348" y="35543"/>
                    <a:pt x="8526" y="35644"/>
                    <a:pt x="8710" y="35644"/>
                  </a:cubicBezTo>
                  <a:cubicBezTo>
                    <a:pt x="8984" y="35644"/>
                    <a:pt x="9271" y="35420"/>
                    <a:pt x="9181" y="35082"/>
                  </a:cubicBezTo>
                  <a:cubicBezTo>
                    <a:pt x="6449" y="23494"/>
                    <a:pt x="3717" y="11906"/>
                    <a:pt x="984" y="336"/>
                  </a:cubicBezTo>
                  <a:cubicBezTo>
                    <a:pt x="931" y="101"/>
                    <a:pt x="754" y="1"/>
                    <a:pt x="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1"/>
            <p:cNvSpPr/>
            <p:nvPr/>
          </p:nvSpPr>
          <p:spPr>
            <a:xfrm>
              <a:off x="10712371" y="955597"/>
              <a:ext cx="84587" cy="71922"/>
            </a:xfrm>
            <a:custGeom>
              <a:avLst/>
              <a:gdLst/>
              <a:ahLst/>
              <a:cxnLst/>
              <a:rect l="l" t="t" r="r" b="b"/>
              <a:pathLst>
                <a:path w="2638" h="2243" extrusionOk="0">
                  <a:moveTo>
                    <a:pt x="1177" y="0"/>
                  </a:moveTo>
                  <a:cubicBezTo>
                    <a:pt x="633" y="0"/>
                    <a:pt x="99" y="393"/>
                    <a:pt x="39" y="1033"/>
                  </a:cubicBezTo>
                  <a:cubicBezTo>
                    <a:pt x="1" y="1636"/>
                    <a:pt x="453" y="2183"/>
                    <a:pt x="1075" y="2239"/>
                  </a:cubicBezTo>
                  <a:cubicBezTo>
                    <a:pt x="1106" y="2242"/>
                    <a:pt x="1136" y="2243"/>
                    <a:pt x="1166" y="2243"/>
                  </a:cubicBezTo>
                  <a:cubicBezTo>
                    <a:pt x="2091" y="2243"/>
                    <a:pt x="2638" y="1141"/>
                    <a:pt x="2017" y="393"/>
                  </a:cubicBezTo>
                  <a:cubicBezTo>
                    <a:pt x="1787" y="123"/>
                    <a:pt x="1480" y="0"/>
                    <a:pt x="11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1"/>
            <p:cNvSpPr/>
            <p:nvPr/>
          </p:nvSpPr>
          <p:spPr>
            <a:xfrm>
              <a:off x="10360746" y="865558"/>
              <a:ext cx="35945" cy="30205"/>
            </a:xfrm>
            <a:custGeom>
              <a:avLst/>
              <a:gdLst/>
              <a:ahLst/>
              <a:cxnLst/>
              <a:rect l="l" t="t" r="r" b="b"/>
              <a:pathLst>
                <a:path w="1121" h="942" extrusionOk="0">
                  <a:moveTo>
                    <a:pt x="500" y="1"/>
                  </a:moveTo>
                  <a:cubicBezTo>
                    <a:pt x="271" y="1"/>
                    <a:pt x="44" y="171"/>
                    <a:pt x="19" y="450"/>
                  </a:cubicBezTo>
                  <a:cubicBezTo>
                    <a:pt x="0" y="695"/>
                    <a:pt x="189" y="921"/>
                    <a:pt x="453" y="940"/>
                  </a:cubicBezTo>
                  <a:cubicBezTo>
                    <a:pt x="468" y="941"/>
                    <a:pt x="483" y="942"/>
                    <a:pt x="498" y="942"/>
                  </a:cubicBezTo>
                  <a:cubicBezTo>
                    <a:pt x="886" y="942"/>
                    <a:pt x="1121" y="476"/>
                    <a:pt x="848" y="167"/>
                  </a:cubicBezTo>
                  <a:cubicBezTo>
                    <a:pt x="754" y="53"/>
                    <a:pt x="627" y="1"/>
                    <a:pt x="5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1"/>
            <p:cNvSpPr/>
            <p:nvPr/>
          </p:nvSpPr>
          <p:spPr>
            <a:xfrm>
              <a:off x="10258042" y="835802"/>
              <a:ext cx="53292" cy="45500"/>
            </a:xfrm>
            <a:custGeom>
              <a:avLst/>
              <a:gdLst/>
              <a:ahLst/>
              <a:cxnLst/>
              <a:rect l="l" t="t" r="r" b="b"/>
              <a:pathLst>
                <a:path w="1662" h="1419" extrusionOk="0">
                  <a:moveTo>
                    <a:pt x="735" y="1"/>
                  </a:moveTo>
                  <a:cubicBezTo>
                    <a:pt x="393" y="1"/>
                    <a:pt x="55" y="245"/>
                    <a:pt x="19" y="643"/>
                  </a:cubicBezTo>
                  <a:cubicBezTo>
                    <a:pt x="0" y="1038"/>
                    <a:pt x="283" y="1378"/>
                    <a:pt x="660" y="1415"/>
                  </a:cubicBezTo>
                  <a:cubicBezTo>
                    <a:pt x="683" y="1417"/>
                    <a:pt x="706" y="1418"/>
                    <a:pt x="729" y="1418"/>
                  </a:cubicBezTo>
                  <a:cubicBezTo>
                    <a:pt x="1327" y="1418"/>
                    <a:pt x="1662" y="719"/>
                    <a:pt x="1263" y="247"/>
                  </a:cubicBezTo>
                  <a:cubicBezTo>
                    <a:pt x="1120" y="78"/>
                    <a:pt x="927" y="1"/>
                    <a:pt x="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1"/>
            <p:cNvSpPr/>
            <p:nvPr/>
          </p:nvSpPr>
          <p:spPr>
            <a:xfrm>
              <a:off x="9935981" y="825381"/>
              <a:ext cx="876112" cy="884673"/>
            </a:xfrm>
            <a:custGeom>
              <a:avLst/>
              <a:gdLst/>
              <a:ahLst/>
              <a:cxnLst/>
              <a:rect l="l" t="t" r="r" b="b"/>
              <a:pathLst>
                <a:path w="27323" h="27590" extrusionOk="0">
                  <a:moveTo>
                    <a:pt x="24704" y="7732"/>
                  </a:moveTo>
                  <a:lnTo>
                    <a:pt x="24704" y="7732"/>
                  </a:lnTo>
                  <a:cubicBezTo>
                    <a:pt x="24685" y="7789"/>
                    <a:pt x="24666" y="7864"/>
                    <a:pt x="24666" y="7921"/>
                  </a:cubicBezTo>
                  <a:lnTo>
                    <a:pt x="24647" y="7940"/>
                  </a:lnTo>
                  <a:cubicBezTo>
                    <a:pt x="24628" y="7921"/>
                    <a:pt x="24591" y="7902"/>
                    <a:pt x="24591" y="7883"/>
                  </a:cubicBezTo>
                  <a:cubicBezTo>
                    <a:pt x="24628" y="7827"/>
                    <a:pt x="24666" y="7789"/>
                    <a:pt x="24704" y="7732"/>
                  </a:cubicBezTo>
                  <a:close/>
                  <a:moveTo>
                    <a:pt x="15575" y="0"/>
                  </a:moveTo>
                  <a:cubicBezTo>
                    <a:pt x="15417" y="0"/>
                    <a:pt x="15254" y="32"/>
                    <a:pt x="15094" y="101"/>
                  </a:cubicBezTo>
                  <a:cubicBezTo>
                    <a:pt x="14284" y="478"/>
                    <a:pt x="14190" y="1608"/>
                    <a:pt x="14924" y="2117"/>
                  </a:cubicBezTo>
                  <a:cubicBezTo>
                    <a:pt x="14604" y="2287"/>
                    <a:pt x="14359" y="2551"/>
                    <a:pt x="14208" y="2890"/>
                  </a:cubicBezTo>
                  <a:cubicBezTo>
                    <a:pt x="13982" y="2569"/>
                    <a:pt x="13605" y="2362"/>
                    <a:pt x="13210" y="2324"/>
                  </a:cubicBezTo>
                  <a:cubicBezTo>
                    <a:pt x="13172" y="2321"/>
                    <a:pt x="13135" y="2320"/>
                    <a:pt x="13098" y="2320"/>
                  </a:cubicBezTo>
                  <a:cubicBezTo>
                    <a:pt x="12915" y="2320"/>
                    <a:pt x="12742" y="2359"/>
                    <a:pt x="12569" y="2438"/>
                  </a:cubicBezTo>
                  <a:cubicBezTo>
                    <a:pt x="12400" y="2211"/>
                    <a:pt x="12136" y="2061"/>
                    <a:pt x="11872" y="2042"/>
                  </a:cubicBezTo>
                  <a:cubicBezTo>
                    <a:pt x="11837" y="2038"/>
                    <a:pt x="11803" y="2037"/>
                    <a:pt x="11769" y="2037"/>
                  </a:cubicBezTo>
                  <a:cubicBezTo>
                    <a:pt x="11250" y="2037"/>
                    <a:pt x="10832" y="2433"/>
                    <a:pt x="10779" y="2946"/>
                  </a:cubicBezTo>
                  <a:cubicBezTo>
                    <a:pt x="10779" y="3022"/>
                    <a:pt x="10798" y="3116"/>
                    <a:pt x="10817" y="3191"/>
                  </a:cubicBezTo>
                  <a:cubicBezTo>
                    <a:pt x="10685" y="3097"/>
                    <a:pt x="10534" y="3040"/>
                    <a:pt x="10383" y="3022"/>
                  </a:cubicBezTo>
                  <a:cubicBezTo>
                    <a:pt x="10164" y="2591"/>
                    <a:pt x="9769" y="2395"/>
                    <a:pt x="9377" y="2395"/>
                  </a:cubicBezTo>
                  <a:cubicBezTo>
                    <a:pt x="8825" y="2395"/>
                    <a:pt x="8279" y="2783"/>
                    <a:pt x="8235" y="3455"/>
                  </a:cubicBezTo>
                  <a:lnTo>
                    <a:pt x="8235" y="3530"/>
                  </a:lnTo>
                  <a:cubicBezTo>
                    <a:pt x="8152" y="3497"/>
                    <a:pt x="8066" y="3481"/>
                    <a:pt x="7982" y="3481"/>
                  </a:cubicBezTo>
                  <a:cubicBezTo>
                    <a:pt x="7690" y="3481"/>
                    <a:pt x="7423" y="3675"/>
                    <a:pt x="7350" y="3983"/>
                  </a:cubicBezTo>
                  <a:cubicBezTo>
                    <a:pt x="7067" y="4058"/>
                    <a:pt x="6822" y="4246"/>
                    <a:pt x="6671" y="4510"/>
                  </a:cubicBezTo>
                  <a:cubicBezTo>
                    <a:pt x="6521" y="4359"/>
                    <a:pt x="6332" y="4246"/>
                    <a:pt x="6125" y="4228"/>
                  </a:cubicBezTo>
                  <a:cubicBezTo>
                    <a:pt x="5955" y="4228"/>
                    <a:pt x="5805" y="4265"/>
                    <a:pt x="5654" y="4322"/>
                  </a:cubicBezTo>
                  <a:cubicBezTo>
                    <a:pt x="5522" y="4133"/>
                    <a:pt x="5315" y="4001"/>
                    <a:pt x="5070" y="3983"/>
                  </a:cubicBezTo>
                  <a:cubicBezTo>
                    <a:pt x="5040" y="3980"/>
                    <a:pt x="5011" y="3978"/>
                    <a:pt x="4983" y="3978"/>
                  </a:cubicBezTo>
                  <a:cubicBezTo>
                    <a:pt x="4320" y="3978"/>
                    <a:pt x="3941" y="4796"/>
                    <a:pt x="4429" y="5320"/>
                  </a:cubicBezTo>
                  <a:cubicBezTo>
                    <a:pt x="4278" y="5377"/>
                    <a:pt x="4165" y="5490"/>
                    <a:pt x="4071" y="5603"/>
                  </a:cubicBezTo>
                  <a:cubicBezTo>
                    <a:pt x="3901" y="5358"/>
                    <a:pt x="3619" y="5207"/>
                    <a:pt x="3336" y="5170"/>
                  </a:cubicBezTo>
                  <a:cubicBezTo>
                    <a:pt x="3312" y="5168"/>
                    <a:pt x="3288" y="5167"/>
                    <a:pt x="3265" y="5167"/>
                  </a:cubicBezTo>
                  <a:cubicBezTo>
                    <a:pt x="2730" y="5167"/>
                    <a:pt x="2279" y="5570"/>
                    <a:pt x="2224" y="6093"/>
                  </a:cubicBezTo>
                  <a:cubicBezTo>
                    <a:pt x="2218" y="6106"/>
                    <a:pt x="2210" y="6110"/>
                    <a:pt x="2200" y="6110"/>
                  </a:cubicBezTo>
                  <a:cubicBezTo>
                    <a:pt x="2180" y="6110"/>
                    <a:pt x="2155" y="6093"/>
                    <a:pt x="2130" y="6093"/>
                  </a:cubicBezTo>
                  <a:cubicBezTo>
                    <a:pt x="2106" y="6091"/>
                    <a:pt x="2082" y="6091"/>
                    <a:pt x="2058" y="6091"/>
                  </a:cubicBezTo>
                  <a:cubicBezTo>
                    <a:pt x="1543" y="6091"/>
                    <a:pt x="1110" y="6475"/>
                    <a:pt x="1056" y="6997"/>
                  </a:cubicBezTo>
                  <a:lnTo>
                    <a:pt x="1056" y="7035"/>
                  </a:lnTo>
                  <a:cubicBezTo>
                    <a:pt x="510" y="7224"/>
                    <a:pt x="95" y="7582"/>
                    <a:pt x="58" y="8053"/>
                  </a:cubicBezTo>
                  <a:cubicBezTo>
                    <a:pt x="1" y="8769"/>
                    <a:pt x="755" y="9409"/>
                    <a:pt x="1735" y="9485"/>
                  </a:cubicBezTo>
                  <a:cubicBezTo>
                    <a:pt x="1797" y="9489"/>
                    <a:pt x="1859" y="9491"/>
                    <a:pt x="1921" y="9491"/>
                  </a:cubicBezTo>
                  <a:cubicBezTo>
                    <a:pt x="2123" y="9491"/>
                    <a:pt x="2324" y="9467"/>
                    <a:pt x="2526" y="9409"/>
                  </a:cubicBezTo>
                  <a:cubicBezTo>
                    <a:pt x="2677" y="9579"/>
                    <a:pt x="2884" y="9692"/>
                    <a:pt x="3091" y="9730"/>
                  </a:cubicBezTo>
                  <a:cubicBezTo>
                    <a:pt x="3113" y="9731"/>
                    <a:pt x="3134" y="9732"/>
                    <a:pt x="3156" y="9732"/>
                  </a:cubicBezTo>
                  <a:cubicBezTo>
                    <a:pt x="3620" y="9732"/>
                    <a:pt x="4043" y="9346"/>
                    <a:pt x="4259" y="8787"/>
                  </a:cubicBezTo>
                  <a:cubicBezTo>
                    <a:pt x="4391" y="8919"/>
                    <a:pt x="4561" y="8995"/>
                    <a:pt x="4749" y="9014"/>
                  </a:cubicBezTo>
                  <a:cubicBezTo>
                    <a:pt x="5013" y="9014"/>
                    <a:pt x="5277" y="8919"/>
                    <a:pt x="5465" y="8712"/>
                  </a:cubicBezTo>
                  <a:cubicBezTo>
                    <a:pt x="5950" y="9269"/>
                    <a:pt x="6626" y="9555"/>
                    <a:pt x="7305" y="9555"/>
                  </a:cubicBezTo>
                  <a:cubicBezTo>
                    <a:pt x="7868" y="9555"/>
                    <a:pt x="8434" y="9358"/>
                    <a:pt x="8895" y="8957"/>
                  </a:cubicBezTo>
                  <a:cubicBezTo>
                    <a:pt x="9156" y="9712"/>
                    <a:pt x="9837" y="10107"/>
                    <a:pt x="10521" y="10107"/>
                  </a:cubicBezTo>
                  <a:cubicBezTo>
                    <a:pt x="11118" y="10107"/>
                    <a:pt x="11717" y="9806"/>
                    <a:pt x="12041" y="9183"/>
                  </a:cubicBezTo>
                  <a:cubicBezTo>
                    <a:pt x="12173" y="9334"/>
                    <a:pt x="12343" y="9466"/>
                    <a:pt x="12513" y="9560"/>
                  </a:cubicBezTo>
                  <a:cubicBezTo>
                    <a:pt x="12451" y="10377"/>
                    <a:pt x="13081" y="10831"/>
                    <a:pt x="13706" y="10831"/>
                  </a:cubicBezTo>
                  <a:cubicBezTo>
                    <a:pt x="14220" y="10831"/>
                    <a:pt x="14730" y="10524"/>
                    <a:pt x="14849" y="9862"/>
                  </a:cubicBezTo>
                  <a:cubicBezTo>
                    <a:pt x="15019" y="9862"/>
                    <a:pt x="15207" y="9843"/>
                    <a:pt x="15377" y="9786"/>
                  </a:cubicBezTo>
                  <a:cubicBezTo>
                    <a:pt x="15659" y="10144"/>
                    <a:pt x="16055" y="10351"/>
                    <a:pt x="16507" y="10389"/>
                  </a:cubicBezTo>
                  <a:cubicBezTo>
                    <a:pt x="16541" y="10391"/>
                    <a:pt x="16575" y="10392"/>
                    <a:pt x="16608" y="10392"/>
                  </a:cubicBezTo>
                  <a:cubicBezTo>
                    <a:pt x="16910" y="10392"/>
                    <a:pt x="17195" y="10316"/>
                    <a:pt x="17449" y="10163"/>
                  </a:cubicBezTo>
                  <a:cubicBezTo>
                    <a:pt x="17581" y="10314"/>
                    <a:pt x="17732" y="10427"/>
                    <a:pt x="17902" y="10521"/>
                  </a:cubicBezTo>
                  <a:cubicBezTo>
                    <a:pt x="17883" y="10936"/>
                    <a:pt x="17996" y="11331"/>
                    <a:pt x="18203" y="11670"/>
                  </a:cubicBezTo>
                  <a:cubicBezTo>
                    <a:pt x="17977" y="11859"/>
                    <a:pt x="17789" y="12104"/>
                    <a:pt x="17675" y="12386"/>
                  </a:cubicBezTo>
                  <a:cubicBezTo>
                    <a:pt x="17464" y="12134"/>
                    <a:pt x="17181" y="12020"/>
                    <a:pt x="16903" y="12020"/>
                  </a:cubicBezTo>
                  <a:cubicBezTo>
                    <a:pt x="16414" y="12020"/>
                    <a:pt x="15940" y="12375"/>
                    <a:pt x="15904" y="12952"/>
                  </a:cubicBezTo>
                  <a:cubicBezTo>
                    <a:pt x="15878" y="13580"/>
                    <a:pt x="16388" y="14017"/>
                    <a:pt x="16924" y="14017"/>
                  </a:cubicBezTo>
                  <a:cubicBezTo>
                    <a:pt x="17159" y="14017"/>
                    <a:pt x="17399" y="13933"/>
                    <a:pt x="17600" y="13743"/>
                  </a:cubicBezTo>
                  <a:cubicBezTo>
                    <a:pt x="17826" y="14459"/>
                    <a:pt x="18486" y="14968"/>
                    <a:pt x="19239" y="15043"/>
                  </a:cubicBezTo>
                  <a:cubicBezTo>
                    <a:pt x="19277" y="15046"/>
                    <a:pt x="19315" y="15047"/>
                    <a:pt x="19353" y="15047"/>
                  </a:cubicBezTo>
                  <a:cubicBezTo>
                    <a:pt x="19620" y="15047"/>
                    <a:pt x="19894" y="14989"/>
                    <a:pt x="20125" y="14874"/>
                  </a:cubicBezTo>
                  <a:cubicBezTo>
                    <a:pt x="20163" y="15156"/>
                    <a:pt x="20257" y="15420"/>
                    <a:pt x="20408" y="15665"/>
                  </a:cubicBezTo>
                  <a:cubicBezTo>
                    <a:pt x="19937" y="16343"/>
                    <a:pt x="20257" y="17304"/>
                    <a:pt x="21067" y="17568"/>
                  </a:cubicBezTo>
                  <a:cubicBezTo>
                    <a:pt x="20992" y="17719"/>
                    <a:pt x="20935" y="17870"/>
                    <a:pt x="20916" y="18039"/>
                  </a:cubicBezTo>
                  <a:cubicBezTo>
                    <a:pt x="20879" y="18642"/>
                    <a:pt x="21237" y="19189"/>
                    <a:pt x="21821" y="19377"/>
                  </a:cubicBezTo>
                  <a:cubicBezTo>
                    <a:pt x="20954" y="19923"/>
                    <a:pt x="21048" y="21224"/>
                    <a:pt x="21972" y="21638"/>
                  </a:cubicBezTo>
                  <a:cubicBezTo>
                    <a:pt x="21425" y="21770"/>
                    <a:pt x="21011" y="22241"/>
                    <a:pt x="20954" y="22806"/>
                  </a:cubicBezTo>
                  <a:cubicBezTo>
                    <a:pt x="20916" y="23390"/>
                    <a:pt x="21256" y="23937"/>
                    <a:pt x="21821" y="24144"/>
                  </a:cubicBezTo>
                  <a:cubicBezTo>
                    <a:pt x="21746" y="24257"/>
                    <a:pt x="21708" y="24408"/>
                    <a:pt x="21689" y="24559"/>
                  </a:cubicBezTo>
                  <a:cubicBezTo>
                    <a:pt x="21651" y="24992"/>
                    <a:pt x="21859" y="25407"/>
                    <a:pt x="22198" y="25670"/>
                  </a:cubicBezTo>
                  <a:cubicBezTo>
                    <a:pt x="22047" y="25991"/>
                    <a:pt x="22122" y="26349"/>
                    <a:pt x="22367" y="26575"/>
                  </a:cubicBezTo>
                  <a:cubicBezTo>
                    <a:pt x="22273" y="26669"/>
                    <a:pt x="22217" y="26801"/>
                    <a:pt x="22198" y="26933"/>
                  </a:cubicBezTo>
                  <a:cubicBezTo>
                    <a:pt x="22158" y="27361"/>
                    <a:pt x="22482" y="27590"/>
                    <a:pt x="22804" y="27590"/>
                  </a:cubicBezTo>
                  <a:cubicBezTo>
                    <a:pt x="23091" y="27590"/>
                    <a:pt x="23377" y="27409"/>
                    <a:pt x="23404" y="27027"/>
                  </a:cubicBezTo>
                  <a:cubicBezTo>
                    <a:pt x="23404" y="26952"/>
                    <a:pt x="23366" y="26876"/>
                    <a:pt x="23328" y="26801"/>
                  </a:cubicBezTo>
                  <a:cubicBezTo>
                    <a:pt x="23630" y="26669"/>
                    <a:pt x="23837" y="26386"/>
                    <a:pt x="23875" y="26066"/>
                  </a:cubicBezTo>
                  <a:cubicBezTo>
                    <a:pt x="23875" y="25934"/>
                    <a:pt x="23856" y="25821"/>
                    <a:pt x="23818" y="25689"/>
                  </a:cubicBezTo>
                  <a:cubicBezTo>
                    <a:pt x="24252" y="25369"/>
                    <a:pt x="24421" y="24804"/>
                    <a:pt x="24252" y="24276"/>
                  </a:cubicBezTo>
                  <a:cubicBezTo>
                    <a:pt x="24779" y="23767"/>
                    <a:pt x="24760" y="22919"/>
                    <a:pt x="24195" y="22430"/>
                  </a:cubicBezTo>
                  <a:cubicBezTo>
                    <a:pt x="24610" y="22053"/>
                    <a:pt x="24704" y="21412"/>
                    <a:pt x="24402" y="20941"/>
                  </a:cubicBezTo>
                  <a:cubicBezTo>
                    <a:pt x="25344" y="20828"/>
                    <a:pt x="25834" y="19773"/>
                    <a:pt x="25307" y="18981"/>
                  </a:cubicBezTo>
                  <a:cubicBezTo>
                    <a:pt x="26192" y="18360"/>
                    <a:pt x="26192" y="17059"/>
                    <a:pt x="25307" y="16438"/>
                  </a:cubicBezTo>
                  <a:cubicBezTo>
                    <a:pt x="25401" y="16362"/>
                    <a:pt x="25476" y="16268"/>
                    <a:pt x="25552" y="16155"/>
                  </a:cubicBezTo>
                  <a:cubicBezTo>
                    <a:pt x="27191" y="16023"/>
                    <a:pt x="27323" y="13687"/>
                    <a:pt x="25702" y="13366"/>
                  </a:cubicBezTo>
                  <a:lnTo>
                    <a:pt x="25702" y="13347"/>
                  </a:lnTo>
                  <a:cubicBezTo>
                    <a:pt x="26569" y="13008"/>
                    <a:pt x="27172" y="12217"/>
                    <a:pt x="27248" y="11294"/>
                  </a:cubicBezTo>
                  <a:cubicBezTo>
                    <a:pt x="27285" y="10747"/>
                    <a:pt x="27135" y="10220"/>
                    <a:pt x="26833" y="9767"/>
                  </a:cubicBezTo>
                  <a:lnTo>
                    <a:pt x="26833" y="9730"/>
                  </a:lnTo>
                  <a:cubicBezTo>
                    <a:pt x="26871" y="9221"/>
                    <a:pt x="26550" y="8731"/>
                    <a:pt x="26060" y="8561"/>
                  </a:cubicBezTo>
                  <a:cubicBezTo>
                    <a:pt x="26155" y="8429"/>
                    <a:pt x="26230" y="8298"/>
                    <a:pt x="26230" y="8147"/>
                  </a:cubicBezTo>
                  <a:cubicBezTo>
                    <a:pt x="26291" y="7614"/>
                    <a:pt x="25861" y="7260"/>
                    <a:pt x="25426" y="7260"/>
                  </a:cubicBezTo>
                  <a:cubicBezTo>
                    <a:pt x="25184" y="7260"/>
                    <a:pt x="24941" y="7370"/>
                    <a:pt x="24779" y="7619"/>
                  </a:cubicBezTo>
                  <a:cubicBezTo>
                    <a:pt x="25280" y="6618"/>
                    <a:pt x="24445" y="5718"/>
                    <a:pt x="23582" y="5718"/>
                  </a:cubicBezTo>
                  <a:cubicBezTo>
                    <a:pt x="23210" y="5718"/>
                    <a:pt x="22833" y="5885"/>
                    <a:pt x="22556" y="6281"/>
                  </a:cubicBezTo>
                  <a:cubicBezTo>
                    <a:pt x="22499" y="6150"/>
                    <a:pt x="22424" y="6036"/>
                    <a:pt x="22330" y="5923"/>
                  </a:cubicBezTo>
                  <a:cubicBezTo>
                    <a:pt x="23385" y="5641"/>
                    <a:pt x="23912" y="4473"/>
                    <a:pt x="23423" y="3493"/>
                  </a:cubicBezTo>
                  <a:cubicBezTo>
                    <a:pt x="23120" y="2863"/>
                    <a:pt x="22490" y="2506"/>
                    <a:pt x="21849" y="2506"/>
                  </a:cubicBezTo>
                  <a:cubicBezTo>
                    <a:pt x="21492" y="2506"/>
                    <a:pt x="21132" y="2616"/>
                    <a:pt x="20822" y="2852"/>
                  </a:cubicBezTo>
                  <a:cubicBezTo>
                    <a:pt x="20596" y="2551"/>
                    <a:pt x="20257" y="2343"/>
                    <a:pt x="19899" y="2268"/>
                  </a:cubicBezTo>
                  <a:cubicBezTo>
                    <a:pt x="19618" y="1681"/>
                    <a:pt x="19076" y="1401"/>
                    <a:pt x="18536" y="1401"/>
                  </a:cubicBezTo>
                  <a:cubicBezTo>
                    <a:pt x="17881" y="1401"/>
                    <a:pt x="17229" y="1813"/>
                    <a:pt x="17054" y="2588"/>
                  </a:cubicBezTo>
                  <a:cubicBezTo>
                    <a:pt x="16884" y="2343"/>
                    <a:pt x="16639" y="2155"/>
                    <a:pt x="16356" y="2042"/>
                  </a:cubicBezTo>
                  <a:cubicBezTo>
                    <a:pt x="16583" y="1835"/>
                    <a:pt x="16714" y="1571"/>
                    <a:pt x="16733" y="1288"/>
                  </a:cubicBezTo>
                  <a:cubicBezTo>
                    <a:pt x="16809" y="558"/>
                    <a:pt x="16235" y="0"/>
                    <a:pt x="155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1"/>
            <p:cNvSpPr/>
            <p:nvPr/>
          </p:nvSpPr>
          <p:spPr>
            <a:xfrm>
              <a:off x="10485062" y="1322132"/>
              <a:ext cx="58166" cy="49412"/>
            </a:xfrm>
            <a:custGeom>
              <a:avLst/>
              <a:gdLst/>
              <a:ahLst/>
              <a:cxnLst/>
              <a:rect l="l" t="t" r="r" b="b"/>
              <a:pathLst>
                <a:path w="1814" h="1541" extrusionOk="0">
                  <a:moveTo>
                    <a:pt x="1009" y="1"/>
                  </a:moveTo>
                  <a:cubicBezTo>
                    <a:pt x="356" y="1"/>
                    <a:pt x="1" y="756"/>
                    <a:pt x="420" y="1266"/>
                  </a:cubicBezTo>
                  <a:cubicBezTo>
                    <a:pt x="582" y="1455"/>
                    <a:pt x="795" y="1540"/>
                    <a:pt x="1004" y="1540"/>
                  </a:cubicBezTo>
                  <a:cubicBezTo>
                    <a:pt x="1378" y="1540"/>
                    <a:pt x="1740" y="1268"/>
                    <a:pt x="1776" y="833"/>
                  </a:cubicBezTo>
                  <a:cubicBezTo>
                    <a:pt x="1814" y="418"/>
                    <a:pt x="1494" y="41"/>
                    <a:pt x="1079" y="3"/>
                  </a:cubicBezTo>
                  <a:cubicBezTo>
                    <a:pt x="1055" y="2"/>
                    <a:pt x="1032" y="1"/>
                    <a:pt x="10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1"/>
            <p:cNvSpPr/>
            <p:nvPr/>
          </p:nvSpPr>
          <p:spPr>
            <a:xfrm>
              <a:off x="10093580" y="1000712"/>
              <a:ext cx="58743" cy="49540"/>
            </a:xfrm>
            <a:custGeom>
              <a:avLst/>
              <a:gdLst/>
              <a:ahLst/>
              <a:cxnLst/>
              <a:rect l="l" t="t" r="r" b="b"/>
              <a:pathLst>
                <a:path w="1832" h="1545" extrusionOk="0">
                  <a:moveTo>
                    <a:pt x="1011" y="0"/>
                  </a:moveTo>
                  <a:cubicBezTo>
                    <a:pt x="373" y="0"/>
                    <a:pt x="0" y="774"/>
                    <a:pt x="437" y="1266"/>
                  </a:cubicBezTo>
                  <a:cubicBezTo>
                    <a:pt x="595" y="1457"/>
                    <a:pt x="809" y="1544"/>
                    <a:pt x="1021" y="1544"/>
                  </a:cubicBezTo>
                  <a:cubicBezTo>
                    <a:pt x="1393" y="1544"/>
                    <a:pt x="1758" y="1276"/>
                    <a:pt x="1794" y="832"/>
                  </a:cubicBezTo>
                  <a:cubicBezTo>
                    <a:pt x="1832" y="418"/>
                    <a:pt x="1511" y="41"/>
                    <a:pt x="1078" y="3"/>
                  </a:cubicBezTo>
                  <a:cubicBezTo>
                    <a:pt x="1055" y="1"/>
                    <a:pt x="1033" y="0"/>
                    <a:pt x="10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1"/>
            <p:cNvSpPr/>
            <p:nvPr/>
          </p:nvSpPr>
          <p:spPr>
            <a:xfrm>
              <a:off x="10198529" y="973553"/>
              <a:ext cx="40819" cy="35079"/>
            </a:xfrm>
            <a:custGeom>
              <a:avLst/>
              <a:gdLst/>
              <a:ahLst/>
              <a:cxnLst/>
              <a:rect l="l" t="t" r="r" b="b"/>
              <a:pathLst>
                <a:path w="1273" h="1094" extrusionOk="0">
                  <a:moveTo>
                    <a:pt x="700" y="0"/>
                  </a:moveTo>
                  <a:cubicBezTo>
                    <a:pt x="256" y="0"/>
                    <a:pt x="0" y="542"/>
                    <a:pt x="292" y="907"/>
                  </a:cubicBezTo>
                  <a:cubicBezTo>
                    <a:pt x="407" y="1035"/>
                    <a:pt x="556" y="1093"/>
                    <a:pt x="702" y="1093"/>
                  </a:cubicBezTo>
                  <a:cubicBezTo>
                    <a:pt x="964" y="1093"/>
                    <a:pt x="1217" y="907"/>
                    <a:pt x="1253" y="605"/>
                  </a:cubicBezTo>
                  <a:cubicBezTo>
                    <a:pt x="1272" y="304"/>
                    <a:pt x="1046" y="40"/>
                    <a:pt x="744" y="2"/>
                  </a:cubicBezTo>
                  <a:cubicBezTo>
                    <a:pt x="729" y="1"/>
                    <a:pt x="715" y="0"/>
                    <a:pt x="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1"/>
            <p:cNvSpPr/>
            <p:nvPr/>
          </p:nvSpPr>
          <p:spPr>
            <a:xfrm>
              <a:off x="10165310" y="979582"/>
              <a:ext cx="31135" cy="25973"/>
            </a:xfrm>
            <a:custGeom>
              <a:avLst/>
              <a:gdLst/>
              <a:ahLst/>
              <a:cxnLst/>
              <a:rect l="l" t="t" r="r" b="b"/>
              <a:pathLst>
                <a:path w="971" h="810" extrusionOk="0">
                  <a:moveTo>
                    <a:pt x="529" y="0"/>
                  </a:moveTo>
                  <a:cubicBezTo>
                    <a:pt x="198" y="0"/>
                    <a:pt x="1" y="392"/>
                    <a:pt x="235" y="662"/>
                  </a:cubicBezTo>
                  <a:cubicBezTo>
                    <a:pt x="317" y="764"/>
                    <a:pt x="427" y="809"/>
                    <a:pt x="537" y="809"/>
                  </a:cubicBezTo>
                  <a:cubicBezTo>
                    <a:pt x="731" y="809"/>
                    <a:pt x="920" y="665"/>
                    <a:pt x="933" y="436"/>
                  </a:cubicBezTo>
                  <a:cubicBezTo>
                    <a:pt x="970" y="210"/>
                    <a:pt x="801" y="22"/>
                    <a:pt x="575" y="3"/>
                  </a:cubicBezTo>
                  <a:cubicBezTo>
                    <a:pt x="559" y="1"/>
                    <a:pt x="544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1"/>
            <p:cNvSpPr/>
            <p:nvPr/>
          </p:nvSpPr>
          <p:spPr>
            <a:xfrm>
              <a:off x="10148379" y="937897"/>
              <a:ext cx="34149" cy="29339"/>
            </a:xfrm>
            <a:custGeom>
              <a:avLst/>
              <a:gdLst/>
              <a:ahLst/>
              <a:cxnLst/>
              <a:rect l="l" t="t" r="r" b="b"/>
              <a:pathLst>
                <a:path w="1065" h="915" extrusionOk="0">
                  <a:moveTo>
                    <a:pt x="585" y="0"/>
                  </a:moveTo>
                  <a:cubicBezTo>
                    <a:pt x="200" y="0"/>
                    <a:pt x="0" y="448"/>
                    <a:pt x="236" y="756"/>
                  </a:cubicBezTo>
                  <a:cubicBezTo>
                    <a:pt x="331" y="865"/>
                    <a:pt x="458" y="915"/>
                    <a:pt x="583" y="915"/>
                  </a:cubicBezTo>
                  <a:cubicBezTo>
                    <a:pt x="805" y="915"/>
                    <a:pt x="1022" y="758"/>
                    <a:pt x="1046" y="492"/>
                  </a:cubicBezTo>
                  <a:cubicBezTo>
                    <a:pt x="1065" y="248"/>
                    <a:pt x="876" y="21"/>
                    <a:pt x="631" y="3"/>
                  </a:cubicBezTo>
                  <a:cubicBezTo>
                    <a:pt x="616" y="1"/>
                    <a:pt x="600" y="0"/>
                    <a:pt x="5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1"/>
            <p:cNvSpPr/>
            <p:nvPr/>
          </p:nvSpPr>
          <p:spPr>
            <a:xfrm>
              <a:off x="10216934" y="911604"/>
              <a:ext cx="35945" cy="30622"/>
            </a:xfrm>
            <a:custGeom>
              <a:avLst/>
              <a:gdLst/>
              <a:ahLst/>
              <a:cxnLst/>
              <a:rect l="l" t="t" r="r" b="b"/>
              <a:pathLst>
                <a:path w="1121" h="955" extrusionOk="0">
                  <a:moveTo>
                    <a:pt x="612" y="1"/>
                  </a:moveTo>
                  <a:cubicBezTo>
                    <a:pt x="512" y="1"/>
                    <a:pt x="410" y="33"/>
                    <a:pt x="321" y="107"/>
                  </a:cubicBezTo>
                  <a:cubicBezTo>
                    <a:pt x="1" y="389"/>
                    <a:pt x="170" y="917"/>
                    <a:pt x="585" y="954"/>
                  </a:cubicBezTo>
                  <a:cubicBezTo>
                    <a:pt x="679" y="954"/>
                    <a:pt x="773" y="936"/>
                    <a:pt x="868" y="879"/>
                  </a:cubicBezTo>
                  <a:lnTo>
                    <a:pt x="623" y="483"/>
                  </a:lnTo>
                  <a:lnTo>
                    <a:pt x="1094" y="521"/>
                  </a:lnTo>
                  <a:cubicBezTo>
                    <a:pt x="1121" y="222"/>
                    <a:pt x="873" y="1"/>
                    <a:pt x="612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1"/>
            <p:cNvSpPr/>
            <p:nvPr/>
          </p:nvSpPr>
          <p:spPr>
            <a:xfrm>
              <a:off x="10100218" y="939084"/>
              <a:ext cx="52106" cy="44282"/>
            </a:xfrm>
            <a:custGeom>
              <a:avLst/>
              <a:gdLst/>
              <a:ahLst/>
              <a:cxnLst/>
              <a:rect l="l" t="t" r="r" b="b"/>
              <a:pathLst>
                <a:path w="1625" h="1381" extrusionOk="0">
                  <a:moveTo>
                    <a:pt x="896" y="0"/>
                  </a:moveTo>
                  <a:cubicBezTo>
                    <a:pt x="318" y="0"/>
                    <a:pt x="0" y="680"/>
                    <a:pt x="381" y="1134"/>
                  </a:cubicBezTo>
                  <a:cubicBezTo>
                    <a:pt x="524" y="1304"/>
                    <a:pt x="717" y="1381"/>
                    <a:pt x="906" y="1381"/>
                  </a:cubicBezTo>
                  <a:cubicBezTo>
                    <a:pt x="1239" y="1381"/>
                    <a:pt x="1563" y="1142"/>
                    <a:pt x="1587" y="757"/>
                  </a:cubicBezTo>
                  <a:cubicBezTo>
                    <a:pt x="1625" y="361"/>
                    <a:pt x="1342" y="22"/>
                    <a:pt x="965" y="3"/>
                  </a:cubicBezTo>
                  <a:cubicBezTo>
                    <a:pt x="942" y="1"/>
                    <a:pt x="919" y="0"/>
                    <a:pt x="8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1"/>
            <p:cNvSpPr/>
            <p:nvPr/>
          </p:nvSpPr>
          <p:spPr>
            <a:xfrm>
              <a:off x="10056128" y="980159"/>
              <a:ext cx="53901" cy="45051"/>
            </a:xfrm>
            <a:custGeom>
              <a:avLst/>
              <a:gdLst/>
              <a:ahLst/>
              <a:cxnLst/>
              <a:rect l="l" t="t" r="r" b="b"/>
              <a:pathLst>
                <a:path w="1681" h="1405" extrusionOk="0">
                  <a:moveTo>
                    <a:pt x="916" y="0"/>
                  </a:moveTo>
                  <a:cubicBezTo>
                    <a:pt x="335" y="0"/>
                    <a:pt x="0" y="699"/>
                    <a:pt x="399" y="1153"/>
                  </a:cubicBezTo>
                  <a:cubicBezTo>
                    <a:pt x="545" y="1326"/>
                    <a:pt x="743" y="1405"/>
                    <a:pt x="939" y="1405"/>
                  </a:cubicBezTo>
                  <a:cubicBezTo>
                    <a:pt x="1277" y="1405"/>
                    <a:pt x="1607" y="1170"/>
                    <a:pt x="1643" y="776"/>
                  </a:cubicBezTo>
                  <a:cubicBezTo>
                    <a:pt x="1681" y="380"/>
                    <a:pt x="1379" y="22"/>
                    <a:pt x="984" y="4"/>
                  </a:cubicBezTo>
                  <a:cubicBezTo>
                    <a:pt x="961" y="1"/>
                    <a:pt x="938" y="0"/>
                    <a:pt x="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1"/>
            <p:cNvSpPr/>
            <p:nvPr/>
          </p:nvSpPr>
          <p:spPr>
            <a:xfrm>
              <a:off x="10032528" y="1019406"/>
              <a:ext cx="42454" cy="35977"/>
            </a:xfrm>
            <a:custGeom>
              <a:avLst/>
              <a:gdLst/>
              <a:ahLst/>
              <a:cxnLst/>
              <a:rect l="l" t="t" r="r" b="b"/>
              <a:pathLst>
                <a:path w="1324" h="1122" extrusionOk="0">
                  <a:moveTo>
                    <a:pt x="712" y="0"/>
                  </a:moveTo>
                  <a:cubicBezTo>
                    <a:pt x="261" y="0"/>
                    <a:pt x="1" y="550"/>
                    <a:pt x="306" y="928"/>
                  </a:cubicBezTo>
                  <a:cubicBezTo>
                    <a:pt x="420" y="1061"/>
                    <a:pt x="572" y="1122"/>
                    <a:pt x="723" y="1122"/>
                  </a:cubicBezTo>
                  <a:cubicBezTo>
                    <a:pt x="997" y="1122"/>
                    <a:pt x="1269" y="923"/>
                    <a:pt x="1305" y="607"/>
                  </a:cubicBezTo>
                  <a:cubicBezTo>
                    <a:pt x="1324" y="287"/>
                    <a:pt x="1098" y="23"/>
                    <a:pt x="777" y="4"/>
                  </a:cubicBezTo>
                  <a:cubicBezTo>
                    <a:pt x="755" y="2"/>
                    <a:pt x="733" y="0"/>
                    <a:pt x="7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1"/>
            <p:cNvSpPr/>
            <p:nvPr/>
          </p:nvSpPr>
          <p:spPr>
            <a:xfrm>
              <a:off x="10230113" y="898008"/>
              <a:ext cx="56338" cy="47937"/>
            </a:xfrm>
            <a:custGeom>
              <a:avLst/>
              <a:gdLst/>
              <a:ahLst/>
              <a:cxnLst/>
              <a:rect l="l" t="t" r="r" b="b"/>
              <a:pathLst>
                <a:path w="1757" h="1495" extrusionOk="0">
                  <a:moveTo>
                    <a:pt x="973" y="0"/>
                  </a:moveTo>
                  <a:cubicBezTo>
                    <a:pt x="355" y="0"/>
                    <a:pt x="0" y="737"/>
                    <a:pt x="400" y="1228"/>
                  </a:cubicBezTo>
                  <a:cubicBezTo>
                    <a:pt x="557" y="1411"/>
                    <a:pt x="765" y="1494"/>
                    <a:pt x="969" y="1494"/>
                  </a:cubicBezTo>
                  <a:cubicBezTo>
                    <a:pt x="1331" y="1494"/>
                    <a:pt x="1683" y="1235"/>
                    <a:pt x="1719" y="813"/>
                  </a:cubicBezTo>
                  <a:cubicBezTo>
                    <a:pt x="1757" y="399"/>
                    <a:pt x="1455" y="41"/>
                    <a:pt x="1041" y="3"/>
                  </a:cubicBezTo>
                  <a:cubicBezTo>
                    <a:pt x="1018" y="1"/>
                    <a:pt x="995" y="0"/>
                    <a:pt x="9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1"/>
            <p:cNvSpPr/>
            <p:nvPr/>
          </p:nvSpPr>
          <p:spPr>
            <a:xfrm>
              <a:off x="10206673" y="906217"/>
              <a:ext cx="59962" cy="45180"/>
            </a:xfrm>
            <a:custGeom>
              <a:avLst/>
              <a:gdLst/>
              <a:ahLst/>
              <a:cxnLst/>
              <a:rect l="l" t="t" r="r" b="b"/>
              <a:pathLst>
                <a:path w="1870" h="1409" extrusionOk="0">
                  <a:moveTo>
                    <a:pt x="926" y="1"/>
                  </a:moveTo>
                  <a:cubicBezTo>
                    <a:pt x="766" y="1"/>
                    <a:pt x="604" y="54"/>
                    <a:pt x="472" y="161"/>
                  </a:cubicBezTo>
                  <a:cubicBezTo>
                    <a:pt x="1" y="576"/>
                    <a:pt x="245" y="1349"/>
                    <a:pt x="867" y="1405"/>
                  </a:cubicBezTo>
                  <a:cubicBezTo>
                    <a:pt x="890" y="1407"/>
                    <a:pt x="913" y="1408"/>
                    <a:pt x="935" y="1408"/>
                  </a:cubicBezTo>
                  <a:cubicBezTo>
                    <a:pt x="1517" y="1408"/>
                    <a:pt x="1870" y="710"/>
                    <a:pt x="1470" y="256"/>
                  </a:cubicBezTo>
                  <a:cubicBezTo>
                    <a:pt x="1333" y="87"/>
                    <a:pt x="1131" y="1"/>
                    <a:pt x="9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1"/>
            <p:cNvSpPr/>
            <p:nvPr/>
          </p:nvSpPr>
          <p:spPr>
            <a:xfrm>
              <a:off x="10240406" y="995871"/>
              <a:ext cx="61148" cy="51593"/>
            </a:xfrm>
            <a:custGeom>
              <a:avLst/>
              <a:gdLst/>
              <a:ahLst/>
              <a:cxnLst/>
              <a:rect l="l" t="t" r="r" b="b"/>
              <a:pathLst>
                <a:path w="1907" h="1609" extrusionOk="0">
                  <a:moveTo>
                    <a:pt x="1065" y="1"/>
                  </a:moveTo>
                  <a:cubicBezTo>
                    <a:pt x="391" y="1"/>
                    <a:pt x="0" y="794"/>
                    <a:pt x="456" y="1322"/>
                  </a:cubicBezTo>
                  <a:cubicBezTo>
                    <a:pt x="619" y="1519"/>
                    <a:pt x="841" y="1609"/>
                    <a:pt x="1061" y="1609"/>
                  </a:cubicBezTo>
                  <a:cubicBezTo>
                    <a:pt x="1450" y="1609"/>
                    <a:pt x="1833" y="1328"/>
                    <a:pt x="1869" y="870"/>
                  </a:cubicBezTo>
                  <a:cubicBezTo>
                    <a:pt x="1907" y="437"/>
                    <a:pt x="1568" y="41"/>
                    <a:pt x="1134" y="3"/>
                  </a:cubicBezTo>
                  <a:cubicBezTo>
                    <a:pt x="1111" y="2"/>
                    <a:pt x="1088" y="1"/>
                    <a:pt x="10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1"/>
            <p:cNvSpPr/>
            <p:nvPr/>
          </p:nvSpPr>
          <p:spPr>
            <a:xfrm>
              <a:off x="10190705" y="1042429"/>
              <a:ext cx="49220" cy="41204"/>
            </a:xfrm>
            <a:custGeom>
              <a:avLst/>
              <a:gdLst/>
              <a:ahLst/>
              <a:cxnLst/>
              <a:rect l="l" t="t" r="r" b="b"/>
              <a:pathLst>
                <a:path w="1535" h="1285" extrusionOk="0">
                  <a:moveTo>
                    <a:pt x="867" y="1"/>
                  </a:moveTo>
                  <a:cubicBezTo>
                    <a:pt x="329" y="1"/>
                    <a:pt x="0" y="636"/>
                    <a:pt x="367" y="1058"/>
                  </a:cubicBezTo>
                  <a:cubicBezTo>
                    <a:pt x="502" y="1214"/>
                    <a:pt x="682" y="1284"/>
                    <a:pt x="858" y="1284"/>
                  </a:cubicBezTo>
                  <a:cubicBezTo>
                    <a:pt x="1171" y="1284"/>
                    <a:pt x="1473" y="1061"/>
                    <a:pt x="1497" y="699"/>
                  </a:cubicBezTo>
                  <a:cubicBezTo>
                    <a:pt x="1535" y="341"/>
                    <a:pt x="1271" y="40"/>
                    <a:pt x="913" y="2"/>
                  </a:cubicBezTo>
                  <a:cubicBezTo>
                    <a:pt x="898" y="1"/>
                    <a:pt x="882" y="1"/>
                    <a:pt x="8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1"/>
            <p:cNvSpPr/>
            <p:nvPr/>
          </p:nvSpPr>
          <p:spPr>
            <a:xfrm>
              <a:off x="10152131" y="1059872"/>
              <a:ext cx="38863" cy="33380"/>
            </a:xfrm>
            <a:custGeom>
              <a:avLst/>
              <a:gdLst/>
              <a:ahLst/>
              <a:cxnLst/>
              <a:rect l="l" t="t" r="r" b="b"/>
              <a:pathLst>
                <a:path w="1212" h="1041" extrusionOk="0">
                  <a:moveTo>
                    <a:pt x="655" y="1"/>
                  </a:moveTo>
                  <a:cubicBezTo>
                    <a:pt x="226" y="1"/>
                    <a:pt x="1" y="512"/>
                    <a:pt x="269" y="853"/>
                  </a:cubicBezTo>
                  <a:cubicBezTo>
                    <a:pt x="378" y="982"/>
                    <a:pt x="524" y="1040"/>
                    <a:pt x="668" y="1040"/>
                  </a:cubicBezTo>
                  <a:cubicBezTo>
                    <a:pt x="922" y="1040"/>
                    <a:pt x="1169" y="859"/>
                    <a:pt x="1193" y="570"/>
                  </a:cubicBezTo>
                  <a:cubicBezTo>
                    <a:pt x="1212" y="269"/>
                    <a:pt x="1004" y="24"/>
                    <a:pt x="722" y="5"/>
                  </a:cubicBezTo>
                  <a:cubicBezTo>
                    <a:pt x="699" y="2"/>
                    <a:pt x="677" y="1"/>
                    <a:pt x="6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1"/>
            <p:cNvSpPr/>
            <p:nvPr/>
          </p:nvSpPr>
          <p:spPr>
            <a:xfrm>
              <a:off x="10159153" y="1020208"/>
              <a:ext cx="29436" cy="27800"/>
            </a:xfrm>
            <a:custGeom>
              <a:avLst/>
              <a:gdLst/>
              <a:ahLst/>
              <a:cxnLst/>
              <a:rect l="l" t="t" r="r" b="b"/>
              <a:pathLst>
                <a:path w="918" h="867" extrusionOk="0">
                  <a:moveTo>
                    <a:pt x="469" y="1"/>
                  </a:moveTo>
                  <a:cubicBezTo>
                    <a:pt x="276" y="1"/>
                    <a:pt x="86" y="121"/>
                    <a:pt x="50" y="375"/>
                  </a:cubicBezTo>
                  <a:cubicBezTo>
                    <a:pt x="0" y="695"/>
                    <a:pt x="243" y="867"/>
                    <a:pt x="484" y="867"/>
                  </a:cubicBezTo>
                  <a:cubicBezTo>
                    <a:pt x="697" y="867"/>
                    <a:pt x="908" y="733"/>
                    <a:pt x="917" y="450"/>
                  </a:cubicBezTo>
                  <a:cubicBezTo>
                    <a:pt x="917" y="158"/>
                    <a:pt x="691" y="1"/>
                    <a:pt x="4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1"/>
            <p:cNvSpPr/>
            <p:nvPr/>
          </p:nvSpPr>
          <p:spPr>
            <a:xfrm>
              <a:off x="9999758" y="1033964"/>
              <a:ext cx="31744" cy="26582"/>
            </a:xfrm>
            <a:custGeom>
              <a:avLst/>
              <a:gdLst/>
              <a:ahLst/>
              <a:cxnLst/>
              <a:rect l="l" t="t" r="r" b="b"/>
              <a:pathLst>
                <a:path w="990" h="829" extrusionOk="0">
                  <a:moveTo>
                    <a:pt x="548" y="0"/>
                  </a:moveTo>
                  <a:cubicBezTo>
                    <a:pt x="199" y="0"/>
                    <a:pt x="1" y="410"/>
                    <a:pt x="235" y="681"/>
                  </a:cubicBezTo>
                  <a:cubicBezTo>
                    <a:pt x="317" y="783"/>
                    <a:pt x="430" y="828"/>
                    <a:pt x="543" y="828"/>
                  </a:cubicBezTo>
                  <a:cubicBezTo>
                    <a:pt x="744" y="828"/>
                    <a:pt x="946" y="684"/>
                    <a:pt x="970" y="455"/>
                  </a:cubicBezTo>
                  <a:cubicBezTo>
                    <a:pt x="989" y="229"/>
                    <a:pt x="820" y="21"/>
                    <a:pt x="593" y="3"/>
                  </a:cubicBezTo>
                  <a:cubicBezTo>
                    <a:pt x="578" y="1"/>
                    <a:pt x="563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1"/>
            <p:cNvSpPr/>
            <p:nvPr/>
          </p:nvSpPr>
          <p:spPr>
            <a:xfrm>
              <a:off x="9924822" y="1035182"/>
              <a:ext cx="45661" cy="38702"/>
            </a:xfrm>
            <a:custGeom>
              <a:avLst/>
              <a:gdLst/>
              <a:ahLst/>
              <a:cxnLst/>
              <a:rect l="l" t="t" r="r" b="b"/>
              <a:pathLst>
                <a:path w="1424" h="1207" extrusionOk="0">
                  <a:moveTo>
                    <a:pt x="793" y="1"/>
                  </a:moveTo>
                  <a:cubicBezTo>
                    <a:pt x="293" y="1"/>
                    <a:pt x="1" y="598"/>
                    <a:pt x="330" y="1001"/>
                  </a:cubicBezTo>
                  <a:cubicBezTo>
                    <a:pt x="452" y="1143"/>
                    <a:pt x="617" y="1207"/>
                    <a:pt x="780" y="1207"/>
                  </a:cubicBezTo>
                  <a:cubicBezTo>
                    <a:pt x="1073" y="1207"/>
                    <a:pt x="1361" y="1000"/>
                    <a:pt x="1385" y="662"/>
                  </a:cubicBezTo>
                  <a:cubicBezTo>
                    <a:pt x="1423" y="323"/>
                    <a:pt x="1178" y="40"/>
                    <a:pt x="839" y="2"/>
                  </a:cubicBezTo>
                  <a:cubicBezTo>
                    <a:pt x="824" y="1"/>
                    <a:pt x="808" y="1"/>
                    <a:pt x="7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1"/>
            <p:cNvSpPr/>
            <p:nvPr/>
          </p:nvSpPr>
          <p:spPr>
            <a:xfrm>
              <a:off x="10283726" y="953609"/>
              <a:ext cx="33540" cy="28602"/>
            </a:xfrm>
            <a:custGeom>
              <a:avLst/>
              <a:gdLst/>
              <a:ahLst/>
              <a:cxnLst/>
              <a:rect l="l" t="t" r="r" b="b"/>
              <a:pathLst>
                <a:path w="1046" h="892" extrusionOk="0">
                  <a:moveTo>
                    <a:pt x="587" y="0"/>
                  </a:moveTo>
                  <a:cubicBezTo>
                    <a:pt x="218" y="0"/>
                    <a:pt x="1" y="447"/>
                    <a:pt x="254" y="737"/>
                  </a:cubicBezTo>
                  <a:cubicBezTo>
                    <a:pt x="341" y="844"/>
                    <a:pt x="457" y="891"/>
                    <a:pt x="574" y="891"/>
                  </a:cubicBezTo>
                  <a:cubicBezTo>
                    <a:pt x="788" y="891"/>
                    <a:pt x="1002" y="730"/>
                    <a:pt x="1027" y="474"/>
                  </a:cubicBezTo>
                  <a:cubicBezTo>
                    <a:pt x="1046" y="247"/>
                    <a:pt x="857" y="21"/>
                    <a:pt x="631" y="2"/>
                  </a:cubicBezTo>
                  <a:cubicBezTo>
                    <a:pt x="616" y="1"/>
                    <a:pt x="601" y="0"/>
                    <a:pt x="5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1"/>
            <p:cNvSpPr/>
            <p:nvPr/>
          </p:nvSpPr>
          <p:spPr>
            <a:xfrm>
              <a:off x="10302452" y="884733"/>
              <a:ext cx="42614" cy="36362"/>
            </a:xfrm>
            <a:custGeom>
              <a:avLst/>
              <a:gdLst/>
              <a:ahLst/>
              <a:cxnLst/>
              <a:rect l="l" t="t" r="r" b="b"/>
              <a:pathLst>
                <a:path w="1329" h="1134" extrusionOk="0">
                  <a:moveTo>
                    <a:pt x="737" y="1"/>
                  </a:moveTo>
                  <a:cubicBezTo>
                    <a:pt x="274" y="1"/>
                    <a:pt x="1" y="560"/>
                    <a:pt x="311" y="926"/>
                  </a:cubicBezTo>
                  <a:cubicBezTo>
                    <a:pt x="427" y="1069"/>
                    <a:pt x="583" y="1134"/>
                    <a:pt x="737" y="1134"/>
                  </a:cubicBezTo>
                  <a:cubicBezTo>
                    <a:pt x="1006" y="1134"/>
                    <a:pt x="1267" y="936"/>
                    <a:pt x="1291" y="624"/>
                  </a:cubicBezTo>
                  <a:cubicBezTo>
                    <a:pt x="1329" y="304"/>
                    <a:pt x="1102" y="40"/>
                    <a:pt x="782" y="2"/>
                  </a:cubicBezTo>
                  <a:cubicBezTo>
                    <a:pt x="767" y="1"/>
                    <a:pt x="752" y="1"/>
                    <a:pt x="7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1"/>
            <p:cNvSpPr/>
            <p:nvPr/>
          </p:nvSpPr>
          <p:spPr>
            <a:xfrm>
              <a:off x="10361515" y="906345"/>
              <a:ext cx="77790" cy="66342"/>
            </a:xfrm>
            <a:custGeom>
              <a:avLst/>
              <a:gdLst/>
              <a:ahLst/>
              <a:cxnLst/>
              <a:rect l="l" t="t" r="r" b="b"/>
              <a:pathLst>
                <a:path w="2426" h="2069" extrusionOk="0">
                  <a:moveTo>
                    <a:pt x="1333" y="1"/>
                  </a:moveTo>
                  <a:cubicBezTo>
                    <a:pt x="480" y="1"/>
                    <a:pt x="1" y="1016"/>
                    <a:pt x="561" y="1703"/>
                  </a:cubicBezTo>
                  <a:cubicBezTo>
                    <a:pt x="778" y="1954"/>
                    <a:pt x="1066" y="2068"/>
                    <a:pt x="1350" y="2068"/>
                  </a:cubicBezTo>
                  <a:cubicBezTo>
                    <a:pt x="1853" y="2068"/>
                    <a:pt x="2340" y="1709"/>
                    <a:pt x="2388" y="1118"/>
                  </a:cubicBezTo>
                  <a:cubicBezTo>
                    <a:pt x="2426" y="553"/>
                    <a:pt x="2011" y="44"/>
                    <a:pt x="1446" y="7"/>
                  </a:cubicBezTo>
                  <a:cubicBezTo>
                    <a:pt x="1408" y="3"/>
                    <a:pt x="1370" y="1"/>
                    <a:pt x="13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1"/>
            <p:cNvSpPr/>
            <p:nvPr/>
          </p:nvSpPr>
          <p:spPr>
            <a:xfrm>
              <a:off x="10316079" y="984936"/>
              <a:ext cx="65829" cy="55921"/>
            </a:xfrm>
            <a:custGeom>
              <a:avLst/>
              <a:gdLst/>
              <a:ahLst/>
              <a:cxnLst/>
              <a:rect l="l" t="t" r="r" b="b"/>
              <a:pathLst>
                <a:path w="2053" h="1744" extrusionOk="0">
                  <a:moveTo>
                    <a:pt x="1134" y="1"/>
                  </a:moveTo>
                  <a:cubicBezTo>
                    <a:pt x="416" y="1"/>
                    <a:pt x="0" y="858"/>
                    <a:pt x="489" y="1437"/>
                  </a:cubicBezTo>
                  <a:cubicBezTo>
                    <a:pt x="665" y="1648"/>
                    <a:pt x="905" y="1743"/>
                    <a:pt x="1143" y="1743"/>
                  </a:cubicBezTo>
                  <a:cubicBezTo>
                    <a:pt x="1565" y="1743"/>
                    <a:pt x="1979" y="1442"/>
                    <a:pt x="2015" y="947"/>
                  </a:cubicBezTo>
                  <a:cubicBezTo>
                    <a:pt x="2053" y="476"/>
                    <a:pt x="1714" y="43"/>
                    <a:pt x="1224" y="5"/>
                  </a:cubicBezTo>
                  <a:cubicBezTo>
                    <a:pt x="1193" y="2"/>
                    <a:pt x="1163" y="1"/>
                    <a:pt x="11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1"/>
            <p:cNvSpPr/>
            <p:nvPr/>
          </p:nvSpPr>
          <p:spPr>
            <a:xfrm>
              <a:off x="10281321" y="1058141"/>
              <a:ext cx="34149" cy="28762"/>
            </a:xfrm>
            <a:custGeom>
              <a:avLst/>
              <a:gdLst/>
              <a:ahLst/>
              <a:cxnLst/>
              <a:rect l="l" t="t" r="r" b="b"/>
              <a:pathLst>
                <a:path w="1065" h="897" extrusionOk="0">
                  <a:moveTo>
                    <a:pt x="586" y="0"/>
                  </a:moveTo>
                  <a:cubicBezTo>
                    <a:pt x="217" y="0"/>
                    <a:pt x="0" y="447"/>
                    <a:pt x="254" y="737"/>
                  </a:cubicBezTo>
                  <a:cubicBezTo>
                    <a:pt x="343" y="847"/>
                    <a:pt x="467" y="897"/>
                    <a:pt x="591" y="897"/>
                  </a:cubicBezTo>
                  <a:cubicBezTo>
                    <a:pt x="807" y="897"/>
                    <a:pt x="1021" y="744"/>
                    <a:pt x="1045" y="492"/>
                  </a:cubicBezTo>
                  <a:cubicBezTo>
                    <a:pt x="1064" y="228"/>
                    <a:pt x="876" y="21"/>
                    <a:pt x="631" y="2"/>
                  </a:cubicBezTo>
                  <a:cubicBezTo>
                    <a:pt x="616" y="1"/>
                    <a:pt x="601" y="0"/>
                    <a:pt x="5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1"/>
            <p:cNvSpPr/>
            <p:nvPr/>
          </p:nvSpPr>
          <p:spPr>
            <a:xfrm>
              <a:off x="10234025" y="989297"/>
              <a:ext cx="22221" cy="18630"/>
            </a:xfrm>
            <a:custGeom>
              <a:avLst/>
              <a:gdLst/>
              <a:ahLst/>
              <a:cxnLst/>
              <a:rect l="l" t="t" r="r" b="b"/>
              <a:pathLst>
                <a:path w="693" h="581" extrusionOk="0">
                  <a:moveTo>
                    <a:pt x="388" y="0"/>
                  </a:moveTo>
                  <a:cubicBezTo>
                    <a:pt x="155" y="0"/>
                    <a:pt x="1" y="289"/>
                    <a:pt x="165" y="472"/>
                  </a:cubicBezTo>
                  <a:cubicBezTo>
                    <a:pt x="226" y="547"/>
                    <a:pt x="308" y="580"/>
                    <a:pt x="387" y="580"/>
                  </a:cubicBezTo>
                  <a:cubicBezTo>
                    <a:pt x="527" y="580"/>
                    <a:pt x="662" y="478"/>
                    <a:pt x="674" y="321"/>
                  </a:cubicBezTo>
                  <a:cubicBezTo>
                    <a:pt x="693" y="152"/>
                    <a:pt x="580" y="20"/>
                    <a:pt x="410" y="1"/>
                  </a:cubicBezTo>
                  <a:cubicBezTo>
                    <a:pt x="403" y="1"/>
                    <a:pt x="395" y="0"/>
                    <a:pt x="3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1"/>
            <p:cNvSpPr/>
            <p:nvPr/>
          </p:nvSpPr>
          <p:spPr>
            <a:xfrm>
              <a:off x="10626468" y="1153566"/>
              <a:ext cx="50310" cy="42518"/>
            </a:xfrm>
            <a:custGeom>
              <a:avLst/>
              <a:gdLst/>
              <a:ahLst/>
              <a:cxnLst/>
              <a:rect l="l" t="t" r="r" b="b"/>
              <a:pathLst>
                <a:path w="1569" h="1326" extrusionOk="0">
                  <a:moveTo>
                    <a:pt x="859" y="0"/>
                  </a:moveTo>
                  <a:cubicBezTo>
                    <a:pt x="316" y="0"/>
                    <a:pt x="0" y="643"/>
                    <a:pt x="362" y="1077"/>
                  </a:cubicBezTo>
                  <a:cubicBezTo>
                    <a:pt x="499" y="1249"/>
                    <a:pt x="686" y="1325"/>
                    <a:pt x="871" y="1325"/>
                  </a:cubicBezTo>
                  <a:cubicBezTo>
                    <a:pt x="1195" y="1325"/>
                    <a:pt x="1513" y="1091"/>
                    <a:pt x="1549" y="719"/>
                  </a:cubicBezTo>
                  <a:cubicBezTo>
                    <a:pt x="1568" y="343"/>
                    <a:pt x="1304" y="22"/>
                    <a:pt x="928" y="3"/>
                  </a:cubicBezTo>
                  <a:cubicBezTo>
                    <a:pt x="904" y="1"/>
                    <a:pt x="882" y="0"/>
                    <a:pt x="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1"/>
            <p:cNvSpPr/>
            <p:nvPr/>
          </p:nvSpPr>
          <p:spPr>
            <a:xfrm>
              <a:off x="10596840" y="1224238"/>
              <a:ext cx="40049" cy="33925"/>
            </a:xfrm>
            <a:custGeom>
              <a:avLst/>
              <a:gdLst/>
              <a:ahLst/>
              <a:cxnLst/>
              <a:rect l="l" t="t" r="r" b="b"/>
              <a:pathLst>
                <a:path w="1249" h="1058" extrusionOk="0">
                  <a:moveTo>
                    <a:pt x="675" y="0"/>
                  </a:moveTo>
                  <a:cubicBezTo>
                    <a:pt x="243" y="0"/>
                    <a:pt x="0" y="529"/>
                    <a:pt x="288" y="871"/>
                  </a:cubicBezTo>
                  <a:cubicBezTo>
                    <a:pt x="396" y="999"/>
                    <a:pt x="540" y="1057"/>
                    <a:pt x="684" y="1057"/>
                  </a:cubicBezTo>
                  <a:cubicBezTo>
                    <a:pt x="940" y="1057"/>
                    <a:pt x="1193" y="871"/>
                    <a:pt x="1230" y="569"/>
                  </a:cubicBezTo>
                  <a:cubicBezTo>
                    <a:pt x="1249" y="268"/>
                    <a:pt x="1022" y="23"/>
                    <a:pt x="740" y="4"/>
                  </a:cubicBezTo>
                  <a:cubicBezTo>
                    <a:pt x="718" y="1"/>
                    <a:pt x="696" y="0"/>
                    <a:pt x="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1"/>
            <p:cNvSpPr/>
            <p:nvPr/>
          </p:nvSpPr>
          <p:spPr>
            <a:xfrm>
              <a:off x="10549544" y="1214586"/>
              <a:ext cx="25716" cy="21740"/>
            </a:xfrm>
            <a:custGeom>
              <a:avLst/>
              <a:gdLst/>
              <a:ahLst/>
              <a:cxnLst/>
              <a:rect l="l" t="t" r="r" b="b"/>
              <a:pathLst>
                <a:path w="802" h="678" extrusionOk="0">
                  <a:moveTo>
                    <a:pt x="419" y="1"/>
                  </a:moveTo>
                  <a:cubicBezTo>
                    <a:pt x="145" y="1"/>
                    <a:pt x="1" y="335"/>
                    <a:pt x="180" y="550"/>
                  </a:cubicBezTo>
                  <a:cubicBezTo>
                    <a:pt x="255" y="638"/>
                    <a:pt x="351" y="678"/>
                    <a:pt x="446" y="678"/>
                  </a:cubicBezTo>
                  <a:cubicBezTo>
                    <a:pt x="612" y="678"/>
                    <a:pt x="771" y="554"/>
                    <a:pt x="783" y="361"/>
                  </a:cubicBezTo>
                  <a:cubicBezTo>
                    <a:pt x="802" y="173"/>
                    <a:pt x="651" y="3"/>
                    <a:pt x="462" y="3"/>
                  </a:cubicBezTo>
                  <a:cubicBezTo>
                    <a:pt x="448" y="2"/>
                    <a:pt x="433" y="1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1"/>
            <p:cNvSpPr/>
            <p:nvPr/>
          </p:nvSpPr>
          <p:spPr>
            <a:xfrm>
              <a:off x="10554611" y="1173415"/>
              <a:ext cx="38767" cy="35881"/>
            </a:xfrm>
            <a:custGeom>
              <a:avLst/>
              <a:gdLst/>
              <a:ahLst/>
              <a:cxnLst/>
              <a:rect l="l" t="t" r="r" b="b"/>
              <a:pathLst>
                <a:path w="1209" h="1119" extrusionOk="0">
                  <a:moveTo>
                    <a:pt x="591" y="1"/>
                  </a:moveTo>
                  <a:cubicBezTo>
                    <a:pt x="324" y="1"/>
                    <a:pt x="65" y="199"/>
                    <a:pt x="41" y="515"/>
                  </a:cubicBezTo>
                  <a:cubicBezTo>
                    <a:pt x="0" y="865"/>
                    <a:pt x="286" y="1118"/>
                    <a:pt x="591" y="1118"/>
                  </a:cubicBezTo>
                  <a:cubicBezTo>
                    <a:pt x="712" y="1118"/>
                    <a:pt x="837" y="1078"/>
                    <a:pt x="945" y="986"/>
                  </a:cubicBezTo>
                  <a:cubicBezTo>
                    <a:pt x="1171" y="779"/>
                    <a:pt x="1209" y="440"/>
                    <a:pt x="1002" y="195"/>
                  </a:cubicBezTo>
                  <a:cubicBezTo>
                    <a:pt x="888" y="61"/>
                    <a:pt x="738" y="1"/>
                    <a:pt x="5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1"/>
            <p:cNvSpPr/>
            <p:nvPr/>
          </p:nvSpPr>
          <p:spPr>
            <a:xfrm>
              <a:off x="10521936" y="1119129"/>
              <a:ext cx="55152" cy="46911"/>
            </a:xfrm>
            <a:custGeom>
              <a:avLst/>
              <a:gdLst/>
              <a:ahLst/>
              <a:cxnLst/>
              <a:rect l="l" t="t" r="r" b="b"/>
              <a:pathLst>
                <a:path w="1720" h="1463" extrusionOk="0">
                  <a:moveTo>
                    <a:pt x="954" y="0"/>
                  </a:moveTo>
                  <a:cubicBezTo>
                    <a:pt x="354" y="0"/>
                    <a:pt x="0" y="719"/>
                    <a:pt x="400" y="1209"/>
                  </a:cubicBezTo>
                  <a:cubicBezTo>
                    <a:pt x="548" y="1384"/>
                    <a:pt x="746" y="1463"/>
                    <a:pt x="944" y="1463"/>
                  </a:cubicBezTo>
                  <a:cubicBezTo>
                    <a:pt x="1299" y="1463"/>
                    <a:pt x="1652" y="1207"/>
                    <a:pt x="1700" y="795"/>
                  </a:cubicBezTo>
                  <a:cubicBezTo>
                    <a:pt x="1719" y="399"/>
                    <a:pt x="1418" y="41"/>
                    <a:pt x="1022" y="3"/>
                  </a:cubicBezTo>
                  <a:cubicBezTo>
                    <a:pt x="999" y="1"/>
                    <a:pt x="976" y="0"/>
                    <a:pt x="9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1"/>
            <p:cNvSpPr/>
            <p:nvPr/>
          </p:nvSpPr>
          <p:spPr>
            <a:xfrm>
              <a:off x="10486569" y="1161486"/>
              <a:ext cx="27063" cy="22862"/>
            </a:xfrm>
            <a:custGeom>
              <a:avLst/>
              <a:gdLst/>
              <a:ahLst/>
              <a:cxnLst/>
              <a:rect l="l" t="t" r="r" b="b"/>
              <a:pathLst>
                <a:path w="844" h="713" extrusionOk="0">
                  <a:moveTo>
                    <a:pt x="480" y="1"/>
                  </a:moveTo>
                  <a:cubicBezTo>
                    <a:pt x="175" y="1"/>
                    <a:pt x="1" y="347"/>
                    <a:pt x="203" y="585"/>
                  </a:cubicBezTo>
                  <a:cubicBezTo>
                    <a:pt x="277" y="673"/>
                    <a:pt x="375" y="712"/>
                    <a:pt x="471" y="712"/>
                  </a:cubicBezTo>
                  <a:cubicBezTo>
                    <a:pt x="645" y="712"/>
                    <a:pt x="813" y="584"/>
                    <a:pt x="825" y="378"/>
                  </a:cubicBezTo>
                  <a:cubicBezTo>
                    <a:pt x="844" y="190"/>
                    <a:pt x="693" y="20"/>
                    <a:pt x="504" y="1"/>
                  </a:cubicBezTo>
                  <a:cubicBezTo>
                    <a:pt x="496" y="1"/>
                    <a:pt x="488" y="1"/>
                    <a:pt x="480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1"/>
            <p:cNvSpPr/>
            <p:nvPr/>
          </p:nvSpPr>
          <p:spPr>
            <a:xfrm>
              <a:off x="10474801" y="1067151"/>
              <a:ext cx="56370" cy="47969"/>
            </a:xfrm>
            <a:custGeom>
              <a:avLst/>
              <a:gdLst/>
              <a:ahLst/>
              <a:cxnLst/>
              <a:rect l="l" t="t" r="r" b="b"/>
              <a:pathLst>
                <a:path w="1758" h="1496" extrusionOk="0">
                  <a:moveTo>
                    <a:pt x="973" y="1"/>
                  </a:moveTo>
                  <a:cubicBezTo>
                    <a:pt x="355" y="1"/>
                    <a:pt x="1" y="738"/>
                    <a:pt x="419" y="1229"/>
                  </a:cubicBezTo>
                  <a:cubicBezTo>
                    <a:pt x="569" y="1412"/>
                    <a:pt x="775" y="1495"/>
                    <a:pt x="980" y="1495"/>
                  </a:cubicBezTo>
                  <a:cubicBezTo>
                    <a:pt x="1343" y="1495"/>
                    <a:pt x="1702" y="1235"/>
                    <a:pt x="1738" y="814"/>
                  </a:cubicBezTo>
                  <a:cubicBezTo>
                    <a:pt x="1757" y="400"/>
                    <a:pt x="1456" y="23"/>
                    <a:pt x="1041" y="4"/>
                  </a:cubicBezTo>
                  <a:cubicBezTo>
                    <a:pt x="1018" y="2"/>
                    <a:pt x="995" y="1"/>
                    <a:pt x="9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1"/>
            <p:cNvSpPr/>
            <p:nvPr/>
          </p:nvSpPr>
          <p:spPr>
            <a:xfrm>
              <a:off x="10478456" y="1197688"/>
              <a:ext cx="58134" cy="49380"/>
            </a:xfrm>
            <a:custGeom>
              <a:avLst/>
              <a:gdLst/>
              <a:ahLst/>
              <a:cxnLst/>
              <a:rect l="l" t="t" r="r" b="b"/>
              <a:pathLst>
                <a:path w="1813" h="1540" extrusionOk="0">
                  <a:moveTo>
                    <a:pt x="1009" y="0"/>
                  </a:moveTo>
                  <a:cubicBezTo>
                    <a:pt x="372" y="0"/>
                    <a:pt x="0" y="756"/>
                    <a:pt x="437" y="1265"/>
                  </a:cubicBezTo>
                  <a:cubicBezTo>
                    <a:pt x="592" y="1454"/>
                    <a:pt x="801" y="1539"/>
                    <a:pt x="1008" y="1539"/>
                  </a:cubicBezTo>
                  <a:cubicBezTo>
                    <a:pt x="1379" y="1539"/>
                    <a:pt x="1745" y="1267"/>
                    <a:pt x="1794" y="832"/>
                  </a:cubicBezTo>
                  <a:cubicBezTo>
                    <a:pt x="1813" y="417"/>
                    <a:pt x="1511" y="41"/>
                    <a:pt x="1078" y="3"/>
                  </a:cubicBezTo>
                  <a:cubicBezTo>
                    <a:pt x="1055" y="1"/>
                    <a:pt x="1032" y="0"/>
                    <a:pt x="10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1"/>
            <p:cNvSpPr/>
            <p:nvPr/>
          </p:nvSpPr>
          <p:spPr>
            <a:xfrm>
              <a:off x="10505615" y="1132435"/>
              <a:ext cx="64803" cy="55216"/>
            </a:xfrm>
            <a:custGeom>
              <a:avLst/>
              <a:gdLst/>
              <a:ahLst/>
              <a:cxnLst/>
              <a:rect l="l" t="t" r="r" b="b"/>
              <a:pathLst>
                <a:path w="2021" h="1722" extrusionOk="0">
                  <a:moveTo>
                    <a:pt x="1123" y="0"/>
                  </a:moveTo>
                  <a:cubicBezTo>
                    <a:pt x="411" y="0"/>
                    <a:pt x="1" y="850"/>
                    <a:pt x="476" y="1416"/>
                  </a:cubicBezTo>
                  <a:cubicBezTo>
                    <a:pt x="652" y="1626"/>
                    <a:pt x="890" y="1722"/>
                    <a:pt x="1124" y="1722"/>
                  </a:cubicBezTo>
                  <a:cubicBezTo>
                    <a:pt x="1541" y="1722"/>
                    <a:pt x="1947" y="1420"/>
                    <a:pt x="1983" y="926"/>
                  </a:cubicBezTo>
                  <a:cubicBezTo>
                    <a:pt x="2021" y="455"/>
                    <a:pt x="1682" y="41"/>
                    <a:pt x="1192" y="3"/>
                  </a:cubicBezTo>
                  <a:cubicBezTo>
                    <a:pt x="1169" y="1"/>
                    <a:pt x="1146" y="0"/>
                    <a:pt x="1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1"/>
            <p:cNvSpPr/>
            <p:nvPr/>
          </p:nvSpPr>
          <p:spPr>
            <a:xfrm>
              <a:off x="10465919" y="1134808"/>
              <a:ext cx="73685" cy="62302"/>
            </a:xfrm>
            <a:custGeom>
              <a:avLst/>
              <a:gdLst/>
              <a:ahLst/>
              <a:cxnLst/>
              <a:rect l="l" t="t" r="r" b="b"/>
              <a:pathLst>
                <a:path w="2298" h="1943" extrusionOk="0">
                  <a:moveTo>
                    <a:pt x="1282" y="0"/>
                  </a:moveTo>
                  <a:cubicBezTo>
                    <a:pt x="471" y="0"/>
                    <a:pt x="1" y="951"/>
                    <a:pt x="546" y="1587"/>
                  </a:cubicBezTo>
                  <a:cubicBezTo>
                    <a:pt x="743" y="1832"/>
                    <a:pt x="1012" y="1942"/>
                    <a:pt x="1279" y="1942"/>
                  </a:cubicBezTo>
                  <a:cubicBezTo>
                    <a:pt x="1750" y="1942"/>
                    <a:pt x="2212" y="1601"/>
                    <a:pt x="2260" y="1059"/>
                  </a:cubicBezTo>
                  <a:cubicBezTo>
                    <a:pt x="2298" y="513"/>
                    <a:pt x="1902" y="42"/>
                    <a:pt x="1375" y="4"/>
                  </a:cubicBezTo>
                  <a:cubicBezTo>
                    <a:pt x="1343" y="2"/>
                    <a:pt x="1313" y="0"/>
                    <a:pt x="12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1"/>
            <p:cNvSpPr/>
            <p:nvPr/>
          </p:nvSpPr>
          <p:spPr>
            <a:xfrm>
              <a:off x="10576158" y="1266595"/>
              <a:ext cx="43224" cy="36650"/>
            </a:xfrm>
            <a:custGeom>
              <a:avLst/>
              <a:gdLst/>
              <a:ahLst/>
              <a:cxnLst/>
              <a:rect l="l" t="t" r="r" b="b"/>
              <a:pathLst>
                <a:path w="1348" h="1143" extrusionOk="0">
                  <a:moveTo>
                    <a:pt x="754" y="0"/>
                  </a:moveTo>
                  <a:cubicBezTo>
                    <a:pt x="274" y="0"/>
                    <a:pt x="1" y="561"/>
                    <a:pt x="330" y="944"/>
                  </a:cubicBezTo>
                  <a:cubicBezTo>
                    <a:pt x="445" y="1080"/>
                    <a:pt x="603" y="1143"/>
                    <a:pt x="759" y="1143"/>
                  </a:cubicBezTo>
                  <a:cubicBezTo>
                    <a:pt x="1034" y="1143"/>
                    <a:pt x="1304" y="948"/>
                    <a:pt x="1328" y="624"/>
                  </a:cubicBezTo>
                  <a:cubicBezTo>
                    <a:pt x="1347" y="303"/>
                    <a:pt x="1121" y="21"/>
                    <a:pt x="801" y="2"/>
                  </a:cubicBezTo>
                  <a:cubicBezTo>
                    <a:pt x="785" y="1"/>
                    <a:pt x="769" y="0"/>
                    <a:pt x="7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1"/>
            <p:cNvSpPr/>
            <p:nvPr/>
          </p:nvSpPr>
          <p:spPr>
            <a:xfrm>
              <a:off x="10511676" y="1249633"/>
              <a:ext cx="48482" cy="41236"/>
            </a:xfrm>
            <a:custGeom>
              <a:avLst/>
              <a:gdLst/>
              <a:ahLst/>
              <a:cxnLst/>
              <a:rect l="l" t="t" r="r" b="b"/>
              <a:pathLst>
                <a:path w="1512" h="1286" extrusionOk="0">
                  <a:moveTo>
                    <a:pt x="843" y="0"/>
                  </a:moveTo>
                  <a:cubicBezTo>
                    <a:pt x="316" y="0"/>
                    <a:pt x="0" y="642"/>
                    <a:pt x="362" y="1059"/>
                  </a:cubicBezTo>
                  <a:cubicBezTo>
                    <a:pt x="491" y="1215"/>
                    <a:pt x="666" y="1285"/>
                    <a:pt x="841" y="1285"/>
                  </a:cubicBezTo>
                  <a:cubicBezTo>
                    <a:pt x="1150" y="1285"/>
                    <a:pt x="1457" y="1062"/>
                    <a:pt x="1493" y="701"/>
                  </a:cubicBezTo>
                  <a:cubicBezTo>
                    <a:pt x="1512" y="343"/>
                    <a:pt x="1248" y="41"/>
                    <a:pt x="909" y="3"/>
                  </a:cubicBezTo>
                  <a:cubicBezTo>
                    <a:pt x="886" y="1"/>
                    <a:pt x="864" y="0"/>
                    <a:pt x="8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1"/>
            <p:cNvSpPr/>
            <p:nvPr/>
          </p:nvSpPr>
          <p:spPr>
            <a:xfrm>
              <a:off x="10457582" y="1238827"/>
              <a:ext cx="35496" cy="30366"/>
            </a:xfrm>
            <a:custGeom>
              <a:avLst/>
              <a:gdLst/>
              <a:ahLst/>
              <a:cxnLst/>
              <a:rect l="l" t="t" r="r" b="b"/>
              <a:pathLst>
                <a:path w="1107" h="947" extrusionOk="0">
                  <a:moveTo>
                    <a:pt x="631" y="1"/>
                  </a:moveTo>
                  <a:cubicBezTo>
                    <a:pt x="231" y="1"/>
                    <a:pt x="0" y="460"/>
                    <a:pt x="259" y="774"/>
                  </a:cubicBezTo>
                  <a:cubicBezTo>
                    <a:pt x="357" y="892"/>
                    <a:pt x="490" y="946"/>
                    <a:pt x="622" y="946"/>
                  </a:cubicBezTo>
                  <a:cubicBezTo>
                    <a:pt x="846" y="946"/>
                    <a:pt x="1064" y="790"/>
                    <a:pt x="1088" y="529"/>
                  </a:cubicBezTo>
                  <a:cubicBezTo>
                    <a:pt x="1107" y="265"/>
                    <a:pt x="919" y="20"/>
                    <a:pt x="655" y="1"/>
                  </a:cubicBezTo>
                  <a:cubicBezTo>
                    <a:pt x="647" y="1"/>
                    <a:pt x="639" y="1"/>
                    <a:pt x="6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1"/>
            <p:cNvSpPr/>
            <p:nvPr/>
          </p:nvSpPr>
          <p:spPr>
            <a:xfrm>
              <a:off x="10421637" y="1192846"/>
              <a:ext cx="59962" cy="51015"/>
            </a:xfrm>
            <a:custGeom>
              <a:avLst/>
              <a:gdLst/>
              <a:ahLst/>
              <a:cxnLst/>
              <a:rect l="l" t="t" r="r" b="b"/>
              <a:pathLst>
                <a:path w="1870" h="1591" extrusionOk="0">
                  <a:moveTo>
                    <a:pt x="1046" y="0"/>
                  </a:moveTo>
                  <a:cubicBezTo>
                    <a:pt x="374" y="0"/>
                    <a:pt x="1" y="775"/>
                    <a:pt x="438" y="1303"/>
                  </a:cubicBezTo>
                  <a:cubicBezTo>
                    <a:pt x="602" y="1501"/>
                    <a:pt x="823" y="1590"/>
                    <a:pt x="1040" y="1590"/>
                  </a:cubicBezTo>
                  <a:cubicBezTo>
                    <a:pt x="1423" y="1590"/>
                    <a:pt x="1796" y="1314"/>
                    <a:pt x="1832" y="870"/>
                  </a:cubicBezTo>
                  <a:cubicBezTo>
                    <a:pt x="1870" y="418"/>
                    <a:pt x="1550" y="41"/>
                    <a:pt x="1116" y="3"/>
                  </a:cubicBezTo>
                  <a:cubicBezTo>
                    <a:pt x="1092" y="1"/>
                    <a:pt x="1069" y="0"/>
                    <a:pt x="10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1"/>
            <p:cNvSpPr/>
            <p:nvPr/>
          </p:nvSpPr>
          <p:spPr>
            <a:xfrm>
              <a:off x="10495515" y="1186144"/>
              <a:ext cx="64034" cy="54286"/>
            </a:xfrm>
            <a:custGeom>
              <a:avLst/>
              <a:gdLst/>
              <a:ahLst/>
              <a:cxnLst/>
              <a:rect l="l" t="t" r="r" b="b"/>
              <a:pathLst>
                <a:path w="1997" h="1693" extrusionOk="0">
                  <a:moveTo>
                    <a:pt x="1097" y="0"/>
                  </a:moveTo>
                  <a:cubicBezTo>
                    <a:pt x="398" y="0"/>
                    <a:pt x="0" y="839"/>
                    <a:pt x="470" y="1399"/>
                  </a:cubicBezTo>
                  <a:cubicBezTo>
                    <a:pt x="645" y="1601"/>
                    <a:pt x="877" y="1692"/>
                    <a:pt x="1106" y="1692"/>
                  </a:cubicBezTo>
                  <a:cubicBezTo>
                    <a:pt x="1519" y="1692"/>
                    <a:pt x="1923" y="1394"/>
                    <a:pt x="1959" y="909"/>
                  </a:cubicBezTo>
                  <a:cubicBezTo>
                    <a:pt x="1997" y="438"/>
                    <a:pt x="1658" y="43"/>
                    <a:pt x="1186" y="5"/>
                  </a:cubicBezTo>
                  <a:cubicBezTo>
                    <a:pt x="1156" y="2"/>
                    <a:pt x="1126" y="0"/>
                    <a:pt x="10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1"/>
            <p:cNvSpPr/>
            <p:nvPr/>
          </p:nvSpPr>
          <p:spPr>
            <a:xfrm>
              <a:off x="10668153" y="1370454"/>
              <a:ext cx="48482" cy="40626"/>
            </a:xfrm>
            <a:custGeom>
              <a:avLst/>
              <a:gdLst/>
              <a:ahLst/>
              <a:cxnLst/>
              <a:rect l="l" t="t" r="r" b="b"/>
              <a:pathLst>
                <a:path w="1512" h="1267" extrusionOk="0">
                  <a:moveTo>
                    <a:pt x="841" y="0"/>
                  </a:moveTo>
                  <a:cubicBezTo>
                    <a:pt x="316" y="0"/>
                    <a:pt x="1" y="624"/>
                    <a:pt x="362" y="1040"/>
                  </a:cubicBezTo>
                  <a:cubicBezTo>
                    <a:pt x="491" y="1196"/>
                    <a:pt x="667" y="1267"/>
                    <a:pt x="840" y="1267"/>
                  </a:cubicBezTo>
                  <a:cubicBezTo>
                    <a:pt x="1148" y="1267"/>
                    <a:pt x="1450" y="1044"/>
                    <a:pt x="1474" y="682"/>
                  </a:cubicBezTo>
                  <a:cubicBezTo>
                    <a:pt x="1512" y="324"/>
                    <a:pt x="1248" y="23"/>
                    <a:pt x="909" y="4"/>
                  </a:cubicBezTo>
                  <a:cubicBezTo>
                    <a:pt x="886" y="2"/>
                    <a:pt x="863" y="0"/>
                    <a:pt x="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1"/>
            <p:cNvSpPr/>
            <p:nvPr/>
          </p:nvSpPr>
          <p:spPr>
            <a:xfrm>
              <a:off x="10696402" y="1346950"/>
              <a:ext cx="49861" cy="42198"/>
            </a:xfrm>
            <a:custGeom>
              <a:avLst/>
              <a:gdLst/>
              <a:ahLst/>
              <a:cxnLst/>
              <a:rect l="l" t="t" r="r" b="b"/>
              <a:pathLst>
                <a:path w="1555" h="1316" extrusionOk="0">
                  <a:moveTo>
                    <a:pt x="884" y="0"/>
                  </a:moveTo>
                  <a:cubicBezTo>
                    <a:pt x="312" y="0"/>
                    <a:pt x="0" y="654"/>
                    <a:pt x="367" y="1076"/>
                  </a:cubicBezTo>
                  <a:cubicBezTo>
                    <a:pt x="504" y="1241"/>
                    <a:pt x="690" y="1316"/>
                    <a:pt x="871" y="1316"/>
                  </a:cubicBezTo>
                  <a:cubicBezTo>
                    <a:pt x="1187" y="1316"/>
                    <a:pt x="1492" y="1089"/>
                    <a:pt x="1516" y="718"/>
                  </a:cubicBezTo>
                  <a:cubicBezTo>
                    <a:pt x="1554" y="341"/>
                    <a:pt x="1290" y="40"/>
                    <a:pt x="932" y="2"/>
                  </a:cubicBezTo>
                  <a:cubicBezTo>
                    <a:pt x="916" y="1"/>
                    <a:pt x="900" y="0"/>
                    <a:pt x="8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1"/>
            <p:cNvSpPr/>
            <p:nvPr/>
          </p:nvSpPr>
          <p:spPr>
            <a:xfrm>
              <a:off x="10720034" y="1296191"/>
              <a:ext cx="18950" cy="15263"/>
            </a:xfrm>
            <a:custGeom>
              <a:avLst/>
              <a:gdLst/>
              <a:ahLst/>
              <a:cxnLst/>
              <a:rect l="l" t="t" r="r" b="b"/>
              <a:pathLst>
                <a:path w="591" h="476" extrusionOk="0">
                  <a:moveTo>
                    <a:pt x="330" y="0"/>
                  </a:moveTo>
                  <a:cubicBezTo>
                    <a:pt x="41" y="0"/>
                    <a:pt x="1" y="455"/>
                    <a:pt x="327" y="473"/>
                  </a:cubicBezTo>
                  <a:cubicBezTo>
                    <a:pt x="338" y="475"/>
                    <a:pt x="350" y="476"/>
                    <a:pt x="361" y="476"/>
                  </a:cubicBezTo>
                  <a:cubicBezTo>
                    <a:pt x="478" y="476"/>
                    <a:pt x="572" y="387"/>
                    <a:pt x="572" y="266"/>
                  </a:cubicBezTo>
                  <a:cubicBezTo>
                    <a:pt x="591" y="115"/>
                    <a:pt x="497" y="2"/>
                    <a:pt x="365" y="2"/>
                  </a:cubicBezTo>
                  <a:cubicBezTo>
                    <a:pt x="353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1"/>
            <p:cNvSpPr/>
            <p:nvPr/>
          </p:nvSpPr>
          <p:spPr>
            <a:xfrm>
              <a:off x="10691240" y="1311358"/>
              <a:ext cx="14525" cy="14012"/>
            </a:xfrm>
            <a:custGeom>
              <a:avLst/>
              <a:gdLst/>
              <a:ahLst/>
              <a:cxnLst/>
              <a:rect l="l" t="t" r="r" b="b"/>
              <a:pathLst>
                <a:path w="453" h="437" extrusionOk="0">
                  <a:moveTo>
                    <a:pt x="245" y="0"/>
                  </a:moveTo>
                  <a:cubicBezTo>
                    <a:pt x="132" y="0"/>
                    <a:pt x="19" y="76"/>
                    <a:pt x="19" y="208"/>
                  </a:cubicBezTo>
                  <a:cubicBezTo>
                    <a:pt x="0" y="321"/>
                    <a:pt x="95" y="434"/>
                    <a:pt x="208" y="434"/>
                  </a:cubicBezTo>
                  <a:cubicBezTo>
                    <a:pt x="217" y="435"/>
                    <a:pt x="227" y="436"/>
                    <a:pt x="237" y="436"/>
                  </a:cubicBezTo>
                  <a:cubicBezTo>
                    <a:pt x="340" y="436"/>
                    <a:pt x="435" y="349"/>
                    <a:pt x="453" y="245"/>
                  </a:cubicBezTo>
                  <a:cubicBezTo>
                    <a:pt x="453" y="113"/>
                    <a:pt x="358" y="19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1"/>
            <p:cNvSpPr/>
            <p:nvPr/>
          </p:nvSpPr>
          <p:spPr>
            <a:xfrm>
              <a:off x="10706663" y="1250274"/>
              <a:ext cx="35977" cy="30205"/>
            </a:xfrm>
            <a:custGeom>
              <a:avLst/>
              <a:gdLst/>
              <a:ahLst/>
              <a:cxnLst/>
              <a:rect l="l" t="t" r="r" b="b"/>
              <a:pathLst>
                <a:path w="1122" h="942" extrusionOk="0">
                  <a:moveTo>
                    <a:pt x="624" y="0"/>
                  </a:moveTo>
                  <a:cubicBezTo>
                    <a:pt x="236" y="0"/>
                    <a:pt x="0" y="466"/>
                    <a:pt x="254" y="775"/>
                  </a:cubicBezTo>
                  <a:cubicBezTo>
                    <a:pt x="356" y="890"/>
                    <a:pt x="489" y="942"/>
                    <a:pt x="620" y="942"/>
                  </a:cubicBezTo>
                  <a:cubicBezTo>
                    <a:pt x="853" y="942"/>
                    <a:pt x="1078" y="777"/>
                    <a:pt x="1102" y="511"/>
                  </a:cubicBezTo>
                  <a:cubicBezTo>
                    <a:pt x="1121" y="247"/>
                    <a:pt x="933" y="21"/>
                    <a:pt x="669" y="2"/>
                  </a:cubicBezTo>
                  <a:cubicBezTo>
                    <a:pt x="654" y="1"/>
                    <a:pt x="639" y="0"/>
                    <a:pt x="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1"/>
            <p:cNvSpPr/>
            <p:nvPr/>
          </p:nvSpPr>
          <p:spPr>
            <a:xfrm>
              <a:off x="10668858" y="1242418"/>
              <a:ext cx="21227" cy="20297"/>
            </a:xfrm>
            <a:custGeom>
              <a:avLst/>
              <a:gdLst/>
              <a:ahLst/>
              <a:cxnLst/>
              <a:rect l="l" t="t" r="r" b="b"/>
              <a:pathLst>
                <a:path w="662" h="633" extrusionOk="0">
                  <a:moveTo>
                    <a:pt x="328" y="1"/>
                  </a:moveTo>
                  <a:cubicBezTo>
                    <a:pt x="182" y="1"/>
                    <a:pt x="38" y="92"/>
                    <a:pt x="20" y="285"/>
                  </a:cubicBezTo>
                  <a:cubicBezTo>
                    <a:pt x="0" y="514"/>
                    <a:pt x="164" y="632"/>
                    <a:pt x="329" y="632"/>
                  </a:cubicBezTo>
                  <a:cubicBezTo>
                    <a:pt x="476" y="632"/>
                    <a:pt x="624" y="537"/>
                    <a:pt x="642" y="341"/>
                  </a:cubicBezTo>
                  <a:cubicBezTo>
                    <a:pt x="662" y="120"/>
                    <a:pt x="494" y="1"/>
                    <a:pt x="3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1"/>
            <p:cNvSpPr/>
            <p:nvPr/>
          </p:nvSpPr>
          <p:spPr>
            <a:xfrm>
              <a:off x="10726768" y="1235717"/>
              <a:ext cx="53933" cy="45308"/>
            </a:xfrm>
            <a:custGeom>
              <a:avLst/>
              <a:gdLst/>
              <a:ahLst/>
              <a:cxnLst/>
              <a:rect l="l" t="t" r="r" b="b"/>
              <a:pathLst>
                <a:path w="1682" h="1413" extrusionOk="0">
                  <a:moveTo>
                    <a:pt x="935" y="1"/>
                  </a:moveTo>
                  <a:cubicBezTo>
                    <a:pt x="353" y="1"/>
                    <a:pt x="0" y="700"/>
                    <a:pt x="400" y="1153"/>
                  </a:cubicBezTo>
                  <a:cubicBezTo>
                    <a:pt x="551" y="1332"/>
                    <a:pt x="751" y="1413"/>
                    <a:pt x="948" y="1413"/>
                  </a:cubicBezTo>
                  <a:cubicBezTo>
                    <a:pt x="1291" y="1413"/>
                    <a:pt x="1619" y="1165"/>
                    <a:pt x="1643" y="758"/>
                  </a:cubicBezTo>
                  <a:cubicBezTo>
                    <a:pt x="1681" y="381"/>
                    <a:pt x="1398" y="42"/>
                    <a:pt x="1003" y="4"/>
                  </a:cubicBezTo>
                  <a:cubicBezTo>
                    <a:pt x="980" y="2"/>
                    <a:pt x="958" y="1"/>
                    <a:pt x="9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1"/>
            <p:cNvSpPr/>
            <p:nvPr/>
          </p:nvSpPr>
          <p:spPr>
            <a:xfrm>
              <a:off x="10586996" y="1378310"/>
              <a:ext cx="19688" cy="17219"/>
            </a:xfrm>
            <a:custGeom>
              <a:avLst/>
              <a:gdLst/>
              <a:ahLst/>
              <a:cxnLst/>
              <a:rect l="l" t="t" r="r" b="b"/>
              <a:pathLst>
                <a:path w="614" h="537" extrusionOk="0">
                  <a:moveTo>
                    <a:pt x="328" y="0"/>
                  </a:moveTo>
                  <a:cubicBezTo>
                    <a:pt x="125" y="0"/>
                    <a:pt x="1" y="260"/>
                    <a:pt x="142" y="437"/>
                  </a:cubicBezTo>
                  <a:cubicBezTo>
                    <a:pt x="197" y="506"/>
                    <a:pt x="272" y="537"/>
                    <a:pt x="346" y="537"/>
                  </a:cubicBezTo>
                  <a:cubicBezTo>
                    <a:pt x="475" y="537"/>
                    <a:pt x="601" y="442"/>
                    <a:pt x="613" y="286"/>
                  </a:cubicBezTo>
                  <a:cubicBezTo>
                    <a:pt x="613" y="136"/>
                    <a:pt x="519" y="23"/>
                    <a:pt x="368" y="4"/>
                  </a:cubicBezTo>
                  <a:cubicBezTo>
                    <a:pt x="355" y="2"/>
                    <a:pt x="341" y="0"/>
                    <a:pt x="328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1"/>
            <p:cNvSpPr/>
            <p:nvPr/>
          </p:nvSpPr>
          <p:spPr>
            <a:xfrm>
              <a:off x="10566058" y="1353556"/>
              <a:ext cx="59352" cy="50150"/>
            </a:xfrm>
            <a:custGeom>
              <a:avLst/>
              <a:gdLst/>
              <a:ahLst/>
              <a:cxnLst/>
              <a:rect l="l" t="t" r="r" b="b"/>
              <a:pathLst>
                <a:path w="1851" h="1564" extrusionOk="0">
                  <a:moveTo>
                    <a:pt x="1030" y="0"/>
                  </a:moveTo>
                  <a:cubicBezTo>
                    <a:pt x="391" y="0"/>
                    <a:pt x="0" y="775"/>
                    <a:pt x="437" y="1285"/>
                  </a:cubicBezTo>
                  <a:cubicBezTo>
                    <a:pt x="602" y="1476"/>
                    <a:pt x="820" y="1563"/>
                    <a:pt x="1035" y="1563"/>
                  </a:cubicBezTo>
                  <a:cubicBezTo>
                    <a:pt x="1412" y="1563"/>
                    <a:pt x="1777" y="1295"/>
                    <a:pt x="1813" y="851"/>
                  </a:cubicBezTo>
                  <a:cubicBezTo>
                    <a:pt x="1851" y="437"/>
                    <a:pt x="1530" y="41"/>
                    <a:pt x="1097" y="3"/>
                  </a:cubicBezTo>
                  <a:cubicBezTo>
                    <a:pt x="1074" y="1"/>
                    <a:pt x="1052" y="0"/>
                    <a:pt x="10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1"/>
            <p:cNvSpPr/>
            <p:nvPr/>
          </p:nvSpPr>
          <p:spPr>
            <a:xfrm>
              <a:off x="10605145" y="1443594"/>
              <a:ext cx="31744" cy="26582"/>
            </a:xfrm>
            <a:custGeom>
              <a:avLst/>
              <a:gdLst/>
              <a:ahLst/>
              <a:cxnLst/>
              <a:rect l="l" t="t" r="r" b="b"/>
              <a:pathLst>
                <a:path w="990" h="829" extrusionOk="0">
                  <a:moveTo>
                    <a:pt x="548" y="1"/>
                  </a:moveTo>
                  <a:cubicBezTo>
                    <a:pt x="199" y="1"/>
                    <a:pt x="1" y="410"/>
                    <a:pt x="236" y="681"/>
                  </a:cubicBezTo>
                  <a:cubicBezTo>
                    <a:pt x="317" y="783"/>
                    <a:pt x="430" y="828"/>
                    <a:pt x="544" y="828"/>
                  </a:cubicBezTo>
                  <a:cubicBezTo>
                    <a:pt x="745" y="828"/>
                    <a:pt x="947" y="684"/>
                    <a:pt x="971" y="455"/>
                  </a:cubicBezTo>
                  <a:cubicBezTo>
                    <a:pt x="990" y="229"/>
                    <a:pt x="820" y="22"/>
                    <a:pt x="594" y="3"/>
                  </a:cubicBezTo>
                  <a:cubicBezTo>
                    <a:pt x="578" y="1"/>
                    <a:pt x="563" y="1"/>
                    <a:pt x="5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1"/>
            <p:cNvSpPr/>
            <p:nvPr/>
          </p:nvSpPr>
          <p:spPr>
            <a:xfrm>
              <a:off x="10632625" y="1408034"/>
              <a:ext cx="52009" cy="51977"/>
            </a:xfrm>
            <a:custGeom>
              <a:avLst/>
              <a:gdLst/>
              <a:ahLst/>
              <a:cxnLst/>
              <a:rect l="l" t="t" r="r" b="b"/>
              <a:pathLst>
                <a:path w="1622" h="1621" extrusionOk="0">
                  <a:moveTo>
                    <a:pt x="811" y="0"/>
                  </a:moveTo>
                  <a:cubicBezTo>
                    <a:pt x="359" y="0"/>
                    <a:pt x="1" y="358"/>
                    <a:pt x="1" y="810"/>
                  </a:cubicBezTo>
                  <a:cubicBezTo>
                    <a:pt x="1" y="1263"/>
                    <a:pt x="359" y="1621"/>
                    <a:pt x="811" y="1621"/>
                  </a:cubicBezTo>
                  <a:cubicBezTo>
                    <a:pt x="1263" y="1621"/>
                    <a:pt x="1621" y="1263"/>
                    <a:pt x="1621" y="810"/>
                  </a:cubicBezTo>
                  <a:cubicBezTo>
                    <a:pt x="1621" y="358"/>
                    <a:pt x="1263" y="0"/>
                    <a:pt x="8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1"/>
            <p:cNvSpPr/>
            <p:nvPr/>
          </p:nvSpPr>
          <p:spPr>
            <a:xfrm>
              <a:off x="10589465" y="1404347"/>
              <a:ext cx="45019" cy="37965"/>
            </a:xfrm>
            <a:custGeom>
              <a:avLst/>
              <a:gdLst/>
              <a:ahLst/>
              <a:cxnLst/>
              <a:rect l="l" t="t" r="r" b="b"/>
              <a:pathLst>
                <a:path w="1404" h="1184" extrusionOk="0">
                  <a:moveTo>
                    <a:pt x="791" y="0"/>
                  </a:moveTo>
                  <a:cubicBezTo>
                    <a:pt x="292" y="0"/>
                    <a:pt x="0" y="579"/>
                    <a:pt x="329" y="963"/>
                  </a:cubicBezTo>
                  <a:cubicBezTo>
                    <a:pt x="453" y="1115"/>
                    <a:pt x="620" y="1183"/>
                    <a:pt x="784" y="1183"/>
                  </a:cubicBezTo>
                  <a:cubicBezTo>
                    <a:pt x="1068" y="1183"/>
                    <a:pt x="1342" y="977"/>
                    <a:pt x="1366" y="643"/>
                  </a:cubicBezTo>
                  <a:cubicBezTo>
                    <a:pt x="1403" y="304"/>
                    <a:pt x="1158" y="21"/>
                    <a:pt x="838" y="2"/>
                  </a:cubicBezTo>
                  <a:cubicBezTo>
                    <a:pt x="822" y="1"/>
                    <a:pt x="806" y="0"/>
                    <a:pt x="7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1"/>
            <p:cNvSpPr/>
            <p:nvPr/>
          </p:nvSpPr>
          <p:spPr>
            <a:xfrm>
              <a:off x="10610757" y="1432692"/>
              <a:ext cx="52106" cy="44282"/>
            </a:xfrm>
            <a:custGeom>
              <a:avLst/>
              <a:gdLst/>
              <a:ahLst/>
              <a:cxnLst/>
              <a:rect l="l" t="t" r="r" b="b"/>
              <a:pathLst>
                <a:path w="1625" h="1381" extrusionOk="0">
                  <a:moveTo>
                    <a:pt x="915" y="0"/>
                  </a:moveTo>
                  <a:cubicBezTo>
                    <a:pt x="335" y="0"/>
                    <a:pt x="0" y="681"/>
                    <a:pt x="381" y="1134"/>
                  </a:cubicBezTo>
                  <a:cubicBezTo>
                    <a:pt x="530" y="1304"/>
                    <a:pt x="723" y="1380"/>
                    <a:pt x="912" y="1380"/>
                  </a:cubicBezTo>
                  <a:cubicBezTo>
                    <a:pt x="1248" y="1380"/>
                    <a:pt x="1570" y="1137"/>
                    <a:pt x="1606" y="739"/>
                  </a:cubicBezTo>
                  <a:cubicBezTo>
                    <a:pt x="1625" y="362"/>
                    <a:pt x="1361" y="41"/>
                    <a:pt x="984" y="4"/>
                  </a:cubicBezTo>
                  <a:cubicBezTo>
                    <a:pt x="961" y="2"/>
                    <a:pt x="938" y="0"/>
                    <a:pt x="9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1"/>
            <p:cNvSpPr/>
            <p:nvPr/>
          </p:nvSpPr>
          <p:spPr>
            <a:xfrm>
              <a:off x="10645323" y="1535974"/>
              <a:ext cx="64803" cy="55216"/>
            </a:xfrm>
            <a:custGeom>
              <a:avLst/>
              <a:gdLst/>
              <a:ahLst/>
              <a:cxnLst/>
              <a:rect l="l" t="t" r="r" b="b"/>
              <a:pathLst>
                <a:path w="2021" h="1722" extrusionOk="0">
                  <a:moveTo>
                    <a:pt x="897" y="0"/>
                  </a:moveTo>
                  <a:cubicBezTo>
                    <a:pt x="481" y="0"/>
                    <a:pt x="74" y="302"/>
                    <a:pt x="38" y="796"/>
                  </a:cubicBezTo>
                  <a:cubicBezTo>
                    <a:pt x="0" y="1267"/>
                    <a:pt x="340" y="1682"/>
                    <a:pt x="829" y="1719"/>
                  </a:cubicBezTo>
                  <a:cubicBezTo>
                    <a:pt x="853" y="1721"/>
                    <a:pt x="875" y="1722"/>
                    <a:pt x="898" y="1722"/>
                  </a:cubicBezTo>
                  <a:cubicBezTo>
                    <a:pt x="1610" y="1722"/>
                    <a:pt x="2020" y="872"/>
                    <a:pt x="1545" y="306"/>
                  </a:cubicBezTo>
                  <a:cubicBezTo>
                    <a:pt x="1369" y="96"/>
                    <a:pt x="1131" y="0"/>
                    <a:pt x="8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1"/>
            <p:cNvSpPr/>
            <p:nvPr/>
          </p:nvSpPr>
          <p:spPr>
            <a:xfrm>
              <a:off x="10596103" y="1526995"/>
              <a:ext cx="41396" cy="35079"/>
            </a:xfrm>
            <a:custGeom>
              <a:avLst/>
              <a:gdLst/>
              <a:ahLst/>
              <a:cxnLst/>
              <a:rect l="l" t="t" r="r" b="b"/>
              <a:pathLst>
                <a:path w="1291" h="1094" extrusionOk="0">
                  <a:moveTo>
                    <a:pt x="718" y="0"/>
                  </a:moveTo>
                  <a:cubicBezTo>
                    <a:pt x="273" y="0"/>
                    <a:pt x="0" y="542"/>
                    <a:pt x="311" y="907"/>
                  </a:cubicBezTo>
                  <a:cubicBezTo>
                    <a:pt x="419" y="1035"/>
                    <a:pt x="566" y="1093"/>
                    <a:pt x="711" y="1093"/>
                  </a:cubicBezTo>
                  <a:cubicBezTo>
                    <a:pt x="972" y="1093"/>
                    <a:pt x="1229" y="907"/>
                    <a:pt x="1253" y="605"/>
                  </a:cubicBezTo>
                  <a:cubicBezTo>
                    <a:pt x="1290" y="304"/>
                    <a:pt x="1064" y="40"/>
                    <a:pt x="763" y="2"/>
                  </a:cubicBezTo>
                  <a:cubicBezTo>
                    <a:pt x="748" y="1"/>
                    <a:pt x="733" y="0"/>
                    <a:pt x="7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1"/>
            <p:cNvSpPr/>
            <p:nvPr/>
          </p:nvSpPr>
          <p:spPr>
            <a:xfrm>
              <a:off x="10690791" y="1491980"/>
              <a:ext cx="22221" cy="19207"/>
            </a:xfrm>
            <a:custGeom>
              <a:avLst/>
              <a:gdLst/>
              <a:ahLst/>
              <a:cxnLst/>
              <a:rect l="l" t="t" r="r" b="b"/>
              <a:pathLst>
                <a:path w="693" h="599" extrusionOk="0">
                  <a:moveTo>
                    <a:pt x="387" y="0"/>
                  </a:moveTo>
                  <a:cubicBezTo>
                    <a:pt x="138" y="0"/>
                    <a:pt x="1" y="290"/>
                    <a:pt x="165" y="491"/>
                  </a:cubicBezTo>
                  <a:cubicBezTo>
                    <a:pt x="226" y="565"/>
                    <a:pt x="306" y="598"/>
                    <a:pt x="385" y="598"/>
                  </a:cubicBezTo>
                  <a:cubicBezTo>
                    <a:pt x="528" y="598"/>
                    <a:pt x="669" y="491"/>
                    <a:pt x="693" y="322"/>
                  </a:cubicBezTo>
                  <a:cubicBezTo>
                    <a:pt x="693" y="152"/>
                    <a:pt x="580" y="20"/>
                    <a:pt x="410" y="1"/>
                  </a:cubicBezTo>
                  <a:cubicBezTo>
                    <a:pt x="402" y="1"/>
                    <a:pt x="394" y="0"/>
                    <a:pt x="3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1"/>
            <p:cNvSpPr/>
            <p:nvPr/>
          </p:nvSpPr>
          <p:spPr>
            <a:xfrm>
              <a:off x="10564583" y="1466777"/>
              <a:ext cx="32193" cy="30526"/>
            </a:xfrm>
            <a:custGeom>
              <a:avLst/>
              <a:gdLst/>
              <a:ahLst/>
              <a:cxnLst/>
              <a:rect l="l" t="t" r="r" b="b"/>
              <a:pathLst>
                <a:path w="1004" h="952" extrusionOk="0">
                  <a:moveTo>
                    <a:pt x="497" y="1"/>
                  </a:moveTo>
                  <a:cubicBezTo>
                    <a:pt x="277" y="1"/>
                    <a:pt x="57" y="139"/>
                    <a:pt x="31" y="429"/>
                  </a:cubicBezTo>
                  <a:cubicBezTo>
                    <a:pt x="1" y="771"/>
                    <a:pt x="255" y="952"/>
                    <a:pt x="507" y="952"/>
                  </a:cubicBezTo>
                  <a:cubicBezTo>
                    <a:pt x="728" y="952"/>
                    <a:pt x="947" y="814"/>
                    <a:pt x="973" y="523"/>
                  </a:cubicBezTo>
                  <a:cubicBezTo>
                    <a:pt x="1003" y="182"/>
                    <a:pt x="749" y="1"/>
                    <a:pt x="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1"/>
            <p:cNvSpPr/>
            <p:nvPr/>
          </p:nvSpPr>
          <p:spPr>
            <a:xfrm>
              <a:off x="10493367" y="1470176"/>
              <a:ext cx="28121" cy="23504"/>
            </a:xfrm>
            <a:custGeom>
              <a:avLst/>
              <a:gdLst/>
              <a:ahLst/>
              <a:cxnLst/>
              <a:rect l="l" t="t" r="r" b="b"/>
              <a:pathLst>
                <a:path w="877" h="733" extrusionOk="0">
                  <a:moveTo>
                    <a:pt x="472" y="0"/>
                  </a:moveTo>
                  <a:cubicBezTo>
                    <a:pt x="163" y="0"/>
                    <a:pt x="1" y="354"/>
                    <a:pt x="198" y="606"/>
                  </a:cubicBezTo>
                  <a:cubicBezTo>
                    <a:pt x="279" y="693"/>
                    <a:pt x="381" y="733"/>
                    <a:pt x="481" y="733"/>
                  </a:cubicBezTo>
                  <a:cubicBezTo>
                    <a:pt x="661" y="733"/>
                    <a:pt x="834" y="605"/>
                    <a:pt x="858" y="399"/>
                  </a:cubicBezTo>
                  <a:cubicBezTo>
                    <a:pt x="877" y="191"/>
                    <a:pt x="726" y="3"/>
                    <a:pt x="519" y="3"/>
                  </a:cubicBezTo>
                  <a:cubicBezTo>
                    <a:pt x="503" y="1"/>
                    <a:pt x="487" y="0"/>
                    <a:pt x="4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1"/>
            <p:cNvSpPr/>
            <p:nvPr/>
          </p:nvSpPr>
          <p:spPr>
            <a:xfrm>
              <a:off x="10530979" y="1437534"/>
              <a:ext cx="52138" cy="44859"/>
            </a:xfrm>
            <a:custGeom>
              <a:avLst/>
              <a:gdLst/>
              <a:ahLst/>
              <a:cxnLst/>
              <a:rect l="l" t="t" r="r" b="b"/>
              <a:pathLst>
                <a:path w="1626" h="1399" extrusionOk="0">
                  <a:moveTo>
                    <a:pt x="899" y="0"/>
                  </a:moveTo>
                  <a:cubicBezTo>
                    <a:pt x="319" y="0"/>
                    <a:pt x="1" y="699"/>
                    <a:pt x="382" y="1153"/>
                  </a:cubicBezTo>
                  <a:cubicBezTo>
                    <a:pt x="524" y="1322"/>
                    <a:pt x="715" y="1399"/>
                    <a:pt x="904" y="1399"/>
                  </a:cubicBezTo>
                  <a:cubicBezTo>
                    <a:pt x="1241" y="1399"/>
                    <a:pt x="1571" y="1155"/>
                    <a:pt x="1607" y="757"/>
                  </a:cubicBezTo>
                  <a:cubicBezTo>
                    <a:pt x="1626" y="380"/>
                    <a:pt x="1343" y="41"/>
                    <a:pt x="966" y="3"/>
                  </a:cubicBezTo>
                  <a:cubicBezTo>
                    <a:pt x="943" y="1"/>
                    <a:pt x="921" y="0"/>
                    <a:pt x="8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1"/>
            <p:cNvSpPr/>
            <p:nvPr/>
          </p:nvSpPr>
          <p:spPr>
            <a:xfrm>
              <a:off x="10565898" y="1394663"/>
              <a:ext cx="38959" cy="33283"/>
            </a:xfrm>
            <a:custGeom>
              <a:avLst/>
              <a:gdLst/>
              <a:ahLst/>
              <a:cxnLst/>
              <a:rect l="l" t="t" r="r" b="b"/>
              <a:pathLst>
                <a:path w="1215" h="1038" extrusionOk="0">
                  <a:moveTo>
                    <a:pt x="681" y="1"/>
                  </a:moveTo>
                  <a:cubicBezTo>
                    <a:pt x="255" y="1"/>
                    <a:pt x="0" y="523"/>
                    <a:pt x="292" y="850"/>
                  </a:cubicBezTo>
                  <a:cubicBezTo>
                    <a:pt x="401" y="980"/>
                    <a:pt x="544" y="1038"/>
                    <a:pt x="684" y="1038"/>
                  </a:cubicBezTo>
                  <a:cubicBezTo>
                    <a:pt x="933" y="1038"/>
                    <a:pt x="1172" y="857"/>
                    <a:pt x="1196" y="568"/>
                  </a:cubicBezTo>
                  <a:cubicBezTo>
                    <a:pt x="1215" y="285"/>
                    <a:pt x="1008" y="40"/>
                    <a:pt x="725" y="3"/>
                  </a:cubicBezTo>
                  <a:cubicBezTo>
                    <a:pt x="710" y="1"/>
                    <a:pt x="695" y="1"/>
                    <a:pt x="6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1"/>
            <p:cNvSpPr/>
            <p:nvPr/>
          </p:nvSpPr>
          <p:spPr>
            <a:xfrm>
              <a:off x="10546755" y="952839"/>
              <a:ext cx="130633" cy="110528"/>
            </a:xfrm>
            <a:custGeom>
              <a:avLst/>
              <a:gdLst/>
              <a:ahLst/>
              <a:cxnLst/>
              <a:rect l="l" t="t" r="r" b="b"/>
              <a:pathLst>
                <a:path w="4074" h="3447" extrusionOk="0">
                  <a:moveTo>
                    <a:pt x="2256" y="1"/>
                  </a:moveTo>
                  <a:cubicBezTo>
                    <a:pt x="826" y="1"/>
                    <a:pt x="0" y="1707"/>
                    <a:pt x="964" y="2834"/>
                  </a:cubicBezTo>
                  <a:cubicBezTo>
                    <a:pt x="1318" y="3256"/>
                    <a:pt x="1794" y="3447"/>
                    <a:pt x="2265" y="3447"/>
                  </a:cubicBezTo>
                  <a:cubicBezTo>
                    <a:pt x="3098" y="3447"/>
                    <a:pt x="3913" y="2848"/>
                    <a:pt x="3998" y="1873"/>
                  </a:cubicBezTo>
                  <a:cubicBezTo>
                    <a:pt x="4073" y="912"/>
                    <a:pt x="3376" y="83"/>
                    <a:pt x="2415" y="8"/>
                  </a:cubicBezTo>
                  <a:cubicBezTo>
                    <a:pt x="2361" y="3"/>
                    <a:pt x="2308" y="1"/>
                    <a:pt x="2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1"/>
            <p:cNvSpPr/>
            <p:nvPr/>
          </p:nvSpPr>
          <p:spPr>
            <a:xfrm>
              <a:off x="10515139" y="905864"/>
              <a:ext cx="38991" cy="33027"/>
            </a:xfrm>
            <a:custGeom>
              <a:avLst/>
              <a:gdLst/>
              <a:ahLst/>
              <a:cxnLst/>
              <a:rect l="l" t="t" r="r" b="b"/>
              <a:pathLst>
                <a:path w="1216" h="1030" extrusionOk="0">
                  <a:moveTo>
                    <a:pt x="680" y="1"/>
                  </a:moveTo>
                  <a:cubicBezTo>
                    <a:pt x="254" y="1"/>
                    <a:pt x="1" y="505"/>
                    <a:pt x="292" y="851"/>
                  </a:cubicBezTo>
                  <a:cubicBezTo>
                    <a:pt x="401" y="974"/>
                    <a:pt x="545" y="1030"/>
                    <a:pt x="686" y="1030"/>
                  </a:cubicBezTo>
                  <a:cubicBezTo>
                    <a:pt x="934" y="1030"/>
                    <a:pt x="1172" y="856"/>
                    <a:pt x="1196" y="568"/>
                  </a:cubicBezTo>
                  <a:cubicBezTo>
                    <a:pt x="1215" y="286"/>
                    <a:pt x="1008" y="22"/>
                    <a:pt x="725" y="3"/>
                  </a:cubicBezTo>
                  <a:cubicBezTo>
                    <a:pt x="710" y="2"/>
                    <a:pt x="695" y="1"/>
                    <a:pt x="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>
              <a:off x="10542490" y="888902"/>
              <a:ext cx="49092" cy="41717"/>
            </a:xfrm>
            <a:custGeom>
              <a:avLst/>
              <a:gdLst/>
              <a:ahLst/>
              <a:cxnLst/>
              <a:rect l="l" t="t" r="r" b="b"/>
              <a:pathLst>
                <a:path w="1531" h="1301" extrusionOk="0">
                  <a:moveTo>
                    <a:pt x="843" y="1"/>
                  </a:moveTo>
                  <a:cubicBezTo>
                    <a:pt x="316" y="1"/>
                    <a:pt x="0" y="643"/>
                    <a:pt x="362" y="1059"/>
                  </a:cubicBezTo>
                  <a:cubicBezTo>
                    <a:pt x="500" y="1225"/>
                    <a:pt x="684" y="1300"/>
                    <a:pt x="865" y="1300"/>
                  </a:cubicBezTo>
                  <a:cubicBezTo>
                    <a:pt x="1176" y="1300"/>
                    <a:pt x="1476" y="1078"/>
                    <a:pt x="1512" y="720"/>
                  </a:cubicBezTo>
                  <a:cubicBezTo>
                    <a:pt x="1530" y="343"/>
                    <a:pt x="1267" y="42"/>
                    <a:pt x="909" y="4"/>
                  </a:cubicBezTo>
                  <a:cubicBezTo>
                    <a:pt x="886" y="2"/>
                    <a:pt x="864" y="1"/>
                    <a:pt x="8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>
              <a:off x="10428595" y="865302"/>
              <a:ext cx="94720" cy="80611"/>
            </a:xfrm>
            <a:custGeom>
              <a:avLst/>
              <a:gdLst/>
              <a:ahLst/>
              <a:cxnLst/>
              <a:rect l="l" t="t" r="r" b="b"/>
              <a:pathLst>
                <a:path w="2954" h="2514" extrusionOk="0">
                  <a:moveTo>
                    <a:pt x="1650" y="1"/>
                  </a:moveTo>
                  <a:cubicBezTo>
                    <a:pt x="592" y="1"/>
                    <a:pt x="1" y="1241"/>
                    <a:pt x="692" y="2059"/>
                  </a:cubicBezTo>
                  <a:cubicBezTo>
                    <a:pt x="951" y="2372"/>
                    <a:pt x="1298" y="2513"/>
                    <a:pt x="1640" y="2513"/>
                  </a:cubicBezTo>
                  <a:cubicBezTo>
                    <a:pt x="2246" y="2513"/>
                    <a:pt x="2836" y="2072"/>
                    <a:pt x="2897" y="1362"/>
                  </a:cubicBezTo>
                  <a:cubicBezTo>
                    <a:pt x="2953" y="684"/>
                    <a:pt x="2444" y="62"/>
                    <a:pt x="1766" y="5"/>
                  </a:cubicBezTo>
                  <a:cubicBezTo>
                    <a:pt x="1727" y="2"/>
                    <a:pt x="1688" y="1"/>
                    <a:pt x="16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1"/>
            <p:cNvSpPr/>
            <p:nvPr/>
          </p:nvSpPr>
          <p:spPr>
            <a:xfrm>
              <a:off x="10611205" y="915548"/>
              <a:ext cx="37163" cy="31392"/>
            </a:xfrm>
            <a:custGeom>
              <a:avLst/>
              <a:gdLst/>
              <a:ahLst/>
              <a:cxnLst/>
              <a:rect l="l" t="t" r="r" b="b"/>
              <a:pathLst>
                <a:path w="1159" h="979" extrusionOk="0">
                  <a:moveTo>
                    <a:pt x="642" y="0"/>
                  </a:moveTo>
                  <a:cubicBezTo>
                    <a:pt x="236" y="0"/>
                    <a:pt x="0" y="485"/>
                    <a:pt x="273" y="813"/>
                  </a:cubicBezTo>
                  <a:cubicBezTo>
                    <a:pt x="374" y="927"/>
                    <a:pt x="508" y="979"/>
                    <a:pt x="640" y="979"/>
                  </a:cubicBezTo>
                  <a:cubicBezTo>
                    <a:pt x="880" y="979"/>
                    <a:pt x="1115" y="809"/>
                    <a:pt x="1140" y="530"/>
                  </a:cubicBezTo>
                  <a:cubicBezTo>
                    <a:pt x="1159" y="266"/>
                    <a:pt x="951" y="21"/>
                    <a:pt x="688" y="2"/>
                  </a:cubicBezTo>
                  <a:cubicBezTo>
                    <a:pt x="672" y="1"/>
                    <a:pt x="657" y="0"/>
                    <a:pt x="6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1"/>
            <p:cNvSpPr/>
            <p:nvPr/>
          </p:nvSpPr>
          <p:spPr>
            <a:xfrm>
              <a:off x="10551981" y="940943"/>
              <a:ext cx="49252" cy="42198"/>
            </a:xfrm>
            <a:custGeom>
              <a:avLst/>
              <a:gdLst/>
              <a:ahLst/>
              <a:cxnLst/>
              <a:rect l="l" t="t" r="r" b="b"/>
              <a:pathLst>
                <a:path w="1536" h="1316" extrusionOk="0">
                  <a:moveTo>
                    <a:pt x="868" y="0"/>
                  </a:moveTo>
                  <a:cubicBezTo>
                    <a:pt x="312" y="0"/>
                    <a:pt x="1" y="654"/>
                    <a:pt x="368" y="1076"/>
                  </a:cubicBezTo>
                  <a:cubicBezTo>
                    <a:pt x="498" y="1241"/>
                    <a:pt x="679" y="1315"/>
                    <a:pt x="859" y="1315"/>
                  </a:cubicBezTo>
                  <a:cubicBezTo>
                    <a:pt x="1171" y="1315"/>
                    <a:pt x="1481" y="1089"/>
                    <a:pt x="1517" y="718"/>
                  </a:cubicBezTo>
                  <a:cubicBezTo>
                    <a:pt x="1536" y="360"/>
                    <a:pt x="1272" y="39"/>
                    <a:pt x="914" y="2"/>
                  </a:cubicBezTo>
                  <a:cubicBezTo>
                    <a:pt x="898" y="1"/>
                    <a:pt x="883" y="0"/>
                    <a:pt x="8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1"/>
            <p:cNvSpPr/>
            <p:nvPr/>
          </p:nvSpPr>
          <p:spPr>
            <a:xfrm>
              <a:off x="10493687" y="945080"/>
              <a:ext cx="64643" cy="54703"/>
            </a:xfrm>
            <a:custGeom>
              <a:avLst/>
              <a:gdLst/>
              <a:ahLst/>
              <a:cxnLst/>
              <a:rect l="l" t="t" r="r" b="b"/>
              <a:pathLst>
                <a:path w="2016" h="1706" extrusionOk="0">
                  <a:moveTo>
                    <a:pt x="1114" y="0"/>
                  </a:moveTo>
                  <a:cubicBezTo>
                    <a:pt x="398" y="0"/>
                    <a:pt x="1" y="838"/>
                    <a:pt x="471" y="1399"/>
                  </a:cubicBezTo>
                  <a:cubicBezTo>
                    <a:pt x="648" y="1610"/>
                    <a:pt x="887" y="1706"/>
                    <a:pt x="1123" y="1706"/>
                  </a:cubicBezTo>
                  <a:cubicBezTo>
                    <a:pt x="1538" y="1706"/>
                    <a:pt x="1942" y="1409"/>
                    <a:pt x="1978" y="928"/>
                  </a:cubicBezTo>
                  <a:cubicBezTo>
                    <a:pt x="2016" y="457"/>
                    <a:pt x="1677" y="42"/>
                    <a:pt x="1206" y="5"/>
                  </a:cubicBezTo>
                  <a:cubicBezTo>
                    <a:pt x="1175" y="2"/>
                    <a:pt x="114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1"/>
            <p:cNvSpPr/>
            <p:nvPr/>
          </p:nvSpPr>
          <p:spPr>
            <a:xfrm>
              <a:off x="10466977" y="942707"/>
              <a:ext cx="67208" cy="56723"/>
            </a:xfrm>
            <a:custGeom>
              <a:avLst/>
              <a:gdLst/>
              <a:ahLst/>
              <a:cxnLst/>
              <a:rect l="l" t="t" r="r" b="b"/>
              <a:pathLst>
                <a:path w="2096" h="1769" extrusionOk="0">
                  <a:moveTo>
                    <a:pt x="1177" y="1"/>
                  </a:moveTo>
                  <a:cubicBezTo>
                    <a:pt x="429" y="1"/>
                    <a:pt x="0" y="869"/>
                    <a:pt x="494" y="1454"/>
                  </a:cubicBezTo>
                  <a:cubicBezTo>
                    <a:pt x="677" y="1671"/>
                    <a:pt x="920" y="1768"/>
                    <a:pt x="1161" y="1768"/>
                  </a:cubicBezTo>
                  <a:cubicBezTo>
                    <a:pt x="1590" y="1768"/>
                    <a:pt x="2009" y="1459"/>
                    <a:pt x="2058" y="964"/>
                  </a:cubicBezTo>
                  <a:cubicBezTo>
                    <a:pt x="2095" y="474"/>
                    <a:pt x="1737" y="41"/>
                    <a:pt x="1247" y="3"/>
                  </a:cubicBezTo>
                  <a:cubicBezTo>
                    <a:pt x="1224" y="2"/>
                    <a:pt x="1200" y="1"/>
                    <a:pt x="11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1"/>
            <p:cNvSpPr/>
            <p:nvPr/>
          </p:nvSpPr>
          <p:spPr>
            <a:xfrm>
              <a:off x="10790064" y="1101621"/>
              <a:ext cx="38350" cy="32450"/>
            </a:xfrm>
            <a:custGeom>
              <a:avLst/>
              <a:gdLst/>
              <a:ahLst/>
              <a:cxnLst/>
              <a:rect l="l" t="t" r="r" b="b"/>
              <a:pathLst>
                <a:path w="1196" h="1012" extrusionOk="0">
                  <a:moveTo>
                    <a:pt x="660" y="1"/>
                  </a:moveTo>
                  <a:cubicBezTo>
                    <a:pt x="236" y="1"/>
                    <a:pt x="0" y="504"/>
                    <a:pt x="291" y="832"/>
                  </a:cubicBezTo>
                  <a:cubicBezTo>
                    <a:pt x="394" y="955"/>
                    <a:pt x="533" y="1011"/>
                    <a:pt x="671" y="1011"/>
                  </a:cubicBezTo>
                  <a:cubicBezTo>
                    <a:pt x="914" y="1011"/>
                    <a:pt x="1153" y="838"/>
                    <a:pt x="1177" y="549"/>
                  </a:cubicBezTo>
                  <a:cubicBezTo>
                    <a:pt x="1196" y="267"/>
                    <a:pt x="988" y="22"/>
                    <a:pt x="706" y="3"/>
                  </a:cubicBezTo>
                  <a:cubicBezTo>
                    <a:pt x="690" y="2"/>
                    <a:pt x="675" y="1"/>
                    <a:pt x="6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1"/>
            <p:cNvSpPr/>
            <p:nvPr/>
          </p:nvSpPr>
          <p:spPr>
            <a:xfrm>
              <a:off x="10735329" y="1078374"/>
              <a:ext cx="40017" cy="33668"/>
            </a:xfrm>
            <a:custGeom>
              <a:avLst/>
              <a:gdLst/>
              <a:ahLst/>
              <a:cxnLst/>
              <a:rect l="l" t="t" r="r" b="b"/>
              <a:pathLst>
                <a:path w="1248" h="1050" extrusionOk="0">
                  <a:moveTo>
                    <a:pt x="693" y="0"/>
                  </a:moveTo>
                  <a:cubicBezTo>
                    <a:pt x="579" y="0"/>
                    <a:pt x="461" y="39"/>
                    <a:pt x="359" y="125"/>
                  </a:cubicBezTo>
                  <a:cubicBezTo>
                    <a:pt x="1" y="426"/>
                    <a:pt x="189" y="1011"/>
                    <a:pt x="660" y="1048"/>
                  </a:cubicBezTo>
                  <a:cubicBezTo>
                    <a:pt x="672" y="1049"/>
                    <a:pt x="684" y="1049"/>
                    <a:pt x="696" y="1049"/>
                  </a:cubicBezTo>
                  <a:cubicBezTo>
                    <a:pt x="963" y="1049"/>
                    <a:pt x="1189" y="848"/>
                    <a:pt x="1207" y="577"/>
                  </a:cubicBezTo>
                  <a:cubicBezTo>
                    <a:pt x="1247" y="241"/>
                    <a:pt x="980" y="0"/>
                    <a:pt x="6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1"/>
            <p:cNvSpPr/>
            <p:nvPr/>
          </p:nvSpPr>
          <p:spPr>
            <a:xfrm>
              <a:off x="10684602" y="1049002"/>
              <a:ext cx="72531" cy="61437"/>
            </a:xfrm>
            <a:custGeom>
              <a:avLst/>
              <a:gdLst/>
              <a:ahLst/>
              <a:cxnLst/>
              <a:rect l="l" t="t" r="r" b="b"/>
              <a:pathLst>
                <a:path w="2262" h="1916" extrusionOk="0">
                  <a:moveTo>
                    <a:pt x="1248" y="1"/>
                  </a:moveTo>
                  <a:cubicBezTo>
                    <a:pt x="455" y="1"/>
                    <a:pt x="1" y="951"/>
                    <a:pt x="528" y="1569"/>
                  </a:cubicBezTo>
                  <a:cubicBezTo>
                    <a:pt x="726" y="1808"/>
                    <a:pt x="993" y="1915"/>
                    <a:pt x="1257" y="1915"/>
                  </a:cubicBezTo>
                  <a:cubicBezTo>
                    <a:pt x="1721" y="1915"/>
                    <a:pt x="2176" y="1582"/>
                    <a:pt x="2224" y="1041"/>
                  </a:cubicBezTo>
                  <a:cubicBezTo>
                    <a:pt x="2261" y="513"/>
                    <a:pt x="1866" y="42"/>
                    <a:pt x="1338" y="5"/>
                  </a:cubicBezTo>
                  <a:cubicBezTo>
                    <a:pt x="1307" y="2"/>
                    <a:pt x="1277" y="1"/>
                    <a:pt x="12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1"/>
            <p:cNvSpPr/>
            <p:nvPr/>
          </p:nvSpPr>
          <p:spPr>
            <a:xfrm>
              <a:off x="10744756" y="1042429"/>
              <a:ext cx="48001" cy="40626"/>
            </a:xfrm>
            <a:custGeom>
              <a:avLst/>
              <a:gdLst/>
              <a:ahLst/>
              <a:cxnLst/>
              <a:rect l="l" t="t" r="r" b="b"/>
              <a:pathLst>
                <a:path w="1497" h="1267" extrusionOk="0">
                  <a:moveTo>
                    <a:pt x="847" y="1"/>
                  </a:moveTo>
                  <a:cubicBezTo>
                    <a:pt x="310" y="1"/>
                    <a:pt x="0" y="618"/>
                    <a:pt x="366" y="1039"/>
                  </a:cubicBezTo>
                  <a:cubicBezTo>
                    <a:pt x="496" y="1196"/>
                    <a:pt x="670" y="1266"/>
                    <a:pt x="843" y="1266"/>
                  </a:cubicBezTo>
                  <a:cubicBezTo>
                    <a:pt x="1146" y="1266"/>
                    <a:pt x="1442" y="1048"/>
                    <a:pt x="1478" y="699"/>
                  </a:cubicBezTo>
                  <a:cubicBezTo>
                    <a:pt x="1497" y="341"/>
                    <a:pt x="1252" y="40"/>
                    <a:pt x="894" y="2"/>
                  </a:cubicBezTo>
                  <a:cubicBezTo>
                    <a:pt x="878" y="1"/>
                    <a:pt x="862" y="1"/>
                    <a:pt x="8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3" name="Picture 202">
            <a:extLst>
              <a:ext uri="{FF2B5EF4-FFF2-40B4-BE49-F238E27FC236}">
                <a16:creationId xmlns="" xmlns:a16="http://schemas.microsoft.com/office/drawing/2014/main" xmlns:lc="http://schemas.openxmlformats.org/drawingml/2006/lockedCanvas" id="{18FE2890-F45C-FD1B-8FFF-62BB6960C6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7317804" y="2490"/>
            <a:ext cx="1838626" cy="412660"/>
          </a:xfrm>
          <a:prstGeom prst="rect">
            <a:avLst/>
          </a:prstGeom>
        </p:spPr>
      </p:pic>
      <p:pic>
        <p:nvPicPr>
          <p:cNvPr id="204" name="Picture 203">
            <a:extLst>
              <a:ext uri="{FF2B5EF4-FFF2-40B4-BE49-F238E27FC236}">
                <a16:creationId xmlns="" xmlns:a16="http://schemas.microsoft.com/office/drawing/2014/main" xmlns:lc="http://schemas.openxmlformats.org/drawingml/2006/lockedCanvas" id="{ADD83C07-7039-3207-128A-5F04B0834C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8647" cy="4606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2" name="Google Shape;5762;p55"/>
          <p:cNvSpPr txBox="1">
            <a:spLocks noGrp="1"/>
          </p:cNvSpPr>
          <p:nvPr>
            <p:ph type="title"/>
          </p:nvPr>
        </p:nvSpPr>
        <p:spPr>
          <a:xfrm>
            <a:off x="318889" y="2282871"/>
            <a:ext cx="2820600" cy="11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THANK YOU</a:t>
            </a:r>
            <a:endParaRPr dirty="0"/>
          </a:p>
        </p:txBody>
      </p:sp>
      <p:pic>
        <p:nvPicPr>
          <p:cNvPr id="5763" name="Google Shape;5763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4924" y="1671705"/>
            <a:ext cx="3391949" cy="19078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64" name="Google Shape;5764;p55"/>
          <p:cNvGrpSpPr/>
          <p:nvPr/>
        </p:nvGrpSpPr>
        <p:grpSpPr>
          <a:xfrm>
            <a:off x="4745581" y="1552530"/>
            <a:ext cx="3652927" cy="2899821"/>
            <a:chOff x="712516" y="1609400"/>
            <a:chExt cx="3558277" cy="2824685"/>
          </a:xfrm>
        </p:grpSpPr>
        <p:grpSp>
          <p:nvGrpSpPr>
            <p:cNvPr id="5765" name="Google Shape;5765;p55"/>
            <p:cNvGrpSpPr/>
            <p:nvPr/>
          </p:nvGrpSpPr>
          <p:grpSpPr>
            <a:xfrm>
              <a:off x="712516" y="1609400"/>
              <a:ext cx="3558277" cy="2824685"/>
              <a:chOff x="712500" y="1228375"/>
              <a:chExt cx="3368624" cy="2674131"/>
            </a:xfrm>
          </p:grpSpPr>
          <p:sp>
            <p:nvSpPr>
              <p:cNvPr id="5766" name="Google Shape;5766;p55"/>
              <p:cNvSpPr/>
              <p:nvPr/>
            </p:nvSpPr>
            <p:spPr>
              <a:xfrm>
                <a:off x="1798915" y="3526956"/>
                <a:ext cx="1220009" cy="375550"/>
              </a:xfrm>
              <a:custGeom>
                <a:avLst/>
                <a:gdLst/>
                <a:ahLst/>
                <a:cxnLst/>
                <a:rect l="l" t="t" r="r" b="b"/>
                <a:pathLst>
                  <a:path w="30592" h="9417" extrusionOk="0">
                    <a:moveTo>
                      <a:pt x="25842" y="5922"/>
                    </a:moveTo>
                    <a:cubicBezTo>
                      <a:pt x="24000" y="4039"/>
                      <a:pt x="23917" y="1"/>
                      <a:pt x="23917" y="1"/>
                    </a:cubicBezTo>
                    <a:lnTo>
                      <a:pt x="15610" y="1"/>
                    </a:lnTo>
                    <a:lnTo>
                      <a:pt x="14982" y="1"/>
                    </a:lnTo>
                    <a:lnTo>
                      <a:pt x="6676" y="1"/>
                    </a:lnTo>
                    <a:cubicBezTo>
                      <a:pt x="6676" y="1"/>
                      <a:pt x="6592" y="4039"/>
                      <a:pt x="4751" y="5922"/>
                    </a:cubicBezTo>
                    <a:cubicBezTo>
                      <a:pt x="2909" y="7805"/>
                      <a:pt x="1" y="9417"/>
                      <a:pt x="5023" y="9417"/>
                    </a:cubicBezTo>
                    <a:lnTo>
                      <a:pt x="14982" y="9417"/>
                    </a:lnTo>
                    <a:lnTo>
                      <a:pt x="15610" y="9417"/>
                    </a:lnTo>
                    <a:lnTo>
                      <a:pt x="25570" y="9417"/>
                    </a:lnTo>
                    <a:cubicBezTo>
                      <a:pt x="30591" y="9417"/>
                      <a:pt x="27704" y="7805"/>
                      <a:pt x="25842" y="592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7" name="Google Shape;5767;p55"/>
              <p:cNvSpPr/>
              <p:nvPr/>
            </p:nvSpPr>
            <p:spPr>
              <a:xfrm>
                <a:off x="712500" y="3237095"/>
                <a:ext cx="3368624" cy="292081"/>
              </a:xfrm>
              <a:custGeom>
                <a:avLst/>
                <a:gdLst/>
                <a:ahLst/>
                <a:cxnLst/>
                <a:rect l="l" t="t" r="r" b="b"/>
                <a:pathLst>
                  <a:path w="84469" h="7324" extrusionOk="0">
                    <a:moveTo>
                      <a:pt x="0" y="4855"/>
                    </a:moveTo>
                    <a:cubicBezTo>
                      <a:pt x="0" y="6236"/>
                      <a:pt x="1298" y="7324"/>
                      <a:pt x="2679" y="7324"/>
                    </a:cubicBezTo>
                    <a:lnTo>
                      <a:pt x="41659" y="7324"/>
                    </a:lnTo>
                    <a:lnTo>
                      <a:pt x="42998" y="7324"/>
                    </a:lnTo>
                    <a:lnTo>
                      <a:pt x="81979" y="7324"/>
                    </a:lnTo>
                    <a:cubicBezTo>
                      <a:pt x="83360" y="7324"/>
                      <a:pt x="84469" y="6236"/>
                      <a:pt x="84469" y="4855"/>
                    </a:cubicBezTo>
                    <a:lnTo>
                      <a:pt x="8446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8" name="Google Shape;5768;p55"/>
              <p:cNvSpPr/>
              <p:nvPr/>
            </p:nvSpPr>
            <p:spPr>
              <a:xfrm>
                <a:off x="712500" y="1228375"/>
                <a:ext cx="3368624" cy="2013541"/>
              </a:xfrm>
              <a:custGeom>
                <a:avLst/>
                <a:gdLst/>
                <a:ahLst/>
                <a:cxnLst/>
                <a:rect l="l" t="t" r="r" b="b"/>
                <a:pathLst>
                  <a:path w="84469" h="50490" extrusionOk="0">
                    <a:moveTo>
                      <a:pt x="80807" y="3140"/>
                    </a:moveTo>
                    <a:lnTo>
                      <a:pt x="80807" y="46828"/>
                    </a:lnTo>
                    <a:lnTo>
                      <a:pt x="3662" y="46828"/>
                    </a:lnTo>
                    <a:lnTo>
                      <a:pt x="3662" y="3140"/>
                    </a:lnTo>
                    <a:close/>
                    <a:moveTo>
                      <a:pt x="2679" y="1"/>
                    </a:moveTo>
                    <a:cubicBezTo>
                      <a:pt x="1298" y="1"/>
                      <a:pt x="0" y="984"/>
                      <a:pt x="0" y="2386"/>
                    </a:cubicBezTo>
                    <a:lnTo>
                      <a:pt x="0" y="50490"/>
                    </a:lnTo>
                    <a:lnTo>
                      <a:pt x="84469" y="50490"/>
                    </a:lnTo>
                    <a:lnTo>
                      <a:pt x="84469" y="2386"/>
                    </a:lnTo>
                    <a:cubicBezTo>
                      <a:pt x="84469" y="984"/>
                      <a:pt x="83360" y="1"/>
                      <a:pt x="819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69" name="Google Shape;5769;p55"/>
            <p:cNvSpPr/>
            <p:nvPr/>
          </p:nvSpPr>
          <p:spPr>
            <a:xfrm>
              <a:off x="2403155" y="3801688"/>
              <a:ext cx="177000" cy="17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71" name="Google Shape;5771;p55"/>
          <p:cNvGrpSpPr/>
          <p:nvPr/>
        </p:nvGrpSpPr>
        <p:grpSpPr>
          <a:xfrm rot="10800000" flipH="1">
            <a:off x="3177563" y="551190"/>
            <a:ext cx="1420300" cy="4064025"/>
            <a:chOff x="-830500" y="306775"/>
            <a:chExt cx="1420300" cy="4064025"/>
          </a:xfrm>
        </p:grpSpPr>
        <p:sp>
          <p:nvSpPr>
            <p:cNvPr id="5772" name="Google Shape;5772;p55"/>
            <p:cNvSpPr/>
            <p:nvPr/>
          </p:nvSpPr>
          <p:spPr>
            <a:xfrm>
              <a:off x="40000" y="306775"/>
              <a:ext cx="549800" cy="146775"/>
            </a:xfrm>
            <a:custGeom>
              <a:avLst/>
              <a:gdLst/>
              <a:ahLst/>
              <a:cxnLst/>
              <a:rect l="l" t="t" r="r" b="b"/>
              <a:pathLst>
                <a:path w="21992" h="5871" extrusionOk="0">
                  <a:moveTo>
                    <a:pt x="0" y="1"/>
                  </a:moveTo>
                  <a:lnTo>
                    <a:pt x="0" y="5871"/>
                  </a:lnTo>
                  <a:lnTo>
                    <a:pt x="21991" y="5871"/>
                  </a:lnTo>
                  <a:lnTo>
                    <a:pt x="2199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55"/>
            <p:cNvSpPr/>
            <p:nvPr/>
          </p:nvSpPr>
          <p:spPr>
            <a:xfrm flipH="1">
              <a:off x="-68500" y="42186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55"/>
            <p:cNvSpPr/>
            <p:nvPr/>
          </p:nvSpPr>
          <p:spPr>
            <a:xfrm flipH="1">
              <a:off x="-68500" y="2237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55"/>
            <p:cNvSpPr/>
            <p:nvPr/>
          </p:nvSpPr>
          <p:spPr>
            <a:xfrm flipH="1">
              <a:off x="-830500" y="3324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55"/>
            <p:cNvSpPr/>
            <p:nvPr/>
          </p:nvSpPr>
          <p:spPr>
            <a:xfrm flipH="1">
              <a:off x="-525700" y="4848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55"/>
            <p:cNvSpPr/>
            <p:nvPr/>
          </p:nvSpPr>
          <p:spPr>
            <a:xfrm flipH="1">
              <a:off x="-68500" y="942025"/>
              <a:ext cx="551825" cy="152175"/>
            </a:xfrm>
            <a:custGeom>
              <a:avLst/>
              <a:gdLst/>
              <a:ahLst/>
              <a:cxnLst/>
              <a:rect l="l" t="t" r="r" b="b"/>
              <a:pathLst>
                <a:path w="22073" h="6087" extrusionOk="0">
                  <a:moveTo>
                    <a:pt x="108" y="1"/>
                  </a:moveTo>
                  <a:lnTo>
                    <a:pt x="0" y="109"/>
                  </a:lnTo>
                  <a:lnTo>
                    <a:pt x="0" y="3030"/>
                  </a:lnTo>
                  <a:lnTo>
                    <a:pt x="0" y="5979"/>
                  </a:lnTo>
                  <a:lnTo>
                    <a:pt x="0" y="6087"/>
                  </a:lnTo>
                  <a:lnTo>
                    <a:pt x="108" y="6087"/>
                  </a:lnTo>
                  <a:lnTo>
                    <a:pt x="15878" y="5979"/>
                  </a:lnTo>
                  <a:lnTo>
                    <a:pt x="15770" y="5979"/>
                  </a:lnTo>
                  <a:lnTo>
                    <a:pt x="216" y="5871"/>
                  </a:lnTo>
                  <a:lnTo>
                    <a:pt x="216" y="5871"/>
                  </a:lnTo>
                  <a:lnTo>
                    <a:pt x="216" y="3166"/>
                  </a:lnTo>
                  <a:lnTo>
                    <a:pt x="216" y="325"/>
                  </a:lnTo>
                  <a:lnTo>
                    <a:pt x="216" y="325"/>
                  </a:lnTo>
                  <a:lnTo>
                    <a:pt x="21964" y="218"/>
                  </a:lnTo>
                  <a:lnTo>
                    <a:pt x="21964" y="218"/>
                  </a:lnTo>
                  <a:cubicBezTo>
                    <a:pt x="22072" y="2030"/>
                    <a:pt x="22072" y="3490"/>
                    <a:pt x="22072" y="4518"/>
                  </a:cubicBezTo>
                  <a:lnTo>
                    <a:pt x="22072" y="109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78" name="Google Shape;5778;p55"/>
          <p:cNvGrpSpPr/>
          <p:nvPr/>
        </p:nvGrpSpPr>
        <p:grpSpPr>
          <a:xfrm flipH="1">
            <a:off x="3404775" y="2217635"/>
            <a:ext cx="1978003" cy="2551569"/>
            <a:chOff x="-2611645" y="6270200"/>
            <a:chExt cx="1601103" cy="2065379"/>
          </a:xfrm>
        </p:grpSpPr>
        <p:sp>
          <p:nvSpPr>
            <p:cNvPr id="5779" name="Google Shape;5779;p55"/>
            <p:cNvSpPr/>
            <p:nvPr/>
          </p:nvSpPr>
          <p:spPr>
            <a:xfrm>
              <a:off x="-2085568" y="6782182"/>
              <a:ext cx="78908" cy="886583"/>
            </a:xfrm>
            <a:custGeom>
              <a:avLst/>
              <a:gdLst/>
              <a:ahLst/>
              <a:cxnLst/>
              <a:rect l="l" t="t" r="r" b="b"/>
              <a:pathLst>
                <a:path w="1135" h="12752" extrusionOk="0">
                  <a:moveTo>
                    <a:pt x="0" y="1"/>
                  </a:moveTo>
                  <a:cubicBezTo>
                    <a:pt x="687" y="4226"/>
                    <a:pt x="687" y="8531"/>
                    <a:pt x="0" y="12751"/>
                  </a:cubicBezTo>
                  <a:lnTo>
                    <a:pt x="806" y="12751"/>
                  </a:lnTo>
                  <a:cubicBezTo>
                    <a:pt x="993" y="10897"/>
                    <a:pt x="1112" y="8860"/>
                    <a:pt x="1123" y="6671"/>
                  </a:cubicBezTo>
                  <a:cubicBezTo>
                    <a:pt x="1135" y="4448"/>
                    <a:pt x="1027" y="2218"/>
                    <a:pt x="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5780;p55"/>
            <p:cNvSpPr/>
            <p:nvPr/>
          </p:nvSpPr>
          <p:spPr>
            <a:xfrm>
              <a:off x="-1862749" y="6484059"/>
              <a:ext cx="79325" cy="1203269"/>
            </a:xfrm>
            <a:custGeom>
              <a:avLst/>
              <a:gdLst/>
              <a:ahLst/>
              <a:cxnLst/>
              <a:rect l="l" t="t" r="r" b="b"/>
              <a:pathLst>
                <a:path w="1141" h="17307" extrusionOk="0">
                  <a:moveTo>
                    <a:pt x="0" y="1"/>
                  </a:moveTo>
                  <a:cubicBezTo>
                    <a:pt x="686" y="5746"/>
                    <a:pt x="686" y="11555"/>
                    <a:pt x="0" y="17306"/>
                  </a:cubicBezTo>
                  <a:lnTo>
                    <a:pt x="806" y="17306"/>
                  </a:lnTo>
                  <a:cubicBezTo>
                    <a:pt x="993" y="14788"/>
                    <a:pt x="1118" y="12025"/>
                    <a:pt x="1123" y="9053"/>
                  </a:cubicBezTo>
                  <a:cubicBezTo>
                    <a:pt x="1140" y="5769"/>
                    <a:pt x="1010" y="2734"/>
                    <a:pt x="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5781;p55"/>
            <p:cNvSpPr/>
            <p:nvPr/>
          </p:nvSpPr>
          <p:spPr>
            <a:xfrm>
              <a:off x="-1947983" y="7046377"/>
              <a:ext cx="85304" cy="610569"/>
            </a:xfrm>
            <a:custGeom>
              <a:avLst/>
              <a:gdLst/>
              <a:ahLst/>
              <a:cxnLst/>
              <a:rect l="l" t="t" r="r" b="b"/>
              <a:pathLst>
                <a:path w="1227" h="8782" extrusionOk="0">
                  <a:moveTo>
                    <a:pt x="421" y="1"/>
                  </a:moveTo>
                  <a:cubicBezTo>
                    <a:pt x="1" y="2911"/>
                    <a:pt x="1" y="5872"/>
                    <a:pt x="421" y="8781"/>
                  </a:cubicBezTo>
                  <a:lnTo>
                    <a:pt x="1226" y="8781"/>
                  </a:lnTo>
                  <a:cubicBezTo>
                    <a:pt x="545" y="5894"/>
                    <a:pt x="545" y="2888"/>
                    <a:pt x="12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2" name="Google Shape;5782;p55"/>
            <p:cNvSpPr/>
            <p:nvPr/>
          </p:nvSpPr>
          <p:spPr>
            <a:xfrm>
              <a:off x="-1961749" y="6547952"/>
              <a:ext cx="85652" cy="610499"/>
            </a:xfrm>
            <a:custGeom>
              <a:avLst/>
              <a:gdLst/>
              <a:ahLst/>
              <a:cxnLst/>
              <a:rect l="l" t="t" r="r" b="b"/>
              <a:pathLst>
                <a:path w="1232" h="8781" extrusionOk="0">
                  <a:moveTo>
                    <a:pt x="426" y="0"/>
                  </a:moveTo>
                  <a:cubicBezTo>
                    <a:pt x="0" y="2910"/>
                    <a:pt x="0" y="5871"/>
                    <a:pt x="426" y="8781"/>
                  </a:cubicBezTo>
                  <a:lnTo>
                    <a:pt x="1231" y="8781"/>
                  </a:lnTo>
                  <a:cubicBezTo>
                    <a:pt x="545" y="5894"/>
                    <a:pt x="545" y="2887"/>
                    <a:pt x="1231" y="0"/>
                  </a:cubicBezTo>
                  <a:close/>
                </a:path>
              </a:pathLst>
            </a:custGeom>
            <a:solidFill>
              <a:srgbClr val="6C7C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3" name="Google Shape;5783;p55"/>
            <p:cNvSpPr/>
            <p:nvPr/>
          </p:nvSpPr>
          <p:spPr>
            <a:xfrm>
              <a:off x="-2412880" y="7631221"/>
              <a:ext cx="787968" cy="661044"/>
            </a:xfrm>
            <a:custGeom>
              <a:avLst/>
              <a:gdLst/>
              <a:ahLst/>
              <a:cxnLst/>
              <a:rect l="l" t="t" r="r" b="b"/>
              <a:pathLst>
                <a:path w="11334" h="9508" extrusionOk="0">
                  <a:moveTo>
                    <a:pt x="1022" y="1"/>
                  </a:moveTo>
                  <a:lnTo>
                    <a:pt x="1022" y="1"/>
                  </a:lnTo>
                  <a:cubicBezTo>
                    <a:pt x="783" y="897"/>
                    <a:pt x="1" y="4289"/>
                    <a:pt x="1901" y="7391"/>
                  </a:cubicBezTo>
                  <a:cubicBezTo>
                    <a:pt x="2394" y="8197"/>
                    <a:pt x="3024" y="8912"/>
                    <a:pt x="3755" y="9507"/>
                  </a:cubicBezTo>
                  <a:lnTo>
                    <a:pt x="7488" y="9507"/>
                  </a:lnTo>
                  <a:cubicBezTo>
                    <a:pt x="8322" y="8860"/>
                    <a:pt x="9025" y="8061"/>
                    <a:pt x="9552" y="7147"/>
                  </a:cubicBezTo>
                  <a:cubicBezTo>
                    <a:pt x="11333" y="4079"/>
                    <a:pt x="10460" y="806"/>
                    <a:pt x="10227" y="35"/>
                  </a:cubicBezTo>
                  <a:lnTo>
                    <a:pt x="1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5784;p55"/>
            <p:cNvSpPr/>
            <p:nvPr/>
          </p:nvSpPr>
          <p:spPr>
            <a:xfrm>
              <a:off x="-2280370" y="8237757"/>
              <a:ext cx="521349" cy="81692"/>
            </a:xfrm>
            <a:custGeom>
              <a:avLst/>
              <a:gdLst/>
              <a:ahLst/>
              <a:cxnLst/>
              <a:rect l="l" t="t" r="r" b="b"/>
              <a:pathLst>
                <a:path w="7499" h="1175" extrusionOk="0">
                  <a:moveTo>
                    <a:pt x="0" y="0"/>
                  </a:moveTo>
                  <a:lnTo>
                    <a:pt x="0" y="1118"/>
                  </a:lnTo>
                  <a:cubicBezTo>
                    <a:pt x="0" y="1146"/>
                    <a:pt x="23" y="1174"/>
                    <a:pt x="57" y="1174"/>
                  </a:cubicBezTo>
                  <a:lnTo>
                    <a:pt x="7436" y="1174"/>
                  </a:lnTo>
                  <a:cubicBezTo>
                    <a:pt x="7471" y="1174"/>
                    <a:pt x="7499" y="1146"/>
                    <a:pt x="7499" y="1118"/>
                  </a:cubicBezTo>
                  <a:lnTo>
                    <a:pt x="7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5785;p55"/>
            <p:cNvSpPr/>
            <p:nvPr/>
          </p:nvSpPr>
          <p:spPr>
            <a:xfrm>
              <a:off x="-2369081" y="7704987"/>
              <a:ext cx="695642" cy="31078"/>
            </a:xfrm>
            <a:custGeom>
              <a:avLst/>
              <a:gdLst/>
              <a:ahLst/>
              <a:cxnLst/>
              <a:rect l="l" t="t" r="r" b="b"/>
              <a:pathLst>
                <a:path w="10006" h="447" extrusionOk="0">
                  <a:moveTo>
                    <a:pt x="250" y="0"/>
                  </a:moveTo>
                  <a:cubicBezTo>
                    <a:pt x="0" y="0"/>
                    <a:pt x="0" y="392"/>
                    <a:pt x="250" y="397"/>
                  </a:cubicBezTo>
                  <a:cubicBezTo>
                    <a:pt x="2934" y="412"/>
                    <a:pt x="5614" y="446"/>
                    <a:pt x="8293" y="446"/>
                  </a:cubicBezTo>
                  <a:cubicBezTo>
                    <a:pt x="8779" y="446"/>
                    <a:pt x="9265" y="445"/>
                    <a:pt x="9750" y="443"/>
                  </a:cubicBezTo>
                  <a:cubicBezTo>
                    <a:pt x="10006" y="443"/>
                    <a:pt x="10006" y="51"/>
                    <a:pt x="9750" y="51"/>
                  </a:cubicBezTo>
                  <a:cubicBezTo>
                    <a:pt x="9368" y="53"/>
                    <a:pt x="8985" y="53"/>
                    <a:pt x="8603" y="53"/>
                  </a:cubicBezTo>
                  <a:cubicBezTo>
                    <a:pt x="5819" y="53"/>
                    <a:pt x="3032" y="20"/>
                    <a:pt x="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5786;p55"/>
            <p:cNvSpPr/>
            <p:nvPr/>
          </p:nvSpPr>
          <p:spPr>
            <a:xfrm>
              <a:off x="-2375407" y="7731337"/>
              <a:ext cx="704332" cy="37683"/>
            </a:xfrm>
            <a:custGeom>
              <a:avLst/>
              <a:gdLst/>
              <a:ahLst/>
              <a:cxnLst/>
              <a:rect l="l" t="t" r="r" b="b"/>
              <a:pathLst>
                <a:path w="10131" h="542" extrusionOk="0">
                  <a:moveTo>
                    <a:pt x="9891" y="1"/>
                  </a:moveTo>
                  <a:cubicBezTo>
                    <a:pt x="9886" y="1"/>
                    <a:pt x="9881" y="1"/>
                    <a:pt x="9876" y="1"/>
                  </a:cubicBezTo>
                  <a:cubicBezTo>
                    <a:pt x="8225" y="101"/>
                    <a:pt x="6571" y="150"/>
                    <a:pt x="4917" y="150"/>
                  </a:cubicBezTo>
                  <a:cubicBezTo>
                    <a:pt x="3360" y="150"/>
                    <a:pt x="1804" y="106"/>
                    <a:pt x="250" y="18"/>
                  </a:cubicBezTo>
                  <a:cubicBezTo>
                    <a:pt x="245" y="18"/>
                    <a:pt x="240" y="18"/>
                    <a:pt x="235" y="18"/>
                  </a:cubicBezTo>
                  <a:cubicBezTo>
                    <a:pt x="1" y="18"/>
                    <a:pt x="6" y="399"/>
                    <a:pt x="250" y="410"/>
                  </a:cubicBezTo>
                  <a:cubicBezTo>
                    <a:pt x="1804" y="498"/>
                    <a:pt x="3360" y="542"/>
                    <a:pt x="4917" y="542"/>
                  </a:cubicBezTo>
                  <a:cubicBezTo>
                    <a:pt x="6571" y="542"/>
                    <a:pt x="8225" y="492"/>
                    <a:pt x="9876" y="393"/>
                  </a:cubicBezTo>
                  <a:cubicBezTo>
                    <a:pt x="10125" y="382"/>
                    <a:pt x="10131" y="1"/>
                    <a:pt x="9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7" name="Google Shape;5787;p55"/>
            <p:cNvSpPr/>
            <p:nvPr/>
          </p:nvSpPr>
          <p:spPr>
            <a:xfrm>
              <a:off x="-2378049" y="7856760"/>
              <a:ext cx="72303" cy="52213"/>
            </a:xfrm>
            <a:custGeom>
              <a:avLst/>
              <a:gdLst/>
              <a:ahLst/>
              <a:cxnLst/>
              <a:rect l="l" t="t" r="r" b="b"/>
              <a:pathLst>
                <a:path w="1040" h="751" extrusionOk="0">
                  <a:moveTo>
                    <a:pt x="638" y="1"/>
                  </a:moveTo>
                  <a:cubicBezTo>
                    <a:pt x="377" y="1"/>
                    <a:pt x="341" y="237"/>
                    <a:pt x="163" y="370"/>
                  </a:cubicBezTo>
                  <a:cubicBezTo>
                    <a:pt x="0" y="495"/>
                    <a:pt x="105" y="751"/>
                    <a:pt x="257" y="751"/>
                  </a:cubicBezTo>
                  <a:cubicBezTo>
                    <a:pt x="290" y="751"/>
                    <a:pt x="326" y="739"/>
                    <a:pt x="362" y="710"/>
                  </a:cubicBezTo>
                  <a:cubicBezTo>
                    <a:pt x="418" y="665"/>
                    <a:pt x="475" y="614"/>
                    <a:pt x="521" y="557"/>
                  </a:cubicBezTo>
                  <a:cubicBezTo>
                    <a:pt x="553" y="516"/>
                    <a:pt x="580" y="419"/>
                    <a:pt x="603" y="419"/>
                  </a:cubicBezTo>
                  <a:cubicBezTo>
                    <a:pt x="612" y="419"/>
                    <a:pt x="620" y="434"/>
                    <a:pt x="628" y="472"/>
                  </a:cubicBezTo>
                  <a:cubicBezTo>
                    <a:pt x="651" y="571"/>
                    <a:pt x="724" y="614"/>
                    <a:pt x="800" y="614"/>
                  </a:cubicBezTo>
                  <a:cubicBezTo>
                    <a:pt x="916" y="614"/>
                    <a:pt x="1039" y="517"/>
                    <a:pt x="1008" y="370"/>
                  </a:cubicBezTo>
                  <a:cubicBezTo>
                    <a:pt x="969" y="183"/>
                    <a:pt x="867" y="7"/>
                    <a:pt x="657" y="1"/>
                  </a:cubicBezTo>
                  <a:cubicBezTo>
                    <a:pt x="650" y="1"/>
                    <a:pt x="644" y="1"/>
                    <a:pt x="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5788;p55"/>
            <p:cNvSpPr/>
            <p:nvPr/>
          </p:nvSpPr>
          <p:spPr>
            <a:xfrm>
              <a:off x="-2329453" y="7855578"/>
              <a:ext cx="67506" cy="47694"/>
            </a:xfrm>
            <a:custGeom>
              <a:avLst/>
              <a:gdLst/>
              <a:ahLst/>
              <a:cxnLst/>
              <a:rect l="l" t="t" r="r" b="b"/>
              <a:pathLst>
                <a:path w="971" h="686" extrusionOk="0">
                  <a:moveTo>
                    <a:pt x="505" y="1"/>
                  </a:moveTo>
                  <a:cubicBezTo>
                    <a:pt x="280" y="1"/>
                    <a:pt x="50" y="153"/>
                    <a:pt x="14" y="460"/>
                  </a:cubicBezTo>
                  <a:cubicBezTo>
                    <a:pt x="0" y="585"/>
                    <a:pt x="91" y="648"/>
                    <a:pt x="189" y="648"/>
                  </a:cubicBezTo>
                  <a:cubicBezTo>
                    <a:pt x="287" y="648"/>
                    <a:pt x="392" y="585"/>
                    <a:pt x="406" y="460"/>
                  </a:cubicBezTo>
                  <a:cubicBezTo>
                    <a:pt x="456" y="413"/>
                    <a:pt x="494" y="389"/>
                    <a:pt x="521" y="389"/>
                  </a:cubicBezTo>
                  <a:cubicBezTo>
                    <a:pt x="555" y="389"/>
                    <a:pt x="570" y="425"/>
                    <a:pt x="570" y="495"/>
                  </a:cubicBezTo>
                  <a:cubicBezTo>
                    <a:pt x="570" y="622"/>
                    <a:pt x="668" y="686"/>
                    <a:pt x="767" y="686"/>
                  </a:cubicBezTo>
                  <a:cubicBezTo>
                    <a:pt x="865" y="686"/>
                    <a:pt x="964" y="622"/>
                    <a:pt x="967" y="495"/>
                  </a:cubicBezTo>
                  <a:cubicBezTo>
                    <a:pt x="970" y="167"/>
                    <a:pt x="740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5789;p55"/>
            <p:cNvSpPr/>
            <p:nvPr/>
          </p:nvSpPr>
          <p:spPr>
            <a:xfrm>
              <a:off x="-2283985" y="7851824"/>
              <a:ext cx="78213" cy="46165"/>
            </a:xfrm>
            <a:custGeom>
              <a:avLst/>
              <a:gdLst/>
              <a:ahLst/>
              <a:cxnLst/>
              <a:rect l="l" t="t" r="r" b="b"/>
              <a:pathLst>
                <a:path w="1125" h="664" extrusionOk="0">
                  <a:moveTo>
                    <a:pt x="649" y="0"/>
                  </a:moveTo>
                  <a:cubicBezTo>
                    <a:pt x="413" y="0"/>
                    <a:pt x="234" y="182"/>
                    <a:pt x="103" y="373"/>
                  </a:cubicBezTo>
                  <a:cubicBezTo>
                    <a:pt x="0" y="520"/>
                    <a:pt x="136" y="658"/>
                    <a:pt x="277" y="658"/>
                  </a:cubicBezTo>
                  <a:cubicBezTo>
                    <a:pt x="338" y="658"/>
                    <a:pt x="399" y="633"/>
                    <a:pt x="444" y="571"/>
                  </a:cubicBezTo>
                  <a:cubicBezTo>
                    <a:pt x="466" y="526"/>
                    <a:pt x="500" y="486"/>
                    <a:pt x="540" y="452"/>
                  </a:cubicBezTo>
                  <a:cubicBezTo>
                    <a:pt x="559" y="426"/>
                    <a:pt x="590" y="410"/>
                    <a:pt x="622" y="410"/>
                  </a:cubicBezTo>
                  <a:cubicBezTo>
                    <a:pt x="638" y="410"/>
                    <a:pt x="655" y="414"/>
                    <a:pt x="671" y="424"/>
                  </a:cubicBezTo>
                  <a:cubicBezTo>
                    <a:pt x="626" y="568"/>
                    <a:pt x="747" y="664"/>
                    <a:pt x="866" y="664"/>
                  </a:cubicBezTo>
                  <a:cubicBezTo>
                    <a:pt x="944" y="664"/>
                    <a:pt x="1021" y="622"/>
                    <a:pt x="1051" y="526"/>
                  </a:cubicBezTo>
                  <a:cubicBezTo>
                    <a:pt x="1124" y="299"/>
                    <a:pt x="983" y="55"/>
                    <a:pt x="744" y="10"/>
                  </a:cubicBezTo>
                  <a:cubicBezTo>
                    <a:pt x="712" y="3"/>
                    <a:pt x="680" y="0"/>
                    <a:pt x="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5790;p55"/>
            <p:cNvSpPr/>
            <p:nvPr/>
          </p:nvSpPr>
          <p:spPr>
            <a:xfrm>
              <a:off x="-2228715" y="7853771"/>
              <a:ext cx="88155" cy="48389"/>
            </a:xfrm>
            <a:custGeom>
              <a:avLst/>
              <a:gdLst/>
              <a:ahLst/>
              <a:cxnLst/>
              <a:rect l="l" t="t" r="r" b="b"/>
              <a:pathLst>
                <a:path w="1268" h="696" extrusionOk="0">
                  <a:moveTo>
                    <a:pt x="625" y="0"/>
                  </a:moveTo>
                  <a:cubicBezTo>
                    <a:pt x="424" y="0"/>
                    <a:pt x="222" y="100"/>
                    <a:pt x="91" y="311"/>
                  </a:cubicBezTo>
                  <a:cubicBezTo>
                    <a:pt x="1" y="461"/>
                    <a:pt x="137" y="602"/>
                    <a:pt x="273" y="602"/>
                  </a:cubicBezTo>
                  <a:cubicBezTo>
                    <a:pt x="332" y="602"/>
                    <a:pt x="392" y="575"/>
                    <a:pt x="432" y="509"/>
                  </a:cubicBezTo>
                  <a:lnTo>
                    <a:pt x="432" y="515"/>
                  </a:lnTo>
                  <a:cubicBezTo>
                    <a:pt x="483" y="432"/>
                    <a:pt x="560" y="392"/>
                    <a:pt x="634" y="392"/>
                  </a:cubicBezTo>
                  <a:cubicBezTo>
                    <a:pt x="722" y="392"/>
                    <a:pt x="806" y="449"/>
                    <a:pt x="840" y="560"/>
                  </a:cubicBezTo>
                  <a:cubicBezTo>
                    <a:pt x="871" y="654"/>
                    <a:pt x="950" y="695"/>
                    <a:pt x="1028" y="695"/>
                  </a:cubicBezTo>
                  <a:cubicBezTo>
                    <a:pt x="1148" y="695"/>
                    <a:pt x="1268" y="600"/>
                    <a:pt x="1220" y="452"/>
                  </a:cubicBezTo>
                  <a:cubicBezTo>
                    <a:pt x="1125" y="158"/>
                    <a:pt x="877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5791;p55"/>
            <p:cNvSpPr/>
            <p:nvPr/>
          </p:nvSpPr>
          <p:spPr>
            <a:xfrm>
              <a:off x="-2156690" y="7855578"/>
              <a:ext cx="72581" cy="45469"/>
            </a:xfrm>
            <a:custGeom>
              <a:avLst/>
              <a:gdLst/>
              <a:ahLst/>
              <a:cxnLst/>
              <a:rect l="l" t="t" r="r" b="b"/>
              <a:pathLst>
                <a:path w="1044" h="654" extrusionOk="0">
                  <a:moveTo>
                    <a:pt x="511" y="0"/>
                  </a:moveTo>
                  <a:cubicBezTo>
                    <a:pt x="296" y="0"/>
                    <a:pt x="85" y="135"/>
                    <a:pt x="31" y="409"/>
                  </a:cubicBezTo>
                  <a:cubicBezTo>
                    <a:pt x="0" y="556"/>
                    <a:pt x="125" y="654"/>
                    <a:pt x="241" y="654"/>
                  </a:cubicBezTo>
                  <a:cubicBezTo>
                    <a:pt x="318" y="654"/>
                    <a:pt x="390" y="611"/>
                    <a:pt x="411" y="512"/>
                  </a:cubicBezTo>
                  <a:cubicBezTo>
                    <a:pt x="426" y="429"/>
                    <a:pt x="452" y="388"/>
                    <a:pt x="491" y="388"/>
                  </a:cubicBezTo>
                  <a:cubicBezTo>
                    <a:pt x="526" y="388"/>
                    <a:pt x="572" y="424"/>
                    <a:pt x="626" y="495"/>
                  </a:cubicBezTo>
                  <a:cubicBezTo>
                    <a:pt x="651" y="592"/>
                    <a:pt x="726" y="634"/>
                    <a:pt x="804" y="634"/>
                  </a:cubicBezTo>
                  <a:cubicBezTo>
                    <a:pt x="921" y="634"/>
                    <a:pt x="1044" y="537"/>
                    <a:pt x="1006" y="387"/>
                  </a:cubicBezTo>
                  <a:cubicBezTo>
                    <a:pt x="936" y="131"/>
                    <a:pt x="722" y="0"/>
                    <a:pt x="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5792;p55"/>
            <p:cNvSpPr/>
            <p:nvPr/>
          </p:nvSpPr>
          <p:spPr>
            <a:xfrm>
              <a:off x="-2104131" y="7856830"/>
              <a:ext cx="91074" cy="49015"/>
            </a:xfrm>
            <a:custGeom>
              <a:avLst/>
              <a:gdLst/>
              <a:ahLst/>
              <a:cxnLst/>
              <a:rect l="l" t="t" r="r" b="b"/>
              <a:pathLst>
                <a:path w="1310" h="705" extrusionOk="0">
                  <a:moveTo>
                    <a:pt x="631" y="1"/>
                  </a:moveTo>
                  <a:cubicBezTo>
                    <a:pt x="446" y="1"/>
                    <a:pt x="260" y="77"/>
                    <a:pt x="126" y="238"/>
                  </a:cubicBezTo>
                  <a:cubicBezTo>
                    <a:pt x="0" y="381"/>
                    <a:pt x="132" y="576"/>
                    <a:pt x="274" y="576"/>
                  </a:cubicBezTo>
                  <a:cubicBezTo>
                    <a:pt x="318" y="576"/>
                    <a:pt x="364" y="557"/>
                    <a:pt x="404" y="511"/>
                  </a:cubicBezTo>
                  <a:cubicBezTo>
                    <a:pt x="478" y="429"/>
                    <a:pt x="560" y="390"/>
                    <a:pt x="638" y="390"/>
                  </a:cubicBezTo>
                  <a:cubicBezTo>
                    <a:pt x="745" y="390"/>
                    <a:pt x="844" y="464"/>
                    <a:pt x="903" y="601"/>
                  </a:cubicBezTo>
                  <a:cubicBezTo>
                    <a:pt x="933" y="674"/>
                    <a:pt x="987" y="704"/>
                    <a:pt x="1044" y="704"/>
                  </a:cubicBezTo>
                  <a:cubicBezTo>
                    <a:pt x="1169" y="704"/>
                    <a:pt x="1309" y="559"/>
                    <a:pt x="1243" y="403"/>
                  </a:cubicBezTo>
                  <a:cubicBezTo>
                    <a:pt x="1129" y="142"/>
                    <a:pt x="881" y="1"/>
                    <a:pt x="6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5793;p55"/>
            <p:cNvSpPr/>
            <p:nvPr/>
          </p:nvSpPr>
          <p:spPr>
            <a:xfrm>
              <a:off x="-2031341" y="7857664"/>
              <a:ext cx="89615" cy="46860"/>
            </a:xfrm>
            <a:custGeom>
              <a:avLst/>
              <a:gdLst/>
              <a:ahLst/>
              <a:cxnLst/>
              <a:rect l="l" t="t" r="r" b="b"/>
              <a:pathLst>
                <a:path w="1289" h="674" extrusionOk="0">
                  <a:moveTo>
                    <a:pt x="634" y="1"/>
                  </a:moveTo>
                  <a:cubicBezTo>
                    <a:pt x="436" y="1"/>
                    <a:pt x="236" y="99"/>
                    <a:pt x="100" y="306"/>
                  </a:cubicBezTo>
                  <a:cubicBezTo>
                    <a:pt x="0" y="452"/>
                    <a:pt x="137" y="594"/>
                    <a:pt x="276" y="594"/>
                  </a:cubicBezTo>
                  <a:cubicBezTo>
                    <a:pt x="337" y="594"/>
                    <a:pt x="397" y="567"/>
                    <a:pt x="440" y="504"/>
                  </a:cubicBezTo>
                  <a:cubicBezTo>
                    <a:pt x="484" y="424"/>
                    <a:pt x="561" y="386"/>
                    <a:pt x="638" y="386"/>
                  </a:cubicBezTo>
                  <a:cubicBezTo>
                    <a:pt x="729" y="386"/>
                    <a:pt x="820" y="440"/>
                    <a:pt x="854" y="538"/>
                  </a:cubicBezTo>
                  <a:cubicBezTo>
                    <a:pt x="890" y="633"/>
                    <a:pt x="972" y="674"/>
                    <a:pt x="1051" y="674"/>
                  </a:cubicBezTo>
                  <a:cubicBezTo>
                    <a:pt x="1172" y="674"/>
                    <a:pt x="1289" y="580"/>
                    <a:pt x="1234" y="436"/>
                  </a:cubicBezTo>
                  <a:cubicBezTo>
                    <a:pt x="1124" y="153"/>
                    <a:pt x="881" y="1"/>
                    <a:pt x="6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5794;p55"/>
            <p:cNvSpPr/>
            <p:nvPr/>
          </p:nvSpPr>
          <p:spPr>
            <a:xfrm>
              <a:off x="-1967449" y="7856969"/>
              <a:ext cx="83566" cy="42480"/>
            </a:xfrm>
            <a:custGeom>
              <a:avLst/>
              <a:gdLst/>
              <a:ahLst/>
              <a:cxnLst/>
              <a:rect l="l" t="t" r="r" b="b"/>
              <a:pathLst>
                <a:path w="1202" h="611" extrusionOk="0">
                  <a:moveTo>
                    <a:pt x="605" y="1"/>
                  </a:moveTo>
                  <a:cubicBezTo>
                    <a:pt x="417" y="1"/>
                    <a:pt x="227" y="96"/>
                    <a:pt x="99" y="282"/>
                  </a:cubicBezTo>
                  <a:cubicBezTo>
                    <a:pt x="0" y="429"/>
                    <a:pt x="134" y="567"/>
                    <a:pt x="274" y="567"/>
                  </a:cubicBezTo>
                  <a:cubicBezTo>
                    <a:pt x="334" y="567"/>
                    <a:pt x="395" y="542"/>
                    <a:pt x="440" y="480"/>
                  </a:cubicBezTo>
                  <a:cubicBezTo>
                    <a:pt x="484" y="416"/>
                    <a:pt x="540" y="387"/>
                    <a:pt x="594" y="387"/>
                  </a:cubicBezTo>
                  <a:cubicBezTo>
                    <a:pt x="665" y="387"/>
                    <a:pt x="733" y="434"/>
                    <a:pt x="774" y="514"/>
                  </a:cubicBezTo>
                  <a:cubicBezTo>
                    <a:pt x="813" y="582"/>
                    <a:pt x="872" y="611"/>
                    <a:pt x="932" y="611"/>
                  </a:cubicBezTo>
                  <a:cubicBezTo>
                    <a:pt x="1065" y="611"/>
                    <a:pt x="1201" y="469"/>
                    <a:pt x="1115" y="316"/>
                  </a:cubicBezTo>
                  <a:cubicBezTo>
                    <a:pt x="996" y="104"/>
                    <a:pt x="802" y="1"/>
                    <a:pt x="6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5795;p55"/>
            <p:cNvSpPr/>
            <p:nvPr/>
          </p:nvSpPr>
          <p:spPr>
            <a:xfrm>
              <a:off x="-1912388" y="7860654"/>
              <a:ext cx="76266" cy="44426"/>
            </a:xfrm>
            <a:custGeom>
              <a:avLst/>
              <a:gdLst/>
              <a:ahLst/>
              <a:cxnLst/>
              <a:rect l="l" t="t" r="r" b="b"/>
              <a:pathLst>
                <a:path w="1097" h="639" extrusionOk="0">
                  <a:moveTo>
                    <a:pt x="545" y="1"/>
                  </a:moveTo>
                  <a:cubicBezTo>
                    <a:pt x="331" y="1"/>
                    <a:pt x="121" y="138"/>
                    <a:pt x="45" y="399"/>
                  </a:cubicBezTo>
                  <a:cubicBezTo>
                    <a:pt x="0" y="543"/>
                    <a:pt x="121" y="639"/>
                    <a:pt x="240" y="639"/>
                  </a:cubicBezTo>
                  <a:cubicBezTo>
                    <a:pt x="318" y="639"/>
                    <a:pt x="396" y="598"/>
                    <a:pt x="425" y="501"/>
                  </a:cubicBezTo>
                  <a:cubicBezTo>
                    <a:pt x="442" y="431"/>
                    <a:pt x="494" y="388"/>
                    <a:pt x="550" y="388"/>
                  </a:cubicBezTo>
                  <a:cubicBezTo>
                    <a:pt x="589" y="388"/>
                    <a:pt x="630" y="409"/>
                    <a:pt x="663" y="456"/>
                  </a:cubicBezTo>
                  <a:cubicBezTo>
                    <a:pt x="705" y="521"/>
                    <a:pt x="765" y="549"/>
                    <a:pt x="826" y="549"/>
                  </a:cubicBezTo>
                  <a:cubicBezTo>
                    <a:pt x="962" y="549"/>
                    <a:pt x="1096" y="408"/>
                    <a:pt x="998" y="263"/>
                  </a:cubicBezTo>
                  <a:cubicBezTo>
                    <a:pt x="885" y="86"/>
                    <a:pt x="714" y="1"/>
                    <a:pt x="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5796;p55"/>
            <p:cNvSpPr/>
            <p:nvPr/>
          </p:nvSpPr>
          <p:spPr>
            <a:xfrm>
              <a:off x="-1864348" y="7856760"/>
              <a:ext cx="65977" cy="41506"/>
            </a:xfrm>
            <a:custGeom>
              <a:avLst/>
              <a:gdLst/>
              <a:ahLst/>
              <a:cxnLst/>
              <a:rect l="l" t="t" r="r" b="b"/>
              <a:pathLst>
                <a:path w="949" h="597" extrusionOk="0">
                  <a:moveTo>
                    <a:pt x="471" y="0"/>
                  </a:moveTo>
                  <a:cubicBezTo>
                    <a:pt x="315" y="0"/>
                    <a:pt x="158" y="83"/>
                    <a:pt x="74" y="262"/>
                  </a:cubicBezTo>
                  <a:cubicBezTo>
                    <a:pt x="0" y="418"/>
                    <a:pt x="138" y="561"/>
                    <a:pt x="266" y="561"/>
                  </a:cubicBezTo>
                  <a:cubicBezTo>
                    <a:pt x="325" y="561"/>
                    <a:pt x="381" y="531"/>
                    <a:pt x="415" y="461"/>
                  </a:cubicBezTo>
                  <a:lnTo>
                    <a:pt x="415" y="455"/>
                  </a:lnTo>
                  <a:lnTo>
                    <a:pt x="534" y="455"/>
                  </a:lnTo>
                  <a:cubicBezTo>
                    <a:pt x="558" y="554"/>
                    <a:pt x="634" y="597"/>
                    <a:pt x="711" y="597"/>
                  </a:cubicBezTo>
                  <a:cubicBezTo>
                    <a:pt x="828" y="597"/>
                    <a:pt x="949" y="499"/>
                    <a:pt x="908" y="353"/>
                  </a:cubicBezTo>
                  <a:cubicBezTo>
                    <a:pt x="852" y="125"/>
                    <a:pt x="662" y="0"/>
                    <a:pt x="4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5797;p55"/>
            <p:cNvSpPr/>
            <p:nvPr/>
          </p:nvSpPr>
          <p:spPr>
            <a:xfrm>
              <a:off x="-1824511" y="7852728"/>
              <a:ext cx="95593" cy="49224"/>
            </a:xfrm>
            <a:custGeom>
              <a:avLst/>
              <a:gdLst/>
              <a:ahLst/>
              <a:cxnLst/>
              <a:rect l="l" t="t" r="r" b="b"/>
              <a:pathLst>
                <a:path w="1375" h="708" extrusionOk="0">
                  <a:moveTo>
                    <a:pt x="697" y="1"/>
                  </a:moveTo>
                  <a:cubicBezTo>
                    <a:pt x="464" y="1"/>
                    <a:pt x="229" y="120"/>
                    <a:pt x="91" y="354"/>
                  </a:cubicBezTo>
                  <a:cubicBezTo>
                    <a:pt x="1" y="507"/>
                    <a:pt x="136" y="649"/>
                    <a:pt x="271" y="649"/>
                  </a:cubicBezTo>
                  <a:cubicBezTo>
                    <a:pt x="331" y="649"/>
                    <a:pt x="391" y="621"/>
                    <a:pt x="431" y="553"/>
                  </a:cubicBezTo>
                  <a:cubicBezTo>
                    <a:pt x="495" y="441"/>
                    <a:pt x="586" y="391"/>
                    <a:pt x="678" y="391"/>
                  </a:cubicBezTo>
                  <a:cubicBezTo>
                    <a:pt x="791" y="391"/>
                    <a:pt x="905" y="469"/>
                    <a:pt x="965" y="604"/>
                  </a:cubicBezTo>
                  <a:cubicBezTo>
                    <a:pt x="997" y="677"/>
                    <a:pt x="1053" y="707"/>
                    <a:pt x="1111" y="707"/>
                  </a:cubicBezTo>
                  <a:cubicBezTo>
                    <a:pt x="1237" y="707"/>
                    <a:pt x="1375" y="564"/>
                    <a:pt x="1305" y="405"/>
                  </a:cubicBezTo>
                  <a:cubicBezTo>
                    <a:pt x="1185" y="134"/>
                    <a:pt x="943" y="1"/>
                    <a:pt x="6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5798;p55"/>
            <p:cNvSpPr/>
            <p:nvPr/>
          </p:nvSpPr>
          <p:spPr>
            <a:xfrm>
              <a:off x="-1749566" y="7852450"/>
              <a:ext cx="74459" cy="48320"/>
            </a:xfrm>
            <a:custGeom>
              <a:avLst/>
              <a:gdLst/>
              <a:ahLst/>
              <a:cxnLst/>
              <a:rect l="l" t="t" r="r" b="b"/>
              <a:pathLst>
                <a:path w="1071" h="695" extrusionOk="0">
                  <a:moveTo>
                    <a:pt x="415" y="1"/>
                  </a:moveTo>
                  <a:cubicBezTo>
                    <a:pt x="187" y="1"/>
                    <a:pt x="0" y="191"/>
                    <a:pt x="17" y="426"/>
                  </a:cubicBezTo>
                  <a:cubicBezTo>
                    <a:pt x="20" y="551"/>
                    <a:pt x="119" y="613"/>
                    <a:pt x="217" y="613"/>
                  </a:cubicBezTo>
                  <a:cubicBezTo>
                    <a:pt x="315" y="613"/>
                    <a:pt x="411" y="551"/>
                    <a:pt x="408" y="426"/>
                  </a:cubicBezTo>
                  <a:lnTo>
                    <a:pt x="408" y="420"/>
                  </a:lnTo>
                  <a:cubicBezTo>
                    <a:pt x="408" y="406"/>
                    <a:pt x="413" y="399"/>
                    <a:pt x="422" y="399"/>
                  </a:cubicBezTo>
                  <a:cubicBezTo>
                    <a:pt x="469" y="399"/>
                    <a:pt x="626" y="592"/>
                    <a:pt x="635" y="602"/>
                  </a:cubicBezTo>
                  <a:cubicBezTo>
                    <a:pt x="677" y="668"/>
                    <a:pt x="737" y="695"/>
                    <a:pt x="797" y="695"/>
                  </a:cubicBezTo>
                  <a:cubicBezTo>
                    <a:pt x="935" y="695"/>
                    <a:pt x="1070" y="553"/>
                    <a:pt x="976" y="403"/>
                  </a:cubicBezTo>
                  <a:cubicBezTo>
                    <a:pt x="851" y="211"/>
                    <a:pt x="686" y="1"/>
                    <a:pt x="425" y="1"/>
                  </a:cubicBezTo>
                  <a:cubicBezTo>
                    <a:pt x="422" y="1"/>
                    <a:pt x="419" y="1"/>
                    <a:pt x="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5799;p55"/>
            <p:cNvSpPr/>
            <p:nvPr/>
          </p:nvSpPr>
          <p:spPr>
            <a:xfrm>
              <a:off x="-2208206" y="6984917"/>
              <a:ext cx="463437" cy="492167"/>
            </a:xfrm>
            <a:custGeom>
              <a:avLst/>
              <a:gdLst/>
              <a:ahLst/>
              <a:cxnLst/>
              <a:rect l="l" t="t" r="r" b="b"/>
              <a:pathLst>
                <a:path w="6666" h="7079" extrusionOk="0">
                  <a:moveTo>
                    <a:pt x="2422" y="0"/>
                  </a:moveTo>
                  <a:cubicBezTo>
                    <a:pt x="1339" y="23"/>
                    <a:pt x="675" y="1628"/>
                    <a:pt x="488" y="2473"/>
                  </a:cubicBezTo>
                  <a:cubicBezTo>
                    <a:pt x="0" y="4680"/>
                    <a:pt x="1679" y="6597"/>
                    <a:pt x="2088" y="7033"/>
                  </a:cubicBezTo>
                  <a:cubicBezTo>
                    <a:pt x="2105" y="7050"/>
                    <a:pt x="2116" y="7068"/>
                    <a:pt x="2127" y="7079"/>
                  </a:cubicBezTo>
                  <a:cubicBezTo>
                    <a:pt x="2139" y="7068"/>
                    <a:pt x="2156" y="7056"/>
                    <a:pt x="2167" y="7045"/>
                  </a:cubicBezTo>
                  <a:cubicBezTo>
                    <a:pt x="3120" y="6194"/>
                    <a:pt x="6665" y="2944"/>
                    <a:pt x="5899" y="1543"/>
                  </a:cubicBezTo>
                  <a:cubicBezTo>
                    <a:pt x="5775" y="1310"/>
                    <a:pt x="5468" y="1032"/>
                    <a:pt x="4691" y="930"/>
                  </a:cubicBezTo>
                  <a:cubicBezTo>
                    <a:pt x="4470" y="899"/>
                    <a:pt x="4245" y="881"/>
                    <a:pt x="4017" y="881"/>
                  </a:cubicBezTo>
                  <a:cubicBezTo>
                    <a:pt x="3958" y="881"/>
                    <a:pt x="3899" y="883"/>
                    <a:pt x="3840" y="885"/>
                  </a:cubicBezTo>
                  <a:cubicBezTo>
                    <a:pt x="3704" y="698"/>
                    <a:pt x="3364" y="289"/>
                    <a:pt x="2916" y="96"/>
                  </a:cubicBezTo>
                  <a:cubicBezTo>
                    <a:pt x="2757" y="34"/>
                    <a:pt x="2593" y="0"/>
                    <a:pt x="24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55"/>
            <p:cNvSpPr/>
            <p:nvPr/>
          </p:nvSpPr>
          <p:spPr>
            <a:xfrm>
              <a:off x="-2145149" y="6982553"/>
              <a:ext cx="263143" cy="485493"/>
            </a:xfrm>
            <a:custGeom>
              <a:avLst/>
              <a:gdLst/>
              <a:ahLst/>
              <a:cxnLst/>
              <a:rect l="l" t="t" r="r" b="b"/>
              <a:pathLst>
                <a:path w="3785" h="6983" extrusionOk="0">
                  <a:moveTo>
                    <a:pt x="2003" y="0"/>
                  </a:moveTo>
                  <a:cubicBezTo>
                    <a:pt x="1765" y="204"/>
                    <a:pt x="1884" y="749"/>
                    <a:pt x="1464" y="1305"/>
                  </a:cubicBezTo>
                  <a:cubicBezTo>
                    <a:pt x="1045" y="1860"/>
                    <a:pt x="585" y="1787"/>
                    <a:pt x="483" y="2246"/>
                  </a:cubicBezTo>
                  <a:cubicBezTo>
                    <a:pt x="404" y="2587"/>
                    <a:pt x="636" y="2751"/>
                    <a:pt x="523" y="3188"/>
                  </a:cubicBezTo>
                  <a:cubicBezTo>
                    <a:pt x="438" y="3528"/>
                    <a:pt x="273" y="3528"/>
                    <a:pt x="188" y="3789"/>
                  </a:cubicBezTo>
                  <a:cubicBezTo>
                    <a:pt x="1" y="4345"/>
                    <a:pt x="596" y="4685"/>
                    <a:pt x="937" y="5808"/>
                  </a:cubicBezTo>
                  <a:cubicBezTo>
                    <a:pt x="1101" y="6358"/>
                    <a:pt x="1118" y="6790"/>
                    <a:pt x="1175" y="6937"/>
                  </a:cubicBezTo>
                  <a:cubicBezTo>
                    <a:pt x="1186" y="6965"/>
                    <a:pt x="1203" y="6982"/>
                    <a:pt x="1220" y="6982"/>
                  </a:cubicBezTo>
                  <a:cubicBezTo>
                    <a:pt x="1232" y="6982"/>
                    <a:pt x="1249" y="6971"/>
                    <a:pt x="1254" y="6948"/>
                  </a:cubicBezTo>
                  <a:cubicBezTo>
                    <a:pt x="1317" y="6829"/>
                    <a:pt x="1334" y="6432"/>
                    <a:pt x="1527" y="5973"/>
                  </a:cubicBezTo>
                  <a:cubicBezTo>
                    <a:pt x="1980" y="4912"/>
                    <a:pt x="2854" y="4759"/>
                    <a:pt x="2814" y="4118"/>
                  </a:cubicBezTo>
                  <a:cubicBezTo>
                    <a:pt x="2786" y="3710"/>
                    <a:pt x="2417" y="3687"/>
                    <a:pt x="2412" y="3188"/>
                  </a:cubicBezTo>
                  <a:cubicBezTo>
                    <a:pt x="2400" y="2762"/>
                    <a:pt x="2667" y="2394"/>
                    <a:pt x="2848" y="2138"/>
                  </a:cubicBezTo>
                  <a:cubicBezTo>
                    <a:pt x="3058" y="1843"/>
                    <a:pt x="3121" y="1872"/>
                    <a:pt x="3347" y="1571"/>
                  </a:cubicBezTo>
                  <a:cubicBezTo>
                    <a:pt x="3450" y="1429"/>
                    <a:pt x="3682" y="1123"/>
                    <a:pt x="3784" y="840"/>
                  </a:cubicBezTo>
                  <a:cubicBezTo>
                    <a:pt x="3557" y="803"/>
                    <a:pt x="3330" y="785"/>
                    <a:pt x="3104" y="785"/>
                  </a:cubicBezTo>
                  <a:cubicBezTo>
                    <a:pt x="3047" y="785"/>
                    <a:pt x="2990" y="786"/>
                    <a:pt x="2933" y="788"/>
                  </a:cubicBezTo>
                  <a:cubicBezTo>
                    <a:pt x="2792" y="596"/>
                    <a:pt x="2451" y="187"/>
                    <a:pt x="2003" y="0"/>
                  </a:cubicBezTo>
                  <a:close/>
                </a:path>
              </a:pathLst>
            </a:custGeom>
            <a:solidFill>
              <a:srgbClr val="3B4926">
                <a:alpha val="17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55"/>
            <p:cNvSpPr/>
            <p:nvPr/>
          </p:nvSpPr>
          <p:spPr>
            <a:xfrm>
              <a:off x="-1959385" y="6492263"/>
              <a:ext cx="465384" cy="427579"/>
            </a:xfrm>
            <a:custGeom>
              <a:avLst/>
              <a:gdLst/>
              <a:ahLst/>
              <a:cxnLst/>
              <a:rect l="l" t="t" r="r" b="b"/>
              <a:pathLst>
                <a:path w="6694" h="6150" extrusionOk="0">
                  <a:moveTo>
                    <a:pt x="3408" y="1"/>
                  </a:moveTo>
                  <a:cubicBezTo>
                    <a:pt x="3395" y="1"/>
                    <a:pt x="3382" y="1"/>
                    <a:pt x="3370" y="2"/>
                  </a:cubicBezTo>
                  <a:cubicBezTo>
                    <a:pt x="3103" y="13"/>
                    <a:pt x="2723" y="166"/>
                    <a:pt x="2292" y="818"/>
                  </a:cubicBezTo>
                  <a:cubicBezTo>
                    <a:pt x="2133" y="1051"/>
                    <a:pt x="1991" y="1301"/>
                    <a:pt x="1872" y="1561"/>
                  </a:cubicBezTo>
                  <a:cubicBezTo>
                    <a:pt x="1645" y="1607"/>
                    <a:pt x="1129" y="1732"/>
                    <a:pt x="761" y="2055"/>
                  </a:cubicBezTo>
                  <a:cubicBezTo>
                    <a:pt x="636" y="2163"/>
                    <a:pt x="534" y="2299"/>
                    <a:pt x="460" y="2452"/>
                  </a:cubicBezTo>
                  <a:cubicBezTo>
                    <a:pt x="0" y="3433"/>
                    <a:pt x="1158" y="4738"/>
                    <a:pt x="1833" y="5277"/>
                  </a:cubicBezTo>
                  <a:cubicBezTo>
                    <a:pt x="2689" y="5955"/>
                    <a:pt x="3709" y="6149"/>
                    <a:pt x="4596" y="6149"/>
                  </a:cubicBezTo>
                  <a:cubicBezTo>
                    <a:pt x="5542" y="6149"/>
                    <a:pt x="6339" y="5929"/>
                    <a:pt x="6631" y="5838"/>
                  </a:cubicBezTo>
                  <a:cubicBezTo>
                    <a:pt x="6654" y="5827"/>
                    <a:pt x="6677" y="5821"/>
                    <a:pt x="6694" y="5816"/>
                  </a:cubicBezTo>
                  <a:cubicBezTo>
                    <a:pt x="6688" y="5798"/>
                    <a:pt x="6682" y="5781"/>
                    <a:pt x="6677" y="5764"/>
                  </a:cubicBezTo>
                  <a:cubicBezTo>
                    <a:pt x="6333" y="4543"/>
                    <a:pt x="4985" y="1"/>
                    <a:pt x="34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55"/>
            <p:cNvSpPr/>
            <p:nvPr/>
          </p:nvSpPr>
          <p:spPr>
            <a:xfrm>
              <a:off x="-1906548" y="6549134"/>
              <a:ext cx="412964" cy="349085"/>
            </a:xfrm>
            <a:custGeom>
              <a:avLst/>
              <a:gdLst/>
              <a:ahLst/>
              <a:cxnLst/>
              <a:rect l="l" t="t" r="r" b="b"/>
              <a:pathLst>
                <a:path w="5940" h="5021" extrusionOk="0">
                  <a:moveTo>
                    <a:pt x="1526" y="0"/>
                  </a:moveTo>
                  <a:cubicBezTo>
                    <a:pt x="1373" y="233"/>
                    <a:pt x="1231" y="483"/>
                    <a:pt x="1112" y="738"/>
                  </a:cubicBezTo>
                  <a:cubicBezTo>
                    <a:pt x="885" y="783"/>
                    <a:pt x="369" y="908"/>
                    <a:pt x="1" y="1231"/>
                  </a:cubicBezTo>
                  <a:cubicBezTo>
                    <a:pt x="74" y="1538"/>
                    <a:pt x="619" y="1651"/>
                    <a:pt x="936" y="2286"/>
                  </a:cubicBezTo>
                  <a:cubicBezTo>
                    <a:pt x="1254" y="2910"/>
                    <a:pt x="987" y="3290"/>
                    <a:pt x="1350" y="3579"/>
                  </a:cubicBezTo>
                  <a:cubicBezTo>
                    <a:pt x="1623" y="3806"/>
                    <a:pt x="1872" y="3665"/>
                    <a:pt x="2218" y="3960"/>
                  </a:cubicBezTo>
                  <a:cubicBezTo>
                    <a:pt x="2485" y="4186"/>
                    <a:pt x="2411" y="4328"/>
                    <a:pt x="2610" y="4527"/>
                  </a:cubicBezTo>
                  <a:cubicBezTo>
                    <a:pt x="2769" y="4684"/>
                    <a:pt x="2951" y="4723"/>
                    <a:pt x="3181" y="4723"/>
                  </a:cubicBezTo>
                  <a:cubicBezTo>
                    <a:pt x="3417" y="4723"/>
                    <a:pt x="3703" y="4682"/>
                    <a:pt x="4064" y="4682"/>
                  </a:cubicBezTo>
                  <a:cubicBezTo>
                    <a:pt x="4268" y="4682"/>
                    <a:pt x="4496" y="4695"/>
                    <a:pt x="4754" y="4737"/>
                  </a:cubicBezTo>
                  <a:cubicBezTo>
                    <a:pt x="5321" y="4827"/>
                    <a:pt x="5712" y="5003"/>
                    <a:pt x="5871" y="5020"/>
                  </a:cubicBezTo>
                  <a:cubicBezTo>
                    <a:pt x="5899" y="5020"/>
                    <a:pt x="5922" y="5015"/>
                    <a:pt x="5934" y="4998"/>
                  </a:cubicBezTo>
                  <a:cubicBezTo>
                    <a:pt x="5939" y="4980"/>
                    <a:pt x="5934" y="4958"/>
                    <a:pt x="5917" y="4946"/>
                  </a:cubicBezTo>
                  <a:cubicBezTo>
                    <a:pt x="5837" y="4844"/>
                    <a:pt x="5491" y="4657"/>
                    <a:pt x="5162" y="4277"/>
                  </a:cubicBezTo>
                  <a:cubicBezTo>
                    <a:pt x="4402" y="3409"/>
                    <a:pt x="4646" y="2553"/>
                    <a:pt x="4056" y="2309"/>
                  </a:cubicBezTo>
                  <a:cubicBezTo>
                    <a:pt x="3977" y="2277"/>
                    <a:pt x="3906" y="2265"/>
                    <a:pt x="3839" y="2265"/>
                  </a:cubicBezTo>
                  <a:cubicBezTo>
                    <a:pt x="3671" y="2265"/>
                    <a:pt x="3531" y="2338"/>
                    <a:pt x="3351" y="2338"/>
                  </a:cubicBezTo>
                  <a:cubicBezTo>
                    <a:pt x="3261" y="2338"/>
                    <a:pt x="3160" y="2319"/>
                    <a:pt x="3041" y="2264"/>
                  </a:cubicBezTo>
                  <a:cubicBezTo>
                    <a:pt x="2661" y="2088"/>
                    <a:pt x="2440" y="1691"/>
                    <a:pt x="2292" y="1407"/>
                  </a:cubicBezTo>
                  <a:cubicBezTo>
                    <a:pt x="2116" y="1095"/>
                    <a:pt x="2167" y="1050"/>
                    <a:pt x="1997" y="715"/>
                  </a:cubicBezTo>
                  <a:cubicBezTo>
                    <a:pt x="1918" y="562"/>
                    <a:pt x="1742" y="216"/>
                    <a:pt x="1526" y="0"/>
                  </a:cubicBezTo>
                  <a:close/>
                </a:path>
              </a:pathLst>
            </a:custGeom>
            <a:solidFill>
              <a:srgbClr val="3B4926">
                <a:alpha val="17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55"/>
            <p:cNvSpPr/>
            <p:nvPr/>
          </p:nvSpPr>
          <p:spPr>
            <a:xfrm>
              <a:off x="-2467316" y="6271104"/>
              <a:ext cx="631403" cy="509827"/>
            </a:xfrm>
            <a:custGeom>
              <a:avLst/>
              <a:gdLst/>
              <a:ahLst/>
              <a:cxnLst/>
              <a:rect l="l" t="t" r="r" b="b"/>
              <a:pathLst>
                <a:path w="9082" h="7333" extrusionOk="0">
                  <a:moveTo>
                    <a:pt x="4562" y="1"/>
                  </a:moveTo>
                  <a:cubicBezTo>
                    <a:pt x="2408" y="1"/>
                    <a:pt x="559" y="1329"/>
                    <a:pt x="69" y="1708"/>
                  </a:cubicBezTo>
                  <a:cubicBezTo>
                    <a:pt x="41" y="1731"/>
                    <a:pt x="18" y="1748"/>
                    <a:pt x="1" y="1759"/>
                  </a:cubicBezTo>
                  <a:cubicBezTo>
                    <a:pt x="18" y="1776"/>
                    <a:pt x="29" y="1799"/>
                    <a:pt x="41" y="1816"/>
                  </a:cubicBezTo>
                  <a:cubicBezTo>
                    <a:pt x="938" y="3038"/>
                    <a:pt x="4169" y="7333"/>
                    <a:pt x="6130" y="7333"/>
                  </a:cubicBezTo>
                  <a:cubicBezTo>
                    <a:pt x="6289" y="7333"/>
                    <a:pt x="6440" y="7304"/>
                    <a:pt x="6580" y="7244"/>
                  </a:cubicBezTo>
                  <a:cubicBezTo>
                    <a:pt x="6898" y="7108"/>
                    <a:pt x="7284" y="6756"/>
                    <a:pt x="7511" y="5780"/>
                  </a:cubicBezTo>
                  <a:cubicBezTo>
                    <a:pt x="7596" y="5429"/>
                    <a:pt x="7652" y="5066"/>
                    <a:pt x="7675" y="4703"/>
                  </a:cubicBezTo>
                  <a:cubicBezTo>
                    <a:pt x="7936" y="4544"/>
                    <a:pt x="8498" y="4164"/>
                    <a:pt x="8793" y="3619"/>
                  </a:cubicBezTo>
                  <a:cubicBezTo>
                    <a:pt x="8889" y="3427"/>
                    <a:pt x="8951" y="3217"/>
                    <a:pt x="8974" y="3007"/>
                  </a:cubicBezTo>
                  <a:cubicBezTo>
                    <a:pt x="9082" y="1623"/>
                    <a:pt x="7119" y="579"/>
                    <a:pt x="6064" y="233"/>
                  </a:cubicBezTo>
                  <a:cubicBezTo>
                    <a:pt x="5556" y="69"/>
                    <a:pt x="5051" y="1"/>
                    <a:pt x="45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55"/>
            <p:cNvSpPr/>
            <p:nvPr/>
          </p:nvSpPr>
          <p:spPr>
            <a:xfrm>
              <a:off x="-2467316" y="6324290"/>
              <a:ext cx="611311" cy="349155"/>
            </a:xfrm>
            <a:custGeom>
              <a:avLst/>
              <a:gdLst/>
              <a:ahLst/>
              <a:cxnLst/>
              <a:rect l="l" t="t" r="r" b="b"/>
              <a:pathLst>
                <a:path w="8793" h="5022" extrusionOk="0">
                  <a:moveTo>
                    <a:pt x="3856" y="1"/>
                  </a:moveTo>
                  <a:cubicBezTo>
                    <a:pt x="3311" y="1"/>
                    <a:pt x="2751" y="539"/>
                    <a:pt x="1527" y="784"/>
                  </a:cubicBezTo>
                  <a:cubicBezTo>
                    <a:pt x="806" y="926"/>
                    <a:pt x="262" y="892"/>
                    <a:pt x="69" y="943"/>
                  </a:cubicBezTo>
                  <a:cubicBezTo>
                    <a:pt x="29" y="960"/>
                    <a:pt x="7" y="977"/>
                    <a:pt x="1" y="994"/>
                  </a:cubicBezTo>
                  <a:cubicBezTo>
                    <a:pt x="1" y="1017"/>
                    <a:pt x="12" y="1034"/>
                    <a:pt x="41" y="1051"/>
                  </a:cubicBezTo>
                  <a:cubicBezTo>
                    <a:pt x="182" y="1141"/>
                    <a:pt x="687" y="1209"/>
                    <a:pt x="1249" y="1516"/>
                  </a:cubicBezTo>
                  <a:cubicBezTo>
                    <a:pt x="2548" y="2219"/>
                    <a:pt x="2633" y="3348"/>
                    <a:pt x="3449" y="3382"/>
                  </a:cubicBezTo>
                  <a:cubicBezTo>
                    <a:pt x="3459" y="3382"/>
                    <a:pt x="3468" y="3382"/>
                    <a:pt x="3477" y="3382"/>
                  </a:cubicBezTo>
                  <a:cubicBezTo>
                    <a:pt x="3954" y="3382"/>
                    <a:pt x="4057" y="2975"/>
                    <a:pt x="4593" y="2975"/>
                  </a:cubicBezTo>
                  <a:cubicBezTo>
                    <a:pt x="4623" y="2975"/>
                    <a:pt x="4654" y="2977"/>
                    <a:pt x="4686" y="2979"/>
                  </a:cubicBezTo>
                  <a:cubicBezTo>
                    <a:pt x="5225" y="3019"/>
                    <a:pt x="5667" y="3399"/>
                    <a:pt x="5974" y="3671"/>
                  </a:cubicBezTo>
                  <a:cubicBezTo>
                    <a:pt x="6320" y="3972"/>
                    <a:pt x="6280" y="4046"/>
                    <a:pt x="6637" y="4369"/>
                  </a:cubicBezTo>
                  <a:cubicBezTo>
                    <a:pt x="6802" y="4516"/>
                    <a:pt x="7170" y="4851"/>
                    <a:pt x="7516" y="5021"/>
                  </a:cubicBezTo>
                  <a:cubicBezTo>
                    <a:pt x="7596" y="4664"/>
                    <a:pt x="7652" y="4301"/>
                    <a:pt x="7681" y="3938"/>
                  </a:cubicBezTo>
                  <a:cubicBezTo>
                    <a:pt x="7936" y="3785"/>
                    <a:pt x="8498" y="3405"/>
                    <a:pt x="8793" y="2854"/>
                  </a:cubicBezTo>
                  <a:cubicBezTo>
                    <a:pt x="8566" y="2520"/>
                    <a:pt x="7862" y="2622"/>
                    <a:pt x="7193" y="2009"/>
                  </a:cubicBezTo>
                  <a:cubicBezTo>
                    <a:pt x="6541" y="1408"/>
                    <a:pt x="6688" y="824"/>
                    <a:pt x="6121" y="642"/>
                  </a:cubicBezTo>
                  <a:cubicBezTo>
                    <a:pt x="6024" y="608"/>
                    <a:pt x="5936" y="597"/>
                    <a:pt x="5853" y="597"/>
                  </a:cubicBezTo>
                  <a:cubicBezTo>
                    <a:pt x="5677" y="597"/>
                    <a:pt x="5518" y="649"/>
                    <a:pt x="5320" y="649"/>
                  </a:cubicBezTo>
                  <a:cubicBezTo>
                    <a:pt x="5204" y="649"/>
                    <a:pt x="5074" y="631"/>
                    <a:pt x="4919" y="574"/>
                  </a:cubicBezTo>
                  <a:cubicBezTo>
                    <a:pt x="4499" y="427"/>
                    <a:pt x="4516" y="223"/>
                    <a:pt x="4193" y="75"/>
                  </a:cubicBezTo>
                  <a:cubicBezTo>
                    <a:pt x="4077" y="23"/>
                    <a:pt x="3967" y="1"/>
                    <a:pt x="3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55"/>
            <p:cNvSpPr/>
            <p:nvPr/>
          </p:nvSpPr>
          <p:spPr>
            <a:xfrm>
              <a:off x="-2050876" y="6776203"/>
              <a:ext cx="674021" cy="762411"/>
            </a:xfrm>
            <a:custGeom>
              <a:avLst/>
              <a:gdLst/>
              <a:ahLst/>
              <a:cxnLst/>
              <a:rect l="l" t="t" r="r" b="b"/>
              <a:pathLst>
                <a:path w="9695" h="10966" extrusionOk="0">
                  <a:moveTo>
                    <a:pt x="3901" y="0"/>
                  </a:moveTo>
                  <a:cubicBezTo>
                    <a:pt x="3673" y="0"/>
                    <a:pt x="3456" y="50"/>
                    <a:pt x="3262" y="166"/>
                  </a:cubicBezTo>
                  <a:cubicBezTo>
                    <a:pt x="2956" y="348"/>
                    <a:pt x="2757" y="659"/>
                    <a:pt x="2644" y="1017"/>
                  </a:cubicBezTo>
                  <a:cubicBezTo>
                    <a:pt x="2354" y="1856"/>
                    <a:pt x="2485" y="2940"/>
                    <a:pt x="2508" y="3081"/>
                  </a:cubicBezTo>
                  <a:cubicBezTo>
                    <a:pt x="1969" y="3513"/>
                    <a:pt x="1458" y="3978"/>
                    <a:pt x="987" y="4482"/>
                  </a:cubicBezTo>
                  <a:cubicBezTo>
                    <a:pt x="103" y="5435"/>
                    <a:pt x="1" y="5980"/>
                    <a:pt x="137" y="6320"/>
                  </a:cubicBezTo>
                  <a:cubicBezTo>
                    <a:pt x="562" y="7398"/>
                    <a:pt x="3438" y="6519"/>
                    <a:pt x="6410" y="8141"/>
                  </a:cubicBezTo>
                  <a:cubicBezTo>
                    <a:pt x="7800" y="8907"/>
                    <a:pt x="8736" y="9950"/>
                    <a:pt x="9331" y="10784"/>
                  </a:cubicBezTo>
                  <a:cubicBezTo>
                    <a:pt x="9376" y="10841"/>
                    <a:pt x="9422" y="10903"/>
                    <a:pt x="9462" y="10966"/>
                  </a:cubicBezTo>
                  <a:cubicBezTo>
                    <a:pt x="9490" y="10716"/>
                    <a:pt x="9530" y="10398"/>
                    <a:pt x="9552" y="10030"/>
                  </a:cubicBezTo>
                  <a:cubicBezTo>
                    <a:pt x="9694" y="7948"/>
                    <a:pt x="9575" y="4216"/>
                    <a:pt x="7085" y="1805"/>
                  </a:cubicBezTo>
                  <a:cubicBezTo>
                    <a:pt x="6916" y="1641"/>
                    <a:pt x="5213" y="0"/>
                    <a:pt x="39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55"/>
            <p:cNvSpPr/>
            <p:nvPr/>
          </p:nvSpPr>
          <p:spPr>
            <a:xfrm>
              <a:off x="-1982675" y="6844476"/>
              <a:ext cx="595947" cy="694138"/>
            </a:xfrm>
            <a:custGeom>
              <a:avLst/>
              <a:gdLst/>
              <a:ahLst/>
              <a:cxnLst/>
              <a:rect l="l" t="t" r="r" b="b"/>
              <a:pathLst>
                <a:path w="8572" h="9984" extrusionOk="0">
                  <a:moveTo>
                    <a:pt x="1873" y="1"/>
                  </a:moveTo>
                  <a:cubicBezTo>
                    <a:pt x="1805" y="1"/>
                    <a:pt x="1731" y="12"/>
                    <a:pt x="1663" y="35"/>
                  </a:cubicBezTo>
                  <a:cubicBezTo>
                    <a:pt x="1368" y="874"/>
                    <a:pt x="1504" y="1958"/>
                    <a:pt x="1527" y="2099"/>
                  </a:cubicBezTo>
                  <a:cubicBezTo>
                    <a:pt x="982" y="2531"/>
                    <a:pt x="477" y="2996"/>
                    <a:pt x="1" y="3500"/>
                  </a:cubicBezTo>
                  <a:cubicBezTo>
                    <a:pt x="29" y="3574"/>
                    <a:pt x="69" y="3637"/>
                    <a:pt x="114" y="3699"/>
                  </a:cubicBezTo>
                  <a:cubicBezTo>
                    <a:pt x="356" y="4016"/>
                    <a:pt x="868" y="4260"/>
                    <a:pt x="1355" y="4260"/>
                  </a:cubicBezTo>
                  <a:cubicBezTo>
                    <a:pt x="1486" y="4260"/>
                    <a:pt x="1615" y="4242"/>
                    <a:pt x="1736" y="4204"/>
                  </a:cubicBezTo>
                  <a:cubicBezTo>
                    <a:pt x="2154" y="4066"/>
                    <a:pt x="2295" y="3726"/>
                    <a:pt x="2608" y="3726"/>
                  </a:cubicBezTo>
                  <a:cubicBezTo>
                    <a:pt x="2618" y="3726"/>
                    <a:pt x="2628" y="3727"/>
                    <a:pt x="2638" y="3727"/>
                  </a:cubicBezTo>
                  <a:cubicBezTo>
                    <a:pt x="3018" y="3756"/>
                    <a:pt x="2984" y="4300"/>
                    <a:pt x="3455" y="4618"/>
                  </a:cubicBezTo>
                  <a:cubicBezTo>
                    <a:pt x="3637" y="4740"/>
                    <a:pt x="3813" y="4778"/>
                    <a:pt x="3986" y="4778"/>
                  </a:cubicBezTo>
                  <a:cubicBezTo>
                    <a:pt x="4264" y="4778"/>
                    <a:pt x="4537" y="4681"/>
                    <a:pt x="4825" y="4681"/>
                  </a:cubicBezTo>
                  <a:cubicBezTo>
                    <a:pt x="4988" y="4681"/>
                    <a:pt x="5156" y="4712"/>
                    <a:pt x="5333" y="4811"/>
                  </a:cubicBezTo>
                  <a:cubicBezTo>
                    <a:pt x="5979" y="5174"/>
                    <a:pt x="5962" y="5979"/>
                    <a:pt x="6467" y="6025"/>
                  </a:cubicBezTo>
                  <a:cubicBezTo>
                    <a:pt x="6478" y="6025"/>
                    <a:pt x="6489" y="6026"/>
                    <a:pt x="6500" y="6026"/>
                  </a:cubicBezTo>
                  <a:cubicBezTo>
                    <a:pt x="6767" y="6026"/>
                    <a:pt x="6855" y="5783"/>
                    <a:pt x="7049" y="5783"/>
                  </a:cubicBezTo>
                  <a:cubicBezTo>
                    <a:pt x="7063" y="5783"/>
                    <a:pt x="7076" y="5784"/>
                    <a:pt x="7091" y="5786"/>
                  </a:cubicBezTo>
                  <a:cubicBezTo>
                    <a:pt x="7562" y="5866"/>
                    <a:pt x="7613" y="7085"/>
                    <a:pt x="8186" y="9195"/>
                  </a:cubicBezTo>
                  <a:cubicBezTo>
                    <a:pt x="8248" y="9433"/>
                    <a:pt x="8305" y="9638"/>
                    <a:pt x="8350" y="9802"/>
                  </a:cubicBezTo>
                  <a:cubicBezTo>
                    <a:pt x="8395" y="9859"/>
                    <a:pt x="8441" y="9921"/>
                    <a:pt x="8481" y="9984"/>
                  </a:cubicBezTo>
                  <a:cubicBezTo>
                    <a:pt x="8509" y="9734"/>
                    <a:pt x="8549" y="9416"/>
                    <a:pt x="8571" y="9048"/>
                  </a:cubicBezTo>
                  <a:cubicBezTo>
                    <a:pt x="8469" y="7874"/>
                    <a:pt x="8169" y="6217"/>
                    <a:pt x="7686" y="5429"/>
                  </a:cubicBezTo>
                  <a:cubicBezTo>
                    <a:pt x="7556" y="5236"/>
                    <a:pt x="7448" y="5026"/>
                    <a:pt x="7358" y="4816"/>
                  </a:cubicBezTo>
                  <a:cubicBezTo>
                    <a:pt x="7034" y="4062"/>
                    <a:pt x="7193" y="3824"/>
                    <a:pt x="6966" y="3398"/>
                  </a:cubicBezTo>
                  <a:cubicBezTo>
                    <a:pt x="6790" y="3064"/>
                    <a:pt x="6331" y="2820"/>
                    <a:pt x="5418" y="2349"/>
                  </a:cubicBezTo>
                  <a:cubicBezTo>
                    <a:pt x="4726" y="1980"/>
                    <a:pt x="4561" y="1941"/>
                    <a:pt x="4204" y="1753"/>
                  </a:cubicBezTo>
                  <a:cubicBezTo>
                    <a:pt x="2627" y="925"/>
                    <a:pt x="2531" y="6"/>
                    <a:pt x="18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55"/>
            <p:cNvSpPr/>
            <p:nvPr/>
          </p:nvSpPr>
          <p:spPr>
            <a:xfrm>
              <a:off x="-1990948" y="6270200"/>
              <a:ext cx="699257" cy="530615"/>
            </a:xfrm>
            <a:custGeom>
              <a:avLst/>
              <a:gdLst/>
              <a:ahLst/>
              <a:cxnLst/>
              <a:rect l="l" t="t" r="r" b="b"/>
              <a:pathLst>
                <a:path w="10058" h="7632" extrusionOk="0">
                  <a:moveTo>
                    <a:pt x="5812" y="1"/>
                  </a:moveTo>
                  <a:cubicBezTo>
                    <a:pt x="5554" y="1"/>
                    <a:pt x="5303" y="41"/>
                    <a:pt x="5066" y="127"/>
                  </a:cubicBezTo>
                  <a:cubicBezTo>
                    <a:pt x="4760" y="240"/>
                    <a:pt x="4232" y="524"/>
                    <a:pt x="3773" y="1318"/>
                  </a:cubicBezTo>
                  <a:cubicBezTo>
                    <a:pt x="3035" y="1551"/>
                    <a:pt x="2434" y="1755"/>
                    <a:pt x="1952" y="1948"/>
                  </a:cubicBezTo>
                  <a:cubicBezTo>
                    <a:pt x="392" y="2549"/>
                    <a:pt x="1" y="2935"/>
                    <a:pt x="35" y="3190"/>
                  </a:cubicBezTo>
                  <a:cubicBezTo>
                    <a:pt x="143" y="3939"/>
                    <a:pt x="3971" y="3315"/>
                    <a:pt x="6750" y="5793"/>
                  </a:cubicBezTo>
                  <a:cubicBezTo>
                    <a:pt x="7335" y="6321"/>
                    <a:pt x="7834" y="6945"/>
                    <a:pt x="8220" y="7631"/>
                  </a:cubicBezTo>
                  <a:cubicBezTo>
                    <a:pt x="9530" y="6349"/>
                    <a:pt x="10057" y="4540"/>
                    <a:pt x="9535" y="2974"/>
                  </a:cubicBezTo>
                  <a:cubicBezTo>
                    <a:pt x="8985" y="1323"/>
                    <a:pt x="7288" y="1"/>
                    <a:pt x="58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55"/>
            <p:cNvSpPr/>
            <p:nvPr/>
          </p:nvSpPr>
          <p:spPr>
            <a:xfrm>
              <a:off x="-1882910" y="6279377"/>
              <a:ext cx="542206" cy="491055"/>
            </a:xfrm>
            <a:custGeom>
              <a:avLst/>
              <a:gdLst/>
              <a:ahLst/>
              <a:cxnLst/>
              <a:rect l="l" t="t" r="r" b="b"/>
              <a:pathLst>
                <a:path w="7799" h="7063" extrusionOk="0">
                  <a:moveTo>
                    <a:pt x="3518" y="1"/>
                  </a:moveTo>
                  <a:cubicBezTo>
                    <a:pt x="3206" y="108"/>
                    <a:pt x="2678" y="392"/>
                    <a:pt x="2224" y="1186"/>
                  </a:cubicBezTo>
                  <a:cubicBezTo>
                    <a:pt x="1481" y="1419"/>
                    <a:pt x="886" y="1629"/>
                    <a:pt x="398" y="1816"/>
                  </a:cubicBezTo>
                  <a:cubicBezTo>
                    <a:pt x="182" y="1986"/>
                    <a:pt x="1" y="2167"/>
                    <a:pt x="46" y="2281"/>
                  </a:cubicBezTo>
                  <a:cubicBezTo>
                    <a:pt x="67" y="2341"/>
                    <a:pt x="139" y="2362"/>
                    <a:pt x="249" y="2362"/>
                  </a:cubicBezTo>
                  <a:cubicBezTo>
                    <a:pt x="505" y="2362"/>
                    <a:pt x="965" y="2249"/>
                    <a:pt x="1469" y="2249"/>
                  </a:cubicBezTo>
                  <a:cubicBezTo>
                    <a:pt x="1862" y="2249"/>
                    <a:pt x="2280" y="2317"/>
                    <a:pt x="2650" y="2559"/>
                  </a:cubicBezTo>
                  <a:cubicBezTo>
                    <a:pt x="3155" y="2893"/>
                    <a:pt x="3013" y="3183"/>
                    <a:pt x="3563" y="3568"/>
                  </a:cubicBezTo>
                  <a:cubicBezTo>
                    <a:pt x="4391" y="4141"/>
                    <a:pt x="5026" y="3710"/>
                    <a:pt x="5713" y="4090"/>
                  </a:cubicBezTo>
                  <a:cubicBezTo>
                    <a:pt x="6938" y="4771"/>
                    <a:pt x="6563" y="7057"/>
                    <a:pt x="6847" y="7062"/>
                  </a:cubicBezTo>
                  <a:cubicBezTo>
                    <a:pt x="6848" y="7062"/>
                    <a:pt x="6848" y="7062"/>
                    <a:pt x="6849" y="7062"/>
                  </a:cubicBezTo>
                  <a:cubicBezTo>
                    <a:pt x="7212" y="7062"/>
                    <a:pt x="7798" y="3454"/>
                    <a:pt x="6847" y="3018"/>
                  </a:cubicBezTo>
                  <a:cubicBezTo>
                    <a:pt x="6615" y="2910"/>
                    <a:pt x="6291" y="2990"/>
                    <a:pt x="6104" y="2740"/>
                  </a:cubicBezTo>
                  <a:cubicBezTo>
                    <a:pt x="5888" y="2462"/>
                    <a:pt x="6132" y="2162"/>
                    <a:pt x="5962" y="1884"/>
                  </a:cubicBezTo>
                  <a:cubicBezTo>
                    <a:pt x="5724" y="1509"/>
                    <a:pt x="5117" y="1850"/>
                    <a:pt x="4516" y="1532"/>
                  </a:cubicBezTo>
                  <a:cubicBezTo>
                    <a:pt x="3847" y="1175"/>
                    <a:pt x="3790" y="296"/>
                    <a:pt x="35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55"/>
            <p:cNvSpPr/>
            <p:nvPr/>
          </p:nvSpPr>
          <p:spPr>
            <a:xfrm>
              <a:off x="-2611645" y="6579864"/>
              <a:ext cx="773021" cy="821160"/>
            </a:xfrm>
            <a:custGeom>
              <a:avLst/>
              <a:gdLst/>
              <a:ahLst/>
              <a:cxnLst/>
              <a:rect l="l" t="t" r="r" b="b"/>
              <a:pathLst>
                <a:path w="11119" h="11811" extrusionOk="0">
                  <a:moveTo>
                    <a:pt x="4039" y="1"/>
                  </a:moveTo>
                  <a:cubicBezTo>
                    <a:pt x="2230" y="35"/>
                    <a:pt x="1124" y="2718"/>
                    <a:pt x="806" y="4124"/>
                  </a:cubicBezTo>
                  <a:cubicBezTo>
                    <a:pt x="1" y="7806"/>
                    <a:pt x="2797" y="11005"/>
                    <a:pt x="3478" y="11731"/>
                  </a:cubicBezTo>
                  <a:cubicBezTo>
                    <a:pt x="3501" y="11759"/>
                    <a:pt x="3529" y="11787"/>
                    <a:pt x="3546" y="11810"/>
                  </a:cubicBezTo>
                  <a:cubicBezTo>
                    <a:pt x="3569" y="11787"/>
                    <a:pt x="3586" y="11770"/>
                    <a:pt x="3608" y="11753"/>
                  </a:cubicBezTo>
                  <a:cubicBezTo>
                    <a:pt x="5208" y="10330"/>
                    <a:pt x="11118" y="4907"/>
                    <a:pt x="9842" y="2576"/>
                  </a:cubicBezTo>
                  <a:cubicBezTo>
                    <a:pt x="9632" y="2185"/>
                    <a:pt x="9127" y="1725"/>
                    <a:pt x="7828" y="1549"/>
                  </a:cubicBezTo>
                  <a:cubicBezTo>
                    <a:pt x="7425" y="1496"/>
                    <a:pt x="7019" y="1467"/>
                    <a:pt x="6614" y="1467"/>
                  </a:cubicBezTo>
                  <a:cubicBezTo>
                    <a:pt x="6546" y="1467"/>
                    <a:pt x="6478" y="1468"/>
                    <a:pt x="6410" y="1470"/>
                  </a:cubicBezTo>
                  <a:cubicBezTo>
                    <a:pt x="6172" y="1158"/>
                    <a:pt x="5611" y="477"/>
                    <a:pt x="4862" y="165"/>
                  </a:cubicBezTo>
                  <a:cubicBezTo>
                    <a:pt x="4601" y="52"/>
                    <a:pt x="4323" y="1"/>
                    <a:pt x="4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55"/>
            <p:cNvSpPr/>
            <p:nvPr/>
          </p:nvSpPr>
          <p:spPr>
            <a:xfrm>
              <a:off x="-2506318" y="6591336"/>
              <a:ext cx="438965" cy="809688"/>
            </a:xfrm>
            <a:custGeom>
              <a:avLst/>
              <a:gdLst/>
              <a:ahLst/>
              <a:cxnLst/>
              <a:rect l="l" t="t" r="r" b="b"/>
              <a:pathLst>
                <a:path w="6314" h="11646" extrusionOk="0">
                  <a:moveTo>
                    <a:pt x="3341" y="0"/>
                  </a:moveTo>
                  <a:cubicBezTo>
                    <a:pt x="2938" y="329"/>
                    <a:pt x="3160" y="1231"/>
                    <a:pt x="2445" y="2173"/>
                  </a:cubicBezTo>
                  <a:cubicBezTo>
                    <a:pt x="1742" y="3103"/>
                    <a:pt x="976" y="2978"/>
                    <a:pt x="800" y="3738"/>
                  </a:cubicBezTo>
                  <a:cubicBezTo>
                    <a:pt x="670" y="4311"/>
                    <a:pt x="1061" y="4583"/>
                    <a:pt x="874" y="5315"/>
                  </a:cubicBezTo>
                  <a:cubicBezTo>
                    <a:pt x="732" y="5877"/>
                    <a:pt x="460" y="5877"/>
                    <a:pt x="312" y="6319"/>
                  </a:cubicBezTo>
                  <a:cubicBezTo>
                    <a:pt x="0" y="7244"/>
                    <a:pt x="1004" y="7811"/>
                    <a:pt x="1571" y="9688"/>
                  </a:cubicBezTo>
                  <a:cubicBezTo>
                    <a:pt x="1844" y="10607"/>
                    <a:pt x="1866" y="11322"/>
                    <a:pt x="1963" y="11566"/>
                  </a:cubicBezTo>
                  <a:cubicBezTo>
                    <a:pt x="1980" y="11617"/>
                    <a:pt x="2008" y="11645"/>
                    <a:pt x="2031" y="11645"/>
                  </a:cubicBezTo>
                  <a:cubicBezTo>
                    <a:pt x="2059" y="11645"/>
                    <a:pt x="2082" y="11622"/>
                    <a:pt x="2093" y="11588"/>
                  </a:cubicBezTo>
                  <a:cubicBezTo>
                    <a:pt x="2190" y="11390"/>
                    <a:pt x="2224" y="10726"/>
                    <a:pt x="2547" y="9961"/>
                  </a:cubicBezTo>
                  <a:cubicBezTo>
                    <a:pt x="3301" y="8185"/>
                    <a:pt x="4759" y="7930"/>
                    <a:pt x="4697" y="6869"/>
                  </a:cubicBezTo>
                  <a:cubicBezTo>
                    <a:pt x="4651" y="6183"/>
                    <a:pt x="4033" y="6138"/>
                    <a:pt x="4016" y="5315"/>
                  </a:cubicBezTo>
                  <a:cubicBezTo>
                    <a:pt x="4005" y="4606"/>
                    <a:pt x="4447" y="3988"/>
                    <a:pt x="4754" y="3557"/>
                  </a:cubicBezTo>
                  <a:cubicBezTo>
                    <a:pt x="5099" y="3069"/>
                    <a:pt x="5207" y="3114"/>
                    <a:pt x="5582" y="2609"/>
                  </a:cubicBezTo>
                  <a:cubicBezTo>
                    <a:pt x="5757" y="2377"/>
                    <a:pt x="6143" y="1855"/>
                    <a:pt x="6313" y="1384"/>
                  </a:cubicBezTo>
                  <a:cubicBezTo>
                    <a:pt x="5910" y="1331"/>
                    <a:pt x="5504" y="1302"/>
                    <a:pt x="5096" y="1302"/>
                  </a:cubicBezTo>
                  <a:cubicBezTo>
                    <a:pt x="5027" y="1302"/>
                    <a:pt x="4958" y="1303"/>
                    <a:pt x="4890" y="1305"/>
                  </a:cubicBezTo>
                  <a:cubicBezTo>
                    <a:pt x="4657" y="993"/>
                    <a:pt x="4090" y="312"/>
                    <a:pt x="33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55"/>
            <p:cNvSpPr/>
            <p:nvPr/>
          </p:nvSpPr>
          <p:spPr>
            <a:xfrm>
              <a:off x="-2318608" y="6575554"/>
              <a:ext cx="359292" cy="151495"/>
            </a:xfrm>
            <a:custGeom>
              <a:avLst/>
              <a:gdLst/>
              <a:ahLst/>
              <a:cxnLst/>
              <a:rect l="l" t="t" r="r" b="b"/>
              <a:pathLst>
                <a:path w="5168" h="2179" extrusionOk="0">
                  <a:moveTo>
                    <a:pt x="29" y="0"/>
                  </a:moveTo>
                  <a:lnTo>
                    <a:pt x="0" y="142"/>
                  </a:lnTo>
                  <a:cubicBezTo>
                    <a:pt x="868" y="318"/>
                    <a:pt x="1634" y="834"/>
                    <a:pt x="2133" y="1572"/>
                  </a:cubicBezTo>
                  <a:lnTo>
                    <a:pt x="2156" y="1606"/>
                  </a:lnTo>
                  <a:lnTo>
                    <a:pt x="2195" y="1606"/>
                  </a:lnTo>
                  <a:cubicBezTo>
                    <a:pt x="2353" y="1591"/>
                    <a:pt x="2512" y="1584"/>
                    <a:pt x="2669" y="1584"/>
                  </a:cubicBezTo>
                  <a:cubicBezTo>
                    <a:pt x="3077" y="1584"/>
                    <a:pt x="3483" y="1632"/>
                    <a:pt x="3880" y="1730"/>
                  </a:cubicBezTo>
                  <a:cubicBezTo>
                    <a:pt x="4305" y="1827"/>
                    <a:pt x="4714" y="1980"/>
                    <a:pt x="5105" y="2179"/>
                  </a:cubicBezTo>
                  <a:lnTo>
                    <a:pt x="5167" y="2054"/>
                  </a:lnTo>
                  <a:cubicBezTo>
                    <a:pt x="4388" y="1649"/>
                    <a:pt x="3528" y="1441"/>
                    <a:pt x="2654" y="1441"/>
                  </a:cubicBezTo>
                  <a:cubicBezTo>
                    <a:pt x="2511" y="1441"/>
                    <a:pt x="2367" y="1447"/>
                    <a:pt x="2224" y="1458"/>
                  </a:cubicBezTo>
                  <a:cubicBezTo>
                    <a:pt x="2014" y="1146"/>
                    <a:pt x="1753" y="874"/>
                    <a:pt x="1452" y="641"/>
                  </a:cubicBezTo>
                  <a:cubicBezTo>
                    <a:pt x="1027" y="324"/>
                    <a:pt x="545" y="108"/>
                    <a:pt x="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55"/>
            <p:cNvSpPr/>
            <p:nvPr/>
          </p:nvSpPr>
          <p:spPr>
            <a:xfrm>
              <a:off x="-1998804" y="6404383"/>
              <a:ext cx="139671" cy="128274"/>
            </a:xfrm>
            <a:custGeom>
              <a:avLst/>
              <a:gdLst/>
              <a:ahLst/>
              <a:cxnLst/>
              <a:rect l="l" t="t" r="r" b="b"/>
              <a:pathLst>
                <a:path w="2009" h="1845" extrusionOk="0">
                  <a:moveTo>
                    <a:pt x="1917" y="1"/>
                  </a:moveTo>
                  <a:cubicBezTo>
                    <a:pt x="794" y="318"/>
                    <a:pt x="0" y="863"/>
                    <a:pt x="74" y="1277"/>
                  </a:cubicBezTo>
                  <a:cubicBezTo>
                    <a:pt x="142" y="1612"/>
                    <a:pt x="845" y="1844"/>
                    <a:pt x="1793" y="1844"/>
                  </a:cubicBezTo>
                  <a:cubicBezTo>
                    <a:pt x="1866" y="1844"/>
                    <a:pt x="1940" y="1838"/>
                    <a:pt x="2008" y="1833"/>
                  </a:cubicBezTo>
                  <a:lnTo>
                    <a:pt x="2003" y="1691"/>
                  </a:lnTo>
                  <a:cubicBezTo>
                    <a:pt x="1927" y="1694"/>
                    <a:pt x="1853" y="1695"/>
                    <a:pt x="1781" y="1695"/>
                  </a:cubicBezTo>
                  <a:cubicBezTo>
                    <a:pt x="861" y="1695"/>
                    <a:pt x="258" y="1470"/>
                    <a:pt x="216" y="1249"/>
                  </a:cubicBezTo>
                  <a:cubicBezTo>
                    <a:pt x="170" y="1010"/>
                    <a:pt x="766" y="477"/>
                    <a:pt x="1957" y="143"/>
                  </a:cubicBezTo>
                  <a:lnTo>
                    <a:pt x="19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55"/>
            <p:cNvSpPr/>
            <p:nvPr/>
          </p:nvSpPr>
          <p:spPr>
            <a:xfrm>
              <a:off x="-1877001" y="6985682"/>
              <a:ext cx="489856" cy="552932"/>
            </a:xfrm>
            <a:custGeom>
              <a:avLst/>
              <a:gdLst/>
              <a:ahLst/>
              <a:cxnLst/>
              <a:rect l="l" t="t" r="r" b="b"/>
              <a:pathLst>
                <a:path w="7046" h="7953" extrusionOk="0">
                  <a:moveTo>
                    <a:pt x="18" y="0"/>
                  </a:moveTo>
                  <a:lnTo>
                    <a:pt x="1" y="142"/>
                  </a:lnTo>
                  <a:cubicBezTo>
                    <a:pt x="1011" y="250"/>
                    <a:pt x="2950" y="670"/>
                    <a:pt x="4601" y="2292"/>
                  </a:cubicBezTo>
                  <a:cubicBezTo>
                    <a:pt x="6773" y="4425"/>
                    <a:pt x="6904" y="7164"/>
                    <a:pt x="6893" y="7953"/>
                  </a:cubicBezTo>
                  <a:lnTo>
                    <a:pt x="7034" y="7953"/>
                  </a:lnTo>
                  <a:cubicBezTo>
                    <a:pt x="7046" y="7147"/>
                    <a:pt x="6915" y="4357"/>
                    <a:pt x="4703" y="2190"/>
                  </a:cubicBezTo>
                  <a:cubicBezTo>
                    <a:pt x="3018" y="539"/>
                    <a:pt x="1045" y="108"/>
                    <a:pt x="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55"/>
            <p:cNvSpPr/>
            <p:nvPr/>
          </p:nvSpPr>
          <p:spPr>
            <a:xfrm>
              <a:off x="-2393970" y="6679285"/>
              <a:ext cx="231997" cy="716177"/>
            </a:xfrm>
            <a:custGeom>
              <a:avLst/>
              <a:gdLst/>
              <a:ahLst/>
              <a:cxnLst/>
              <a:rect l="l" t="t" r="r" b="b"/>
              <a:pathLst>
                <a:path w="3337" h="10301" extrusionOk="0">
                  <a:moveTo>
                    <a:pt x="3217" y="0"/>
                  </a:moveTo>
                  <a:cubicBezTo>
                    <a:pt x="1050" y="2978"/>
                    <a:pt x="1" y="6625"/>
                    <a:pt x="267" y="10301"/>
                  </a:cubicBezTo>
                  <a:lnTo>
                    <a:pt x="409" y="10295"/>
                  </a:lnTo>
                  <a:cubicBezTo>
                    <a:pt x="148" y="6654"/>
                    <a:pt x="1186" y="3035"/>
                    <a:pt x="3336" y="85"/>
                  </a:cubicBezTo>
                  <a:lnTo>
                    <a:pt x="32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55"/>
            <p:cNvSpPr/>
            <p:nvPr/>
          </p:nvSpPr>
          <p:spPr>
            <a:xfrm>
              <a:off x="-2462936" y="6381857"/>
              <a:ext cx="533168" cy="219769"/>
            </a:xfrm>
            <a:custGeom>
              <a:avLst/>
              <a:gdLst/>
              <a:ahLst/>
              <a:cxnLst/>
              <a:rect l="l" t="t" r="r" b="b"/>
              <a:pathLst>
                <a:path w="7669" h="3161" extrusionOk="0">
                  <a:moveTo>
                    <a:pt x="910" y="1"/>
                  </a:moveTo>
                  <a:cubicBezTo>
                    <a:pt x="607" y="1"/>
                    <a:pt x="303" y="16"/>
                    <a:pt x="0" y="47"/>
                  </a:cubicBezTo>
                  <a:lnTo>
                    <a:pt x="12" y="189"/>
                  </a:lnTo>
                  <a:cubicBezTo>
                    <a:pt x="311" y="158"/>
                    <a:pt x="611" y="143"/>
                    <a:pt x="911" y="143"/>
                  </a:cubicBezTo>
                  <a:cubicBezTo>
                    <a:pt x="1830" y="143"/>
                    <a:pt x="2742" y="286"/>
                    <a:pt x="3619" y="569"/>
                  </a:cubicBezTo>
                  <a:cubicBezTo>
                    <a:pt x="5139" y="1068"/>
                    <a:pt x="6500" y="1958"/>
                    <a:pt x="7561" y="3161"/>
                  </a:cubicBezTo>
                  <a:lnTo>
                    <a:pt x="7669" y="3064"/>
                  </a:lnTo>
                  <a:cubicBezTo>
                    <a:pt x="6591" y="1845"/>
                    <a:pt x="5207" y="937"/>
                    <a:pt x="3659" y="433"/>
                  </a:cubicBezTo>
                  <a:cubicBezTo>
                    <a:pt x="2768" y="146"/>
                    <a:pt x="1842" y="1"/>
                    <a:pt x="9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55"/>
            <p:cNvSpPr/>
            <p:nvPr/>
          </p:nvSpPr>
          <p:spPr>
            <a:xfrm>
              <a:off x="-1728709" y="6356689"/>
              <a:ext cx="366384" cy="440163"/>
            </a:xfrm>
            <a:custGeom>
              <a:avLst/>
              <a:gdLst/>
              <a:ahLst/>
              <a:cxnLst/>
              <a:rect l="l" t="t" r="r" b="b"/>
              <a:pathLst>
                <a:path w="5270" h="6331" extrusionOk="0">
                  <a:moveTo>
                    <a:pt x="1" y="0"/>
                  </a:moveTo>
                  <a:lnTo>
                    <a:pt x="1" y="142"/>
                  </a:lnTo>
                  <a:lnTo>
                    <a:pt x="74" y="142"/>
                  </a:lnTo>
                  <a:cubicBezTo>
                    <a:pt x="1833" y="142"/>
                    <a:pt x="3410" y="1044"/>
                    <a:pt x="4209" y="2513"/>
                  </a:cubicBezTo>
                  <a:cubicBezTo>
                    <a:pt x="5111" y="4158"/>
                    <a:pt x="4629" y="5814"/>
                    <a:pt x="4459" y="6285"/>
                  </a:cubicBezTo>
                  <a:lnTo>
                    <a:pt x="4595" y="6330"/>
                  </a:lnTo>
                  <a:cubicBezTo>
                    <a:pt x="4771" y="5848"/>
                    <a:pt x="5270" y="4141"/>
                    <a:pt x="4340" y="2445"/>
                  </a:cubicBezTo>
                  <a:cubicBezTo>
                    <a:pt x="3512" y="936"/>
                    <a:pt x="1884" y="0"/>
                    <a:pt x="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55"/>
            <p:cNvSpPr/>
            <p:nvPr/>
          </p:nvSpPr>
          <p:spPr>
            <a:xfrm>
              <a:off x="-2220442" y="8225451"/>
              <a:ext cx="403509" cy="31703"/>
            </a:xfrm>
            <a:custGeom>
              <a:avLst/>
              <a:gdLst/>
              <a:ahLst/>
              <a:cxnLst/>
              <a:rect l="l" t="t" r="r" b="b"/>
              <a:pathLst>
                <a:path w="5804" h="456" extrusionOk="0">
                  <a:moveTo>
                    <a:pt x="1580" y="1"/>
                  </a:moveTo>
                  <a:cubicBezTo>
                    <a:pt x="1138" y="1"/>
                    <a:pt x="697" y="3"/>
                    <a:pt x="256" y="7"/>
                  </a:cubicBezTo>
                  <a:cubicBezTo>
                    <a:pt x="6" y="7"/>
                    <a:pt x="1" y="404"/>
                    <a:pt x="256" y="404"/>
                  </a:cubicBezTo>
                  <a:cubicBezTo>
                    <a:pt x="697" y="400"/>
                    <a:pt x="1138" y="398"/>
                    <a:pt x="1580" y="398"/>
                  </a:cubicBezTo>
                  <a:cubicBezTo>
                    <a:pt x="2904" y="398"/>
                    <a:pt x="4231" y="417"/>
                    <a:pt x="5554" y="455"/>
                  </a:cubicBezTo>
                  <a:cubicBezTo>
                    <a:pt x="5555" y="455"/>
                    <a:pt x="5557" y="455"/>
                    <a:pt x="5559" y="455"/>
                  </a:cubicBezTo>
                  <a:cubicBezTo>
                    <a:pt x="5803" y="455"/>
                    <a:pt x="5801" y="69"/>
                    <a:pt x="5554" y="58"/>
                  </a:cubicBezTo>
                  <a:cubicBezTo>
                    <a:pt x="4231" y="20"/>
                    <a:pt x="2904" y="1"/>
                    <a:pt x="1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55"/>
            <p:cNvSpPr/>
            <p:nvPr/>
          </p:nvSpPr>
          <p:spPr>
            <a:xfrm>
              <a:off x="-2179841" y="6998266"/>
              <a:ext cx="195289" cy="226095"/>
            </a:xfrm>
            <a:custGeom>
              <a:avLst/>
              <a:gdLst/>
              <a:ahLst/>
              <a:cxnLst/>
              <a:rect l="l" t="t" r="r" b="b"/>
              <a:pathLst>
                <a:path w="2809" h="3252" extrusionOk="0">
                  <a:moveTo>
                    <a:pt x="2701" y="1"/>
                  </a:moveTo>
                  <a:lnTo>
                    <a:pt x="1" y="3155"/>
                  </a:lnTo>
                  <a:lnTo>
                    <a:pt x="109" y="3251"/>
                  </a:lnTo>
                  <a:lnTo>
                    <a:pt x="2808" y="92"/>
                  </a:lnTo>
                  <a:lnTo>
                    <a:pt x="27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55"/>
            <p:cNvSpPr/>
            <p:nvPr/>
          </p:nvSpPr>
          <p:spPr>
            <a:xfrm>
              <a:off x="-2071386" y="7083503"/>
              <a:ext cx="214199" cy="188969"/>
            </a:xfrm>
            <a:custGeom>
              <a:avLst/>
              <a:gdLst/>
              <a:ahLst/>
              <a:cxnLst/>
              <a:rect l="l" t="t" r="r" b="b"/>
              <a:pathLst>
                <a:path w="3081" h="2718" extrusionOk="0">
                  <a:moveTo>
                    <a:pt x="1243" y="0"/>
                  </a:moveTo>
                  <a:cubicBezTo>
                    <a:pt x="443" y="494"/>
                    <a:pt x="1" y="1254"/>
                    <a:pt x="199" y="1809"/>
                  </a:cubicBezTo>
                  <a:cubicBezTo>
                    <a:pt x="335" y="2201"/>
                    <a:pt x="755" y="2394"/>
                    <a:pt x="800" y="2416"/>
                  </a:cubicBezTo>
                  <a:cubicBezTo>
                    <a:pt x="964" y="2492"/>
                    <a:pt x="1115" y="2514"/>
                    <a:pt x="1263" y="2514"/>
                  </a:cubicBezTo>
                  <a:cubicBezTo>
                    <a:pt x="1371" y="2514"/>
                    <a:pt x="1479" y="2502"/>
                    <a:pt x="1589" y="2490"/>
                  </a:cubicBezTo>
                  <a:cubicBezTo>
                    <a:pt x="1713" y="2469"/>
                    <a:pt x="1838" y="2459"/>
                    <a:pt x="1964" y="2459"/>
                  </a:cubicBezTo>
                  <a:cubicBezTo>
                    <a:pt x="2113" y="2459"/>
                    <a:pt x="2263" y="2474"/>
                    <a:pt x="2411" y="2501"/>
                  </a:cubicBezTo>
                  <a:cubicBezTo>
                    <a:pt x="2621" y="2541"/>
                    <a:pt x="2825" y="2615"/>
                    <a:pt x="3012" y="2717"/>
                  </a:cubicBezTo>
                  <a:lnTo>
                    <a:pt x="3081" y="2587"/>
                  </a:lnTo>
                  <a:cubicBezTo>
                    <a:pt x="2876" y="2479"/>
                    <a:pt x="2661" y="2399"/>
                    <a:pt x="2434" y="2354"/>
                  </a:cubicBezTo>
                  <a:cubicBezTo>
                    <a:pt x="2280" y="2326"/>
                    <a:pt x="2122" y="2312"/>
                    <a:pt x="1965" y="2312"/>
                  </a:cubicBezTo>
                  <a:cubicBezTo>
                    <a:pt x="1833" y="2312"/>
                    <a:pt x="1701" y="2322"/>
                    <a:pt x="1572" y="2343"/>
                  </a:cubicBezTo>
                  <a:cubicBezTo>
                    <a:pt x="1459" y="2355"/>
                    <a:pt x="1356" y="2366"/>
                    <a:pt x="1257" y="2366"/>
                  </a:cubicBezTo>
                  <a:cubicBezTo>
                    <a:pt x="1126" y="2366"/>
                    <a:pt x="1001" y="2347"/>
                    <a:pt x="863" y="2286"/>
                  </a:cubicBezTo>
                  <a:cubicBezTo>
                    <a:pt x="846" y="2275"/>
                    <a:pt x="454" y="2099"/>
                    <a:pt x="335" y="1764"/>
                  </a:cubicBezTo>
                  <a:cubicBezTo>
                    <a:pt x="159" y="1271"/>
                    <a:pt x="573" y="579"/>
                    <a:pt x="1317" y="125"/>
                  </a:cubicBezTo>
                  <a:lnTo>
                    <a:pt x="124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55"/>
            <p:cNvSpPr/>
            <p:nvPr/>
          </p:nvSpPr>
          <p:spPr>
            <a:xfrm>
              <a:off x="-1693600" y="7660839"/>
              <a:ext cx="447238" cy="674740"/>
            </a:xfrm>
            <a:custGeom>
              <a:avLst/>
              <a:gdLst/>
              <a:ahLst/>
              <a:cxnLst/>
              <a:rect l="l" t="t" r="r" b="b"/>
              <a:pathLst>
                <a:path w="6433" h="9705" extrusionOk="0">
                  <a:moveTo>
                    <a:pt x="670" y="0"/>
                  </a:moveTo>
                  <a:lnTo>
                    <a:pt x="239" y="6018"/>
                  </a:lnTo>
                  <a:lnTo>
                    <a:pt x="205" y="6529"/>
                  </a:lnTo>
                  <a:lnTo>
                    <a:pt x="23" y="9047"/>
                  </a:lnTo>
                  <a:cubicBezTo>
                    <a:pt x="0" y="9404"/>
                    <a:pt x="278" y="9705"/>
                    <a:pt x="641" y="9705"/>
                  </a:cubicBezTo>
                  <a:lnTo>
                    <a:pt x="5797" y="9705"/>
                  </a:lnTo>
                  <a:cubicBezTo>
                    <a:pt x="6149" y="9705"/>
                    <a:pt x="6433" y="9399"/>
                    <a:pt x="6404" y="9047"/>
                  </a:cubicBezTo>
                  <a:cubicBezTo>
                    <a:pt x="6410" y="8854"/>
                    <a:pt x="6410" y="8656"/>
                    <a:pt x="6410" y="8457"/>
                  </a:cubicBezTo>
                  <a:cubicBezTo>
                    <a:pt x="6421" y="7238"/>
                    <a:pt x="6382" y="5944"/>
                    <a:pt x="6285" y="4566"/>
                  </a:cubicBezTo>
                  <a:cubicBezTo>
                    <a:pt x="6262" y="4214"/>
                    <a:pt x="6234" y="3868"/>
                    <a:pt x="6206" y="3534"/>
                  </a:cubicBezTo>
                  <a:cubicBezTo>
                    <a:pt x="6160" y="3035"/>
                    <a:pt x="6109" y="2547"/>
                    <a:pt x="6053" y="2076"/>
                  </a:cubicBezTo>
                  <a:cubicBezTo>
                    <a:pt x="6019" y="1809"/>
                    <a:pt x="5985" y="1554"/>
                    <a:pt x="5956" y="1293"/>
                  </a:cubicBezTo>
                  <a:cubicBezTo>
                    <a:pt x="5894" y="851"/>
                    <a:pt x="5826" y="420"/>
                    <a:pt x="5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55"/>
            <p:cNvSpPr/>
            <p:nvPr/>
          </p:nvSpPr>
          <p:spPr>
            <a:xfrm>
              <a:off x="-1342651" y="7641928"/>
              <a:ext cx="332109" cy="607301"/>
            </a:xfrm>
            <a:custGeom>
              <a:avLst/>
              <a:gdLst/>
              <a:ahLst/>
              <a:cxnLst/>
              <a:rect l="l" t="t" r="r" b="b"/>
              <a:pathLst>
                <a:path w="4777" h="8735" extrusionOk="0">
                  <a:moveTo>
                    <a:pt x="3919" y="0"/>
                  </a:moveTo>
                  <a:cubicBezTo>
                    <a:pt x="3397" y="0"/>
                    <a:pt x="2903" y="256"/>
                    <a:pt x="2791" y="312"/>
                  </a:cubicBezTo>
                  <a:cubicBezTo>
                    <a:pt x="1861" y="2303"/>
                    <a:pt x="925" y="4288"/>
                    <a:pt x="1" y="6273"/>
                  </a:cubicBezTo>
                  <a:lnTo>
                    <a:pt x="1368" y="8735"/>
                  </a:lnTo>
                  <a:cubicBezTo>
                    <a:pt x="2156" y="6114"/>
                    <a:pt x="2944" y="3494"/>
                    <a:pt x="3733" y="873"/>
                  </a:cubicBezTo>
                  <a:cubicBezTo>
                    <a:pt x="4085" y="697"/>
                    <a:pt x="4431" y="522"/>
                    <a:pt x="4776" y="340"/>
                  </a:cubicBezTo>
                  <a:cubicBezTo>
                    <a:pt x="4714" y="278"/>
                    <a:pt x="4646" y="221"/>
                    <a:pt x="4567" y="170"/>
                  </a:cubicBezTo>
                  <a:cubicBezTo>
                    <a:pt x="4363" y="46"/>
                    <a:pt x="4139" y="0"/>
                    <a:pt x="39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55"/>
            <p:cNvSpPr/>
            <p:nvPr/>
          </p:nvSpPr>
          <p:spPr>
            <a:xfrm>
              <a:off x="-1867128" y="7416945"/>
              <a:ext cx="649549" cy="698379"/>
            </a:xfrm>
            <a:custGeom>
              <a:avLst/>
              <a:gdLst/>
              <a:ahLst/>
              <a:cxnLst/>
              <a:rect l="l" t="t" r="r" b="b"/>
              <a:pathLst>
                <a:path w="9343" h="10045" extrusionOk="0">
                  <a:moveTo>
                    <a:pt x="5500" y="1"/>
                  </a:moveTo>
                  <a:cubicBezTo>
                    <a:pt x="4423" y="1"/>
                    <a:pt x="3257" y="544"/>
                    <a:pt x="2253" y="1523"/>
                  </a:cubicBezTo>
                  <a:cubicBezTo>
                    <a:pt x="829" y="2907"/>
                    <a:pt x="1" y="4875"/>
                    <a:pt x="143" y="6537"/>
                  </a:cubicBezTo>
                  <a:cubicBezTo>
                    <a:pt x="222" y="7558"/>
                    <a:pt x="778" y="9594"/>
                    <a:pt x="2270" y="9980"/>
                  </a:cubicBezTo>
                  <a:cubicBezTo>
                    <a:pt x="2406" y="10020"/>
                    <a:pt x="2553" y="10042"/>
                    <a:pt x="2701" y="10042"/>
                  </a:cubicBezTo>
                  <a:cubicBezTo>
                    <a:pt x="2716" y="10042"/>
                    <a:pt x="2731" y="10045"/>
                    <a:pt x="2748" y="10045"/>
                  </a:cubicBezTo>
                  <a:cubicBezTo>
                    <a:pt x="2756" y="10045"/>
                    <a:pt x="2765" y="10044"/>
                    <a:pt x="2774" y="10042"/>
                  </a:cubicBezTo>
                  <a:cubicBezTo>
                    <a:pt x="3194" y="10037"/>
                    <a:pt x="3608" y="9923"/>
                    <a:pt x="3977" y="9730"/>
                  </a:cubicBezTo>
                  <a:lnTo>
                    <a:pt x="3750" y="9265"/>
                  </a:lnTo>
                  <a:cubicBezTo>
                    <a:pt x="3447" y="9436"/>
                    <a:pt x="3112" y="9526"/>
                    <a:pt x="2766" y="9526"/>
                  </a:cubicBezTo>
                  <a:cubicBezTo>
                    <a:pt x="2756" y="9526"/>
                    <a:pt x="2745" y="9526"/>
                    <a:pt x="2735" y="9526"/>
                  </a:cubicBezTo>
                  <a:cubicBezTo>
                    <a:pt x="2621" y="9526"/>
                    <a:pt x="2508" y="9509"/>
                    <a:pt x="2394" y="9481"/>
                  </a:cubicBezTo>
                  <a:cubicBezTo>
                    <a:pt x="1271" y="9197"/>
                    <a:pt x="732" y="7541"/>
                    <a:pt x="647" y="6497"/>
                  </a:cubicBezTo>
                  <a:cubicBezTo>
                    <a:pt x="523" y="4977"/>
                    <a:pt x="1288" y="3173"/>
                    <a:pt x="2610" y="1891"/>
                  </a:cubicBezTo>
                  <a:cubicBezTo>
                    <a:pt x="3516" y="1006"/>
                    <a:pt x="4552" y="513"/>
                    <a:pt x="5487" y="513"/>
                  </a:cubicBezTo>
                  <a:cubicBezTo>
                    <a:pt x="5588" y="513"/>
                    <a:pt x="5688" y="519"/>
                    <a:pt x="5786" y="530"/>
                  </a:cubicBezTo>
                  <a:cubicBezTo>
                    <a:pt x="7062" y="666"/>
                    <a:pt x="8248" y="1744"/>
                    <a:pt x="8645" y="2703"/>
                  </a:cubicBezTo>
                  <a:cubicBezTo>
                    <a:pt x="8821" y="3134"/>
                    <a:pt x="8792" y="3599"/>
                    <a:pt x="8758" y="3831"/>
                  </a:cubicBezTo>
                  <a:cubicBezTo>
                    <a:pt x="8713" y="4172"/>
                    <a:pt x="8611" y="4501"/>
                    <a:pt x="8452" y="4801"/>
                  </a:cubicBezTo>
                  <a:cubicBezTo>
                    <a:pt x="8344" y="5005"/>
                    <a:pt x="8214" y="5193"/>
                    <a:pt x="8061" y="5363"/>
                  </a:cubicBezTo>
                  <a:lnTo>
                    <a:pt x="8441" y="5703"/>
                  </a:lnTo>
                  <a:lnTo>
                    <a:pt x="8549" y="5578"/>
                  </a:lnTo>
                  <a:cubicBezTo>
                    <a:pt x="8934" y="5102"/>
                    <a:pt x="9184" y="4523"/>
                    <a:pt x="9263" y="3911"/>
                  </a:cubicBezTo>
                  <a:cubicBezTo>
                    <a:pt x="9303" y="3616"/>
                    <a:pt x="9343" y="3054"/>
                    <a:pt x="9116" y="2510"/>
                  </a:cubicBezTo>
                  <a:cubicBezTo>
                    <a:pt x="8662" y="1426"/>
                    <a:pt x="7369" y="184"/>
                    <a:pt x="5843" y="20"/>
                  </a:cubicBezTo>
                  <a:cubicBezTo>
                    <a:pt x="5730" y="7"/>
                    <a:pt x="5615" y="1"/>
                    <a:pt x="5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3" name="Google Shape;5823;p55"/>
          <p:cNvGrpSpPr/>
          <p:nvPr/>
        </p:nvGrpSpPr>
        <p:grpSpPr>
          <a:xfrm>
            <a:off x="3201781" y="-10"/>
            <a:ext cx="1045185" cy="2025992"/>
            <a:chOff x="9924822" y="195528"/>
            <a:chExt cx="903592" cy="1751679"/>
          </a:xfrm>
        </p:grpSpPr>
        <p:sp>
          <p:nvSpPr>
            <p:cNvPr id="5824" name="Google Shape;5824;p55"/>
            <p:cNvSpPr/>
            <p:nvPr/>
          </p:nvSpPr>
          <p:spPr>
            <a:xfrm>
              <a:off x="9953520" y="1095657"/>
              <a:ext cx="835037" cy="842476"/>
            </a:xfrm>
            <a:custGeom>
              <a:avLst/>
              <a:gdLst/>
              <a:ahLst/>
              <a:cxnLst/>
              <a:rect l="l" t="t" r="r" b="b"/>
              <a:pathLst>
                <a:path w="26042" h="26274" extrusionOk="0">
                  <a:moveTo>
                    <a:pt x="0" y="0"/>
                  </a:moveTo>
                  <a:lnTo>
                    <a:pt x="0" y="0"/>
                  </a:lnTo>
                  <a:cubicBezTo>
                    <a:pt x="585" y="6256"/>
                    <a:pt x="2337" y="12324"/>
                    <a:pt x="5163" y="17920"/>
                  </a:cubicBezTo>
                  <a:cubicBezTo>
                    <a:pt x="7462" y="22385"/>
                    <a:pt x="9346" y="26097"/>
                    <a:pt x="12229" y="26267"/>
                  </a:cubicBezTo>
                  <a:cubicBezTo>
                    <a:pt x="12301" y="26272"/>
                    <a:pt x="12372" y="26274"/>
                    <a:pt x="12443" y="26274"/>
                  </a:cubicBezTo>
                  <a:cubicBezTo>
                    <a:pt x="17500" y="26274"/>
                    <a:pt x="21970" y="15201"/>
                    <a:pt x="23215" y="12116"/>
                  </a:cubicBezTo>
                  <a:cubicBezTo>
                    <a:pt x="24553" y="8800"/>
                    <a:pt x="25495" y="5333"/>
                    <a:pt x="26041" y="180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55"/>
            <p:cNvSpPr/>
            <p:nvPr/>
          </p:nvSpPr>
          <p:spPr>
            <a:xfrm>
              <a:off x="10076041" y="1397004"/>
              <a:ext cx="63585" cy="233241"/>
            </a:xfrm>
            <a:custGeom>
              <a:avLst/>
              <a:gdLst/>
              <a:ahLst/>
              <a:cxnLst/>
              <a:rect l="l" t="t" r="r" b="b"/>
              <a:pathLst>
                <a:path w="1983" h="7274" extrusionOk="0">
                  <a:moveTo>
                    <a:pt x="1531" y="0"/>
                  </a:moveTo>
                  <a:cubicBezTo>
                    <a:pt x="1300" y="0"/>
                    <a:pt x="1060" y="146"/>
                    <a:pt x="1041" y="438"/>
                  </a:cubicBezTo>
                  <a:cubicBezTo>
                    <a:pt x="871" y="2549"/>
                    <a:pt x="551" y="4640"/>
                    <a:pt x="80" y="6694"/>
                  </a:cubicBezTo>
                  <a:cubicBezTo>
                    <a:pt x="1" y="7045"/>
                    <a:pt x="288" y="7273"/>
                    <a:pt x="564" y="7273"/>
                  </a:cubicBezTo>
                  <a:cubicBezTo>
                    <a:pt x="747" y="7273"/>
                    <a:pt x="924" y="7172"/>
                    <a:pt x="984" y="6939"/>
                  </a:cubicBezTo>
                  <a:cubicBezTo>
                    <a:pt x="1474" y="4810"/>
                    <a:pt x="1795" y="2643"/>
                    <a:pt x="1964" y="438"/>
                  </a:cubicBezTo>
                  <a:cubicBezTo>
                    <a:pt x="1983" y="146"/>
                    <a:pt x="1762" y="0"/>
                    <a:pt x="1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6" name="Google Shape;5826;p55"/>
            <p:cNvSpPr/>
            <p:nvPr/>
          </p:nvSpPr>
          <p:spPr>
            <a:xfrm>
              <a:off x="10099833" y="1386871"/>
              <a:ext cx="272200" cy="221024"/>
            </a:xfrm>
            <a:custGeom>
              <a:avLst/>
              <a:gdLst/>
              <a:ahLst/>
              <a:cxnLst/>
              <a:rect l="l" t="t" r="r" b="b"/>
              <a:pathLst>
                <a:path w="8489" h="6893" extrusionOk="0">
                  <a:moveTo>
                    <a:pt x="686" y="1"/>
                  </a:moveTo>
                  <a:cubicBezTo>
                    <a:pt x="322" y="1"/>
                    <a:pt x="0" y="470"/>
                    <a:pt x="337" y="792"/>
                  </a:cubicBezTo>
                  <a:cubicBezTo>
                    <a:pt x="2654" y="2940"/>
                    <a:pt x="5085" y="4937"/>
                    <a:pt x="7629" y="6803"/>
                  </a:cubicBezTo>
                  <a:cubicBezTo>
                    <a:pt x="7711" y="6865"/>
                    <a:pt x="7793" y="6892"/>
                    <a:pt x="7870" y="6892"/>
                  </a:cubicBezTo>
                  <a:cubicBezTo>
                    <a:pt x="8236" y="6892"/>
                    <a:pt x="8489" y="6291"/>
                    <a:pt x="8100" y="6011"/>
                  </a:cubicBezTo>
                  <a:cubicBezTo>
                    <a:pt x="5631" y="4184"/>
                    <a:pt x="3238" y="2224"/>
                    <a:pt x="996" y="133"/>
                  </a:cubicBezTo>
                  <a:cubicBezTo>
                    <a:pt x="899" y="40"/>
                    <a:pt x="791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7" name="Google Shape;5827;p55"/>
            <p:cNvSpPr/>
            <p:nvPr/>
          </p:nvSpPr>
          <p:spPr>
            <a:xfrm>
              <a:off x="10340320" y="1431217"/>
              <a:ext cx="216759" cy="180782"/>
            </a:xfrm>
            <a:custGeom>
              <a:avLst/>
              <a:gdLst/>
              <a:ahLst/>
              <a:cxnLst/>
              <a:rect l="l" t="t" r="r" b="b"/>
              <a:pathLst>
                <a:path w="6760" h="5638" extrusionOk="0">
                  <a:moveTo>
                    <a:pt x="6125" y="0"/>
                  </a:moveTo>
                  <a:cubicBezTo>
                    <a:pt x="6019" y="0"/>
                    <a:pt x="5911" y="48"/>
                    <a:pt x="5819" y="163"/>
                  </a:cubicBezTo>
                  <a:cubicBezTo>
                    <a:pt x="4274" y="1972"/>
                    <a:pt x="2465" y="3536"/>
                    <a:pt x="430" y="4760"/>
                  </a:cubicBezTo>
                  <a:cubicBezTo>
                    <a:pt x="0" y="5031"/>
                    <a:pt x="270" y="5638"/>
                    <a:pt x="671" y="5638"/>
                  </a:cubicBezTo>
                  <a:cubicBezTo>
                    <a:pt x="744" y="5638"/>
                    <a:pt x="822" y="5617"/>
                    <a:pt x="901" y="5571"/>
                  </a:cubicBezTo>
                  <a:lnTo>
                    <a:pt x="901" y="5552"/>
                  </a:lnTo>
                  <a:cubicBezTo>
                    <a:pt x="2993" y="4289"/>
                    <a:pt x="4877" y="2688"/>
                    <a:pt x="6460" y="803"/>
                  </a:cubicBezTo>
                  <a:cubicBezTo>
                    <a:pt x="6759" y="461"/>
                    <a:pt x="6455" y="0"/>
                    <a:pt x="6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55"/>
            <p:cNvSpPr/>
            <p:nvPr/>
          </p:nvSpPr>
          <p:spPr>
            <a:xfrm>
              <a:off x="10528798" y="1434841"/>
              <a:ext cx="130376" cy="209641"/>
            </a:xfrm>
            <a:custGeom>
              <a:avLst/>
              <a:gdLst/>
              <a:ahLst/>
              <a:cxnLst/>
              <a:rect l="l" t="t" r="r" b="b"/>
              <a:pathLst>
                <a:path w="4066" h="6538" extrusionOk="0">
                  <a:moveTo>
                    <a:pt x="645" y="0"/>
                  </a:moveTo>
                  <a:cubicBezTo>
                    <a:pt x="326" y="0"/>
                    <a:pt x="1" y="336"/>
                    <a:pt x="224" y="690"/>
                  </a:cubicBezTo>
                  <a:cubicBezTo>
                    <a:pt x="1279" y="2462"/>
                    <a:pt x="2221" y="4308"/>
                    <a:pt x="3031" y="6230"/>
                  </a:cubicBezTo>
                  <a:cubicBezTo>
                    <a:pt x="3120" y="6445"/>
                    <a:pt x="3314" y="6537"/>
                    <a:pt x="3501" y="6537"/>
                  </a:cubicBezTo>
                  <a:cubicBezTo>
                    <a:pt x="3791" y="6537"/>
                    <a:pt x="4066" y="6317"/>
                    <a:pt x="3917" y="5985"/>
                  </a:cubicBezTo>
                  <a:cubicBezTo>
                    <a:pt x="3107" y="3988"/>
                    <a:pt x="2127" y="2066"/>
                    <a:pt x="1015" y="219"/>
                  </a:cubicBezTo>
                  <a:cubicBezTo>
                    <a:pt x="924" y="65"/>
                    <a:pt x="785" y="0"/>
                    <a:pt x="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55"/>
            <p:cNvSpPr/>
            <p:nvPr/>
          </p:nvSpPr>
          <p:spPr>
            <a:xfrm>
              <a:off x="10068922" y="1265890"/>
              <a:ext cx="81605" cy="139130"/>
            </a:xfrm>
            <a:custGeom>
              <a:avLst/>
              <a:gdLst/>
              <a:ahLst/>
              <a:cxnLst/>
              <a:rect l="l" t="t" r="r" b="b"/>
              <a:pathLst>
                <a:path w="2545" h="4339" extrusionOk="0">
                  <a:moveTo>
                    <a:pt x="1159" y="0"/>
                  </a:moveTo>
                  <a:cubicBezTo>
                    <a:pt x="1013" y="0"/>
                    <a:pt x="867" y="15"/>
                    <a:pt x="716" y="43"/>
                  </a:cubicBezTo>
                  <a:cubicBezTo>
                    <a:pt x="315" y="120"/>
                    <a:pt x="305" y="562"/>
                    <a:pt x="527" y="801"/>
                  </a:cubicBezTo>
                  <a:lnTo>
                    <a:pt x="527" y="801"/>
                  </a:lnTo>
                  <a:lnTo>
                    <a:pt x="490" y="815"/>
                  </a:lnTo>
                  <a:cubicBezTo>
                    <a:pt x="95" y="966"/>
                    <a:pt x="0" y="1588"/>
                    <a:pt x="490" y="1701"/>
                  </a:cubicBezTo>
                  <a:lnTo>
                    <a:pt x="510" y="1706"/>
                  </a:lnTo>
                  <a:lnTo>
                    <a:pt x="510" y="1706"/>
                  </a:lnTo>
                  <a:cubicBezTo>
                    <a:pt x="513" y="1735"/>
                    <a:pt x="518" y="1764"/>
                    <a:pt x="526" y="1792"/>
                  </a:cubicBezTo>
                  <a:lnTo>
                    <a:pt x="526" y="1792"/>
                  </a:lnTo>
                  <a:cubicBezTo>
                    <a:pt x="359" y="1948"/>
                    <a:pt x="379" y="2240"/>
                    <a:pt x="528" y="2422"/>
                  </a:cubicBezTo>
                  <a:lnTo>
                    <a:pt x="528" y="2422"/>
                  </a:lnTo>
                  <a:lnTo>
                    <a:pt x="471" y="2455"/>
                  </a:lnTo>
                  <a:cubicBezTo>
                    <a:pt x="38" y="2718"/>
                    <a:pt x="264" y="3284"/>
                    <a:pt x="698" y="3321"/>
                  </a:cubicBezTo>
                  <a:lnTo>
                    <a:pt x="822" y="3338"/>
                  </a:lnTo>
                  <a:lnTo>
                    <a:pt x="822" y="3338"/>
                  </a:lnTo>
                  <a:cubicBezTo>
                    <a:pt x="831" y="3375"/>
                    <a:pt x="844" y="3411"/>
                    <a:pt x="861" y="3445"/>
                  </a:cubicBezTo>
                  <a:lnTo>
                    <a:pt x="861" y="3445"/>
                  </a:lnTo>
                  <a:cubicBezTo>
                    <a:pt x="825" y="3478"/>
                    <a:pt x="789" y="3512"/>
                    <a:pt x="754" y="3547"/>
                  </a:cubicBezTo>
                  <a:cubicBezTo>
                    <a:pt x="432" y="3869"/>
                    <a:pt x="758" y="4339"/>
                    <a:pt x="1113" y="4339"/>
                  </a:cubicBezTo>
                  <a:cubicBezTo>
                    <a:pt x="1216" y="4339"/>
                    <a:pt x="1321" y="4300"/>
                    <a:pt x="1414" y="4207"/>
                  </a:cubicBezTo>
                  <a:cubicBezTo>
                    <a:pt x="1583" y="4019"/>
                    <a:pt x="1790" y="3868"/>
                    <a:pt x="2035" y="3774"/>
                  </a:cubicBezTo>
                  <a:cubicBezTo>
                    <a:pt x="2393" y="3642"/>
                    <a:pt x="2544" y="2963"/>
                    <a:pt x="2035" y="2888"/>
                  </a:cubicBezTo>
                  <a:lnTo>
                    <a:pt x="2017" y="2885"/>
                  </a:lnTo>
                  <a:lnTo>
                    <a:pt x="2017" y="2885"/>
                  </a:lnTo>
                  <a:cubicBezTo>
                    <a:pt x="2001" y="2811"/>
                    <a:pt x="1961" y="2743"/>
                    <a:pt x="1907" y="2684"/>
                  </a:cubicBezTo>
                  <a:lnTo>
                    <a:pt x="1907" y="2684"/>
                  </a:lnTo>
                  <a:cubicBezTo>
                    <a:pt x="2109" y="2533"/>
                    <a:pt x="2147" y="2277"/>
                    <a:pt x="2050" y="2079"/>
                  </a:cubicBezTo>
                  <a:lnTo>
                    <a:pt x="2050" y="2079"/>
                  </a:lnTo>
                  <a:cubicBezTo>
                    <a:pt x="2297" y="1867"/>
                    <a:pt x="2188" y="1338"/>
                    <a:pt x="1847" y="1286"/>
                  </a:cubicBezTo>
                  <a:lnTo>
                    <a:pt x="1763" y="1274"/>
                  </a:lnTo>
                  <a:lnTo>
                    <a:pt x="1763" y="1274"/>
                  </a:lnTo>
                  <a:cubicBezTo>
                    <a:pt x="1964" y="1119"/>
                    <a:pt x="2036" y="819"/>
                    <a:pt x="1911" y="620"/>
                  </a:cubicBezTo>
                  <a:lnTo>
                    <a:pt x="1911" y="620"/>
                  </a:lnTo>
                  <a:cubicBezTo>
                    <a:pt x="1975" y="385"/>
                    <a:pt x="1858" y="128"/>
                    <a:pt x="1602" y="43"/>
                  </a:cubicBezTo>
                  <a:cubicBezTo>
                    <a:pt x="1451" y="15"/>
                    <a:pt x="1305" y="0"/>
                    <a:pt x="1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55"/>
            <p:cNvSpPr/>
            <p:nvPr/>
          </p:nvSpPr>
          <p:spPr>
            <a:xfrm>
              <a:off x="10513792" y="1308344"/>
              <a:ext cx="96516" cy="151732"/>
            </a:xfrm>
            <a:custGeom>
              <a:avLst/>
              <a:gdLst/>
              <a:ahLst/>
              <a:cxnLst/>
              <a:rect l="l" t="t" r="r" b="b"/>
              <a:pathLst>
                <a:path w="3010" h="4732" extrusionOk="0">
                  <a:moveTo>
                    <a:pt x="880" y="0"/>
                  </a:moveTo>
                  <a:cubicBezTo>
                    <a:pt x="425" y="0"/>
                    <a:pt x="313" y="526"/>
                    <a:pt x="546" y="792"/>
                  </a:cubicBezTo>
                  <a:lnTo>
                    <a:pt x="546" y="792"/>
                  </a:lnTo>
                  <a:lnTo>
                    <a:pt x="428" y="829"/>
                  </a:lnTo>
                  <a:cubicBezTo>
                    <a:pt x="43" y="946"/>
                    <a:pt x="0" y="1449"/>
                    <a:pt x="298" y="1653"/>
                  </a:cubicBezTo>
                  <a:lnTo>
                    <a:pt x="298" y="1653"/>
                  </a:lnTo>
                  <a:cubicBezTo>
                    <a:pt x="90" y="1886"/>
                    <a:pt x="164" y="2341"/>
                    <a:pt x="522" y="2431"/>
                  </a:cubicBezTo>
                  <a:cubicBezTo>
                    <a:pt x="542" y="2435"/>
                    <a:pt x="562" y="2440"/>
                    <a:pt x="582" y="2445"/>
                  </a:cubicBezTo>
                  <a:lnTo>
                    <a:pt x="582" y="2445"/>
                  </a:lnTo>
                  <a:lnTo>
                    <a:pt x="447" y="2487"/>
                  </a:lnTo>
                  <a:cubicBezTo>
                    <a:pt x="118" y="2602"/>
                    <a:pt x="39" y="2988"/>
                    <a:pt x="209" y="3225"/>
                  </a:cubicBezTo>
                  <a:lnTo>
                    <a:pt x="209" y="3225"/>
                  </a:lnTo>
                  <a:cubicBezTo>
                    <a:pt x="47" y="3424"/>
                    <a:pt x="79" y="3738"/>
                    <a:pt x="306" y="3892"/>
                  </a:cubicBezTo>
                  <a:lnTo>
                    <a:pt x="306" y="3892"/>
                  </a:lnTo>
                  <a:cubicBezTo>
                    <a:pt x="181" y="4217"/>
                    <a:pt x="279" y="4568"/>
                    <a:pt x="767" y="4711"/>
                  </a:cubicBezTo>
                  <a:cubicBezTo>
                    <a:pt x="817" y="4725"/>
                    <a:pt x="864" y="4732"/>
                    <a:pt x="909" y="4732"/>
                  </a:cubicBezTo>
                  <a:cubicBezTo>
                    <a:pt x="1225" y="4732"/>
                    <a:pt x="1402" y="4395"/>
                    <a:pt x="1331" y="4122"/>
                  </a:cubicBezTo>
                  <a:lnTo>
                    <a:pt x="1331" y="4122"/>
                  </a:lnTo>
                  <a:cubicBezTo>
                    <a:pt x="1481" y="4033"/>
                    <a:pt x="1559" y="3880"/>
                    <a:pt x="1563" y="3725"/>
                  </a:cubicBezTo>
                  <a:lnTo>
                    <a:pt x="1563" y="3725"/>
                  </a:lnTo>
                  <a:cubicBezTo>
                    <a:pt x="1624" y="3714"/>
                    <a:pt x="1686" y="3703"/>
                    <a:pt x="1747" y="3693"/>
                  </a:cubicBezTo>
                  <a:cubicBezTo>
                    <a:pt x="2100" y="3623"/>
                    <a:pt x="2157" y="3213"/>
                    <a:pt x="1989" y="2965"/>
                  </a:cubicBezTo>
                  <a:lnTo>
                    <a:pt x="1989" y="2965"/>
                  </a:lnTo>
                  <a:lnTo>
                    <a:pt x="2067" y="2940"/>
                  </a:lnTo>
                  <a:cubicBezTo>
                    <a:pt x="2444" y="2826"/>
                    <a:pt x="2520" y="2299"/>
                    <a:pt x="2180" y="2092"/>
                  </a:cubicBezTo>
                  <a:cubicBezTo>
                    <a:pt x="2078" y="2032"/>
                    <a:pt x="1975" y="1976"/>
                    <a:pt x="1872" y="1925"/>
                  </a:cubicBezTo>
                  <a:lnTo>
                    <a:pt x="1872" y="1925"/>
                  </a:lnTo>
                  <a:cubicBezTo>
                    <a:pt x="2012" y="1744"/>
                    <a:pt x="1999" y="1480"/>
                    <a:pt x="1847" y="1316"/>
                  </a:cubicBezTo>
                  <a:lnTo>
                    <a:pt x="1847" y="1316"/>
                  </a:lnTo>
                  <a:cubicBezTo>
                    <a:pt x="1883" y="1278"/>
                    <a:pt x="1913" y="1235"/>
                    <a:pt x="1935" y="1188"/>
                  </a:cubicBezTo>
                  <a:lnTo>
                    <a:pt x="1935" y="1188"/>
                  </a:lnTo>
                  <a:lnTo>
                    <a:pt x="2331" y="1149"/>
                  </a:lnTo>
                  <a:cubicBezTo>
                    <a:pt x="2840" y="1093"/>
                    <a:pt x="3009" y="396"/>
                    <a:pt x="2463" y="226"/>
                  </a:cubicBezTo>
                  <a:cubicBezTo>
                    <a:pt x="1954" y="75"/>
                    <a:pt x="1427" y="0"/>
                    <a:pt x="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55"/>
            <p:cNvSpPr/>
            <p:nvPr/>
          </p:nvSpPr>
          <p:spPr>
            <a:xfrm>
              <a:off x="10327270" y="1587598"/>
              <a:ext cx="45596" cy="88467"/>
            </a:xfrm>
            <a:custGeom>
              <a:avLst/>
              <a:gdLst/>
              <a:ahLst/>
              <a:cxnLst/>
              <a:rect l="l" t="t" r="r" b="b"/>
              <a:pathLst>
                <a:path w="1422" h="2759" extrusionOk="0">
                  <a:moveTo>
                    <a:pt x="474" y="1841"/>
                  </a:moveTo>
                  <a:lnTo>
                    <a:pt x="474" y="1841"/>
                  </a:lnTo>
                  <a:cubicBezTo>
                    <a:pt x="482" y="1842"/>
                    <a:pt x="490" y="1842"/>
                    <a:pt x="498" y="1843"/>
                  </a:cubicBezTo>
                  <a:cubicBezTo>
                    <a:pt x="489" y="1843"/>
                    <a:pt x="481" y="1842"/>
                    <a:pt x="474" y="1841"/>
                  </a:cubicBezTo>
                  <a:close/>
                  <a:moveTo>
                    <a:pt x="718" y="1"/>
                  </a:moveTo>
                  <a:cubicBezTo>
                    <a:pt x="432" y="1"/>
                    <a:pt x="157" y="184"/>
                    <a:pt x="65" y="486"/>
                  </a:cubicBezTo>
                  <a:cubicBezTo>
                    <a:pt x="33" y="675"/>
                    <a:pt x="67" y="864"/>
                    <a:pt x="167" y="1019"/>
                  </a:cubicBezTo>
                  <a:lnTo>
                    <a:pt x="167" y="1019"/>
                  </a:lnTo>
                  <a:cubicBezTo>
                    <a:pt x="120" y="1088"/>
                    <a:pt x="86" y="1164"/>
                    <a:pt x="65" y="1240"/>
                  </a:cubicBezTo>
                  <a:cubicBezTo>
                    <a:pt x="1" y="1494"/>
                    <a:pt x="139" y="1735"/>
                    <a:pt x="365" y="1816"/>
                  </a:cubicBezTo>
                  <a:lnTo>
                    <a:pt x="365" y="1816"/>
                  </a:lnTo>
                  <a:cubicBezTo>
                    <a:pt x="359" y="1824"/>
                    <a:pt x="354" y="1833"/>
                    <a:pt x="347" y="1843"/>
                  </a:cubicBezTo>
                  <a:cubicBezTo>
                    <a:pt x="310" y="1918"/>
                    <a:pt x="291" y="1994"/>
                    <a:pt x="272" y="2088"/>
                  </a:cubicBezTo>
                  <a:cubicBezTo>
                    <a:pt x="253" y="2276"/>
                    <a:pt x="328" y="2465"/>
                    <a:pt x="460" y="2597"/>
                  </a:cubicBezTo>
                  <a:cubicBezTo>
                    <a:pt x="547" y="2711"/>
                    <a:pt x="652" y="2759"/>
                    <a:pt x="755" y="2759"/>
                  </a:cubicBezTo>
                  <a:cubicBezTo>
                    <a:pt x="1006" y="2759"/>
                    <a:pt x="1251" y="2478"/>
                    <a:pt x="1221" y="2186"/>
                  </a:cubicBezTo>
                  <a:lnTo>
                    <a:pt x="1221" y="2186"/>
                  </a:lnTo>
                  <a:cubicBezTo>
                    <a:pt x="1235" y="2175"/>
                    <a:pt x="1256" y="2140"/>
                    <a:pt x="1289" y="2069"/>
                  </a:cubicBezTo>
                  <a:cubicBezTo>
                    <a:pt x="1384" y="1843"/>
                    <a:pt x="1384" y="1598"/>
                    <a:pt x="1271" y="1391"/>
                  </a:cubicBezTo>
                  <a:lnTo>
                    <a:pt x="1271" y="1391"/>
                  </a:lnTo>
                  <a:cubicBezTo>
                    <a:pt x="1367" y="1282"/>
                    <a:pt x="1421" y="1138"/>
                    <a:pt x="1421" y="995"/>
                  </a:cubicBezTo>
                  <a:cubicBezTo>
                    <a:pt x="1407" y="870"/>
                    <a:pt x="1363" y="755"/>
                    <a:pt x="1287" y="658"/>
                  </a:cubicBezTo>
                  <a:lnTo>
                    <a:pt x="1287" y="658"/>
                  </a:lnTo>
                  <a:cubicBezTo>
                    <a:pt x="1375" y="462"/>
                    <a:pt x="1344" y="221"/>
                    <a:pt x="1101" y="91"/>
                  </a:cubicBezTo>
                  <a:lnTo>
                    <a:pt x="1101" y="91"/>
                  </a:lnTo>
                  <a:lnTo>
                    <a:pt x="1082" y="109"/>
                  </a:lnTo>
                  <a:cubicBezTo>
                    <a:pt x="968" y="35"/>
                    <a:pt x="842" y="1"/>
                    <a:pt x="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55"/>
            <p:cNvSpPr/>
            <p:nvPr/>
          </p:nvSpPr>
          <p:spPr>
            <a:xfrm>
              <a:off x="10323903" y="1663817"/>
              <a:ext cx="41685" cy="277523"/>
            </a:xfrm>
            <a:custGeom>
              <a:avLst/>
              <a:gdLst/>
              <a:ahLst/>
              <a:cxnLst/>
              <a:rect l="l" t="t" r="r" b="b"/>
              <a:pathLst>
                <a:path w="1300" h="8655" extrusionOk="0">
                  <a:moveTo>
                    <a:pt x="818" y="1"/>
                  </a:moveTo>
                  <a:cubicBezTo>
                    <a:pt x="583" y="1"/>
                    <a:pt x="330" y="151"/>
                    <a:pt x="302" y="446"/>
                  </a:cubicBezTo>
                  <a:cubicBezTo>
                    <a:pt x="0" y="3027"/>
                    <a:pt x="0" y="5627"/>
                    <a:pt x="339" y="8209"/>
                  </a:cubicBezTo>
                  <a:cubicBezTo>
                    <a:pt x="377" y="8503"/>
                    <a:pt x="631" y="8654"/>
                    <a:pt x="863" y="8654"/>
                  </a:cubicBezTo>
                  <a:cubicBezTo>
                    <a:pt x="1092" y="8654"/>
                    <a:pt x="1300" y="8508"/>
                    <a:pt x="1262" y="8209"/>
                  </a:cubicBezTo>
                  <a:cubicBezTo>
                    <a:pt x="942" y="5627"/>
                    <a:pt x="923" y="3027"/>
                    <a:pt x="1225" y="446"/>
                  </a:cubicBezTo>
                  <a:cubicBezTo>
                    <a:pt x="1262" y="147"/>
                    <a:pt x="1049" y="1"/>
                    <a:pt x="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55"/>
            <p:cNvSpPr/>
            <p:nvPr/>
          </p:nvSpPr>
          <p:spPr>
            <a:xfrm>
              <a:off x="10074341" y="1609595"/>
              <a:ext cx="67817" cy="57653"/>
            </a:xfrm>
            <a:custGeom>
              <a:avLst/>
              <a:gdLst/>
              <a:ahLst/>
              <a:cxnLst/>
              <a:rect l="l" t="t" r="r" b="b"/>
              <a:pathLst>
                <a:path w="2115" h="1798" extrusionOk="0">
                  <a:moveTo>
                    <a:pt x="660" y="1"/>
                  </a:moveTo>
                  <a:cubicBezTo>
                    <a:pt x="613" y="1"/>
                    <a:pt x="563" y="9"/>
                    <a:pt x="510" y="26"/>
                  </a:cubicBezTo>
                  <a:cubicBezTo>
                    <a:pt x="284" y="64"/>
                    <a:pt x="114" y="234"/>
                    <a:pt x="76" y="460"/>
                  </a:cubicBezTo>
                  <a:cubicBezTo>
                    <a:pt x="1" y="761"/>
                    <a:pt x="208" y="1044"/>
                    <a:pt x="529" y="1044"/>
                  </a:cubicBezTo>
                  <a:cubicBezTo>
                    <a:pt x="623" y="1044"/>
                    <a:pt x="736" y="1063"/>
                    <a:pt x="830" y="1119"/>
                  </a:cubicBezTo>
                  <a:cubicBezTo>
                    <a:pt x="843" y="1132"/>
                    <a:pt x="855" y="1144"/>
                    <a:pt x="865" y="1154"/>
                  </a:cubicBezTo>
                  <a:lnTo>
                    <a:pt x="865" y="1154"/>
                  </a:lnTo>
                  <a:cubicBezTo>
                    <a:pt x="684" y="1485"/>
                    <a:pt x="995" y="1797"/>
                    <a:pt x="1314" y="1797"/>
                  </a:cubicBezTo>
                  <a:cubicBezTo>
                    <a:pt x="1454" y="1797"/>
                    <a:pt x="1596" y="1737"/>
                    <a:pt x="1697" y="1590"/>
                  </a:cubicBezTo>
                  <a:cubicBezTo>
                    <a:pt x="2114" y="964"/>
                    <a:pt x="1588" y="397"/>
                    <a:pt x="995" y="197"/>
                  </a:cubicBezTo>
                  <a:lnTo>
                    <a:pt x="995" y="197"/>
                  </a:lnTo>
                  <a:cubicBezTo>
                    <a:pt x="924" y="82"/>
                    <a:pt x="808" y="1"/>
                    <a:pt x="6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55"/>
            <p:cNvSpPr/>
            <p:nvPr/>
          </p:nvSpPr>
          <p:spPr>
            <a:xfrm>
              <a:off x="10097556" y="1643904"/>
              <a:ext cx="272296" cy="303303"/>
            </a:xfrm>
            <a:custGeom>
              <a:avLst/>
              <a:gdLst/>
              <a:ahLst/>
              <a:cxnLst/>
              <a:rect l="l" t="t" r="r" b="b"/>
              <a:pathLst>
                <a:path w="8492" h="9459" extrusionOk="0">
                  <a:moveTo>
                    <a:pt x="564" y="0"/>
                  </a:moveTo>
                  <a:cubicBezTo>
                    <a:pt x="278" y="0"/>
                    <a:pt x="0" y="218"/>
                    <a:pt x="125" y="558"/>
                  </a:cubicBezTo>
                  <a:lnTo>
                    <a:pt x="144" y="558"/>
                  </a:lnTo>
                  <a:cubicBezTo>
                    <a:pt x="1500" y="4308"/>
                    <a:pt x="3705" y="8189"/>
                    <a:pt x="7719" y="9433"/>
                  </a:cubicBezTo>
                  <a:cubicBezTo>
                    <a:pt x="7774" y="9451"/>
                    <a:pt x="7827" y="9459"/>
                    <a:pt x="7876" y="9459"/>
                  </a:cubicBezTo>
                  <a:cubicBezTo>
                    <a:pt x="8342" y="9459"/>
                    <a:pt x="8492" y="8718"/>
                    <a:pt x="7963" y="8547"/>
                  </a:cubicBezTo>
                  <a:cubicBezTo>
                    <a:pt x="4289" y="7398"/>
                    <a:pt x="2273" y="3724"/>
                    <a:pt x="1029" y="313"/>
                  </a:cubicBezTo>
                  <a:cubicBezTo>
                    <a:pt x="947" y="95"/>
                    <a:pt x="75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55"/>
            <p:cNvSpPr/>
            <p:nvPr/>
          </p:nvSpPr>
          <p:spPr>
            <a:xfrm>
              <a:off x="10602227" y="1620689"/>
              <a:ext cx="52651" cy="65894"/>
            </a:xfrm>
            <a:custGeom>
              <a:avLst/>
              <a:gdLst/>
              <a:ahLst/>
              <a:cxnLst/>
              <a:rect l="l" t="t" r="r" b="b"/>
              <a:pathLst>
                <a:path w="1642" h="2055" extrusionOk="0">
                  <a:moveTo>
                    <a:pt x="921" y="0"/>
                  </a:moveTo>
                  <a:cubicBezTo>
                    <a:pt x="678" y="0"/>
                    <a:pt x="451" y="110"/>
                    <a:pt x="346" y="378"/>
                  </a:cubicBezTo>
                  <a:cubicBezTo>
                    <a:pt x="270" y="547"/>
                    <a:pt x="289" y="754"/>
                    <a:pt x="383" y="924"/>
                  </a:cubicBezTo>
                  <a:cubicBezTo>
                    <a:pt x="398" y="943"/>
                    <a:pt x="414" y="963"/>
                    <a:pt x="430" y="981"/>
                  </a:cubicBezTo>
                  <a:lnTo>
                    <a:pt x="430" y="981"/>
                  </a:lnTo>
                  <a:cubicBezTo>
                    <a:pt x="427" y="988"/>
                    <a:pt x="424" y="994"/>
                    <a:pt x="421" y="999"/>
                  </a:cubicBezTo>
                  <a:cubicBezTo>
                    <a:pt x="393" y="1056"/>
                    <a:pt x="375" y="1116"/>
                    <a:pt x="367" y="1177"/>
                  </a:cubicBezTo>
                  <a:lnTo>
                    <a:pt x="367" y="1177"/>
                  </a:lnTo>
                  <a:cubicBezTo>
                    <a:pt x="0" y="1361"/>
                    <a:pt x="75" y="2038"/>
                    <a:pt x="591" y="2055"/>
                  </a:cubicBezTo>
                  <a:cubicBezTo>
                    <a:pt x="911" y="2055"/>
                    <a:pt x="1212" y="1904"/>
                    <a:pt x="1363" y="1621"/>
                  </a:cubicBezTo>
                  <a:cubicBezTo>
                    <a:pt x="1443" y="1483"/>
                    <a:pt x="1445" y="1335"/>
                    <a:pt x="1394" y="1209"/>
                  </a:cubicBezTo>
                  <a:lnTo>
                    <a:pt x="1394" y="1209"/>
                  </a:lnTo>
                  <a:cubicBezTo>
                    <a:pt x="1484" y="1082"/>
                    <a:pt x="1556" y="955"/>
                    <a:pt x="1533" y="754"/>
                  </a:cubicBezTo>
                  <a:cubicBezTo>
                    <a:pt x="1529" y="741"/>
                    <a:pt x="1526" y="727"/>
                    <a:pt x="1522" y="714"/>
                  </a:cubicBezTo>
                  <a:lnTo>
                    <a:pt x="1522" y="714"/>
                  </a:lnTo>
                  <a:cubicBezTo>
                    <a:pt x="1641" y="511"/>
                    <a:pt x="1628" y="237"/>
                    <a:pt x="1363" y="95"/>
                  </a:cubicBezTo>
                  <a:lnTo>
                    <a:pt x="1363" y="95"/>
                  </a:lnTo>
                  <a:lnTo>
                    <a:pt x="1363" y="114"/>
                  </a:lnTo>
                  <a:cubicBezTo>
                    <a:pt x="1227" y="42"/>
                    <a:pt x="1071" y="0"/>
                    <a:pt x="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55"/>
            <p:cNvSpPr/>
            <p:nvPr/>
          </p:nvSpPr>
          <p:spPr>
            <a:xfrm>
              <a:off x="10333458" y="1666638"/>
              <a:ext cx="307439" cy="279799"/>
            </a:xfrm>
            <a:custGeom>
              <a:avLst/>
              <a:gdLst/>
              <a:ahLst/>
              <a:cxnLst/>
              <a:rect l="l" t="t" r="r" b="b"/>
              <a:pathLst>
                <a:path w="9588" h="8726" extrusionOk="0">
                  <a:moveTo>
                    <a:pt x="8926" y="0"/>
                  </a:moveTo>
                  <a:cubicBezTo>
                    <a:pt x="8784" y="0"/>
                    <a:pt x="8641" y="61"/>
                    <a:pt x="8539" y="207"/>
                  </a:cubicBezTo>
                  <a:cubicBezTo>
                    <a:pt x="7559" y="1639"/>
                    <a:pt x="6598" y="3052"/>
                    <a:pt x="5619" y="4484"/>
                  </a:cubicBezTo>
                  <a:cubicBezTo>
                    <a:pt x="4595" y="5952"/>
                    <a:pt x="3338" y="7807"/>
                    <a:pt x="1430" y="7807"/>
                  </a:cubicBezTo>
                  <a:cubicBezTo>
                    <a:pt x="1232" y="7807"/>
                    <a:pt x="1027" y="7787"/>
                    <a:pt x="814" y="7744"/>
                  </a:cubicBezTo>
                  <a:cubicBezTo>
                    <a:pt x="780" y="7737"/>
                    <a:pt x="746" y="7734"/>
                    <a:pt x="714" y="7734"/>
                  </a:cubicBezTo>
                  <a:cubicBezTo>
                    <a:pt x="202" y="7734"/>
                    <a:pt x="0" y="8542"/>
                    <a:pt x="550" y="8648"/>
                  </a:cubicBezTo>
                  <a:cubicBezTo>
                    <a:pt x="828" y="8701"/>
                    <a:pt x="1099" y="8726"/>
                    <a:pt x="1362" y="8726"/>
                  </a:cubicBezTo>
                  <a:cubicBezTo>
                    <a:pt x="2809" y="8726"/>
                    <a:pt x="4030" y="7969"/>
                    <a:pt x="5035" y="6821"/>
                  </a:cubicBezTo>
                  <a:cubicBezTo>
                    <a:pt x="6655" y="4955"/>
                    <a:pt x="7936" y="2732"/>
                    <a:pt x="9350" y="678"/>
                  </a:cubicBezTo>
                  <a:cubicBezTo>
                    <a:pt x="9587" y="334"/>
                    <a:pt x="9260" y="0"/>
                    <a:pt x="89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55"/>
            <p:cNvSpPr/>
            <p:nvPr/>
          </p:nvSpPr>
          <p:spPr>
            <a:xfrm>
              <a:off x="10088482" y="195689"/>
              <a:ext cx="224904" cy="1106884"/>
            </a:xfrm>
            <a:custGeom>
              <a:avLst/>
              <a:gdLst/>
              <a:ahLst/>
              <a:cxnLst/>
              <a:rect l="l" t="t" r="r" b="b"/>
              <a:pathLst>
                <a:path w="7014" h="34520" extrusionOk="0">
                  <a:moveTo>
                    <a:pt x="6448" y="1"/>
                  </a:moveTo>
                  <a:cubicBezTo>
                    <a:pt x="6263" y="1"/>
                    <a:pt x="6088" y="106"/>
                    <a:pt x="6042" y="350"/>
                  </a:cubicBezTo>
                  <a:cubicBezTo>
                    <a:pt x="4045" y="11543"/>
                    <a:pt x="2066" y="22735"/>
                    <a:pt x="69" y="33928"/>
                  </a:cubicBezTo>
                  <a:cubicBezTo>
                    <a:pt x="0" y="34282"/>
                    <a:pt x="307" y="34519"/>
                    <a:pt x="580" y="34519"/>
                  </a:cubicBezTo>
                  <a:cubicBezTo>
                    <a:pt x="756" y="34519"/>
                    <a:pt x="917" y="34420"/>
                    <a:pt x="954" y="34191"/>
                  </a:cubicBezTo>
                  <a:lnTo>
                    <a:pt x="973" y="34172"/>
                  </a:lnTo>
                  <a:cubicBezTo>
                    <a:pt x="2952" y="22980"/>
                    <a:pt x="4949" y="11769"/>
                    <a:pt x="6946" y="576"/>
                  </a:cubicBezTo>
                  <a:cubicBezTo>
                    <a:pt x="7014" y="228"/>
                    <a:pt x="6720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55"/>
            <p:cNvSpPr/>
            <p:nvPr/>
          </p:nvSpPr>
          <p:spPr>
            <a:xfrm>
              <a:off x="10279653" y="195528"/>
              <a:ext cx="297307" cy="1142925"/>
            </a:xfrm>
            <a:custGeom>
              <a:avLst/>
              <a:gdLst/>
              <a:ahLst/>
              <a:cxnLst/>
              <a:rect l="l" t="t" r="r" b="b"/>
              <a:pathLst>
                <a:path w="9272" h="35644" extrusionOk="0">
                  <a:moveTo>
                    <a:pt x="568" y="1"/>
                  </a:moveTo>
                  <a:cubicBezTo>
                    <a:pt x="293" y="1"/>
                    <a:pt x="1" y="224"/>
                    <a:pt x="80" y="562"/>
                  </a:cubicBezTo>
                  <a:cubicBezTo>
                    <a:pt x="2812" y="12150"/>
                    <a:pt x="5544" y="23720"/>
                    <a:pt x="8295" y="35308"/>
                  </a:cubicBezTo>
                  <a:cubicBezTo>
                    <a:pt x="8348" y="35543"/>
                    <a:pt x="8526" y="35644"/>
                    <a:pt x="8710" y="35644"/>
                  </a:cubicBezTo>
                  <a:cubicBezTo>
                    <a:pt x="8984" y="35644"/>
                    <a:pt x="9271" y="35420"/>
                    <a:pt x="9181" y="35082"/>
                  </a:cubicBezTo>
                  <a:cubicBezTo>
                    <a:pt x="6449" y="23494"/>
                    <a:pt x="3717" y="11906"/>
                    <a:pt x="984" y="336"/>
                  </a:cubicBezTo>
                  <a:cubicBezTo>
                    <a:pt x="931" y="101"/>
                    <a:pt x="754" y="1"/>
                    <a:pt x="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55"/>
            <p:cNvSpPr/>
            <p:nvPr/>
          </p:nvSpPr>
          <p:spPr>
            <a:xfrm>
              <a:off x="10712371" y="955597"/>
              <a:ext cx="84587" cy="71922"/>
            </a:xfrm>
            <a:custGeom>
              <a:avLst/>
              <a:gdLst/>
              <a:ahLst/>
              <a:cxnLst/>
              <a:rect l="l" t="t" r="r" b="b"/>
              <a:pathLst>
                <a:path w="2638" h="2243" extrusionOk="0">
                  <a:moveTo>
                    <a:pt x="1177" y="0"/>
                  </a:moveTo>
                  <a:cubicBezTo>
                    <a:pt x="633" y="0"/>
                    <a:pt x="99" y="393"/>
                    <a:pt x="39" y="1033"/>
                  </a:cubicBezTo>
                  <a:cubicBezTo>
                    <a:pt x="1" y="1636"/>
                    <a:pt x="453" y="2183"/>
                    <a:pt x="1075" y="2239"/>
                  </a:cubicBezTo>
                  <a:cubicBezTo>
                    <a:pt x="1106" y="2242"/>
                    <a:pt x="1136" y="2243"/>
                    <a:pt x="1166" y="2243"/>
                  </a:cubicBezTo>
                  <a:cubicBezTo>
                    <a:pt x="2091" y="2243"/>
                    <a:pt x="2638" y="1141"/>
                    <a:pt x="2017" y="393"/>
                  </a:cubicBezTo>
                  <a:cubicBezTo>
                    <a:pt x="1787" y="123"/>
                    <a:pt x="1480" y="0"/>
                    <a:pt x="11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55"/>
            <p:cNvSpPr/>
            <p:nvPr/>
          </p:nvSpPr>
          <p:spPr>
            <a:xfrm>
              <a:off x="10360746" y="865558"/>
              <a:ext cx="35945" cy="30205"/>
            </a:xfrm>
            <a:custGeom>
              <a:avLst/>
              <a:gdLst/>
              <a:ahLst/>
              <a:cxnLst/>
              <a:rect l="l" t="t" r="r" b="b"/>
              <a:pathLst>
                <a:path w="1121" h="942" extrusionOk="0">
                  <a:moveTo>
                    <a:pt x="500" y="1"/>
                  </a:moveTo>
                  <a:cubicBezTo>
                    <a:pt x="271" y="1"/>
                    <a:pt x="44" y="171"/>
                    <a:pt x="19" y="450"/>
                  </a:cubicBezTo>
                  <a:cubicBezTo>
                    <a:pt x="0" y="695"/>
                    <a:pt x="189" y="921"/>
                    <a:pt x="453" y="940"/>
                  </a:cubicBezTo>
                  <a:cubicBezTo>
                    <a:pt x="468" y="941"/>
                    <a:pt x="483" y="942"/>
                    <a:pt x="498" y="942"/>
                  </a:cubicBezTo>
                  <a:cubicBezTo>
                    <a:pt x="886" y="942"/>
                    <a:pt x="1121" y="476"/>
                    <a:pt x="848" y="167"/>
                  </a:cubicBezTo>
                  <a:cubicBezTo>
                    <a:pt x="754" y="53"/>
                    <a:pt x="627" y="1"/>
                    <a:pt x="5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55"/>
            <p:cNvSpPr/>
            <p:nvPr/>
          </p:nvSpPr>
          <p:spPr>
            <a:xfrm>
              <a:off x="10258042" y="835802"/>
              <a:ext cx="53292" cy="45500"/>
            </a:xfrm>
            <a:custGeom>
              <a:avLst/>
              <a:gdLst/>
              <a:ahLst/>
              <a:cxnLst/>
              <a:rect l="l" t="t" r="r" b="b"/>
              <a:pathLst>
                <a:path w="1662" h="1419" extrusionOk="0">
                  <a:moveTo>
                    <a:pt x="735" y="1"/>
                  </a:moveTo>
                  <a:cubicBezTo>
                    <a:pt x="393" y="1"/>
                    <a:pt x="55" y="245"/>
                    <a:pt x="19" y="643"/>
                  </a:cubicBezTo>
                  <a:cubicBezTo>
                    <a:pt x="0" y="1038"/>
                    <a:pt x="283" y="1378"/>
                    <a:pt x="660" y="1415"/>
                  </a:cubicBezTo>
                  <a:cubicBezTo>
                    <a:pt x="683" y="1417"/>
                    <a:pt x="706" y="1418"/>
                    <a:pt x="729" y="1418"/>
                  </a:cubicBezTo>
                  <a:cubicBezTo>
                    <a:pt x="1327" y="1418"/>
                    <a:pt x="1662" y="719"/>
                    <a:pt x="1263" y="247"/>
                  </a:cubicBezTo>
                  <a:cubicBezTo>
                    <a:pt x="1120" y="78"/>
                    <a:pt x="927" y="1"/>
                    <a:pt x="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55"/>
            <p:cNvSpPr/>
            <p:nvPr/>
          </p:nvSpPr>
          <p:spPr>
            <a:xfrm>
              <a:off x="9935981" y="825381"/>
              <a:ext cx="876112" cy="884673"/>
            </a:xfrm>
            <a:custGeom>
              <a:avLst/>
              <a:gdLst/>
              <a:ahLst/>
              <a:cxnLst/>
              <a:rect l="l" t="t" r="r" b="b"/>
              <a:pathLst>
                <a:path w="27323" h="27590" extrusionOk="0">
                  <a:moveTo>
                    <a:pt x="24704" y="7732"/>
                  </a:moveTo>
                  <a:lnTo>
                    <a:pt x="24704" y="7732"/>
                  </a:lnTo>
                  <a:cubicBezTo>
                    <a:pt x="24685" y="7789"/>
                    <a:pt x="24666" y="7864"/>
                    <a:pt x="24666" y="7921"/>
                  </a:cubicBezTo>
                  <a:lnTo>
                    <a:pt x="24647" y="7940"/>
                  </a:lnTo>
                  <a:cubicBezTo>
                    <a:pt x="24628" y="7921"/>
                    <a:pt x="24591" y="7902"/>
                    <a:pt x="24591" y="7883"/>
                  </a:cubicBezTo>
                  <a:cubicBezTo>
                    <a:pt x="24628" y="7827"/>
                    <a:pt x="24666" y="7789"/>
                    <a:pt x="24704" y="7732"/>
                  </a:cubicBezTo>
                  <a:close/>
                  <a:moveTo>
                    <a:pt x="15575" y="0"/>
                  </a:moveTo>
                  <a:cubicBezTo>
                    <a:pt x="15417" y="0"/>
                    <a:pt x="15254" y="32"/>
                    <a:pt x="15094" y="101"/>
                  </a:cubicBezTo>
                  <a:cubicBezTo>
                    <a:pt x="14284" y="478"/>
                    <a:pt x="14190" y="1608"/>
                    <a:pt x="14924" y="2117"/>
                  </a:cubicBezTo>
                  <a:cubicBezTo>
                    <a:pt x="14604" y="2287"/>
                    <a:pt x="14359" y="2551"/>
                    <a:pt x="14208" y="2890"/>
                  </a:cubicBezTo>
                  <a:cubicBezTo>
                    <a:pt x="13982" y="2569"/>
                    <a:pt x="13605" y="2362"/>
                    <a:pt x="13210" y="2324"/>
                  </a:cubicBezTo>
                  <a:cubicBezTo>
                    <a:pt x="13172" y="2321"/>
                    <a:pt x="13135" y="2320"/>
                    <a:pt x="13098" y="2320"/>
                  </a:cubicBezTo>
                  <a:cubicBezTo>
                    <a:pt x="12915" y="2320"/>
                    <a:pt x="12742" y="2359"/>
                    <a:pt x="12569" y="2438"/>
                  </a:cubicBezTo>
                  <a:cubicBezTo>
                    <a:pt x="12400" y="2211"/>
                    <a:pt x="12136" y="2061"/>
                    <a:pt x="11872" y="2042"/>
                  </a:cubicBezTo>
                  <a:cubicBezTo>
                    <a:pt x="11837" y="2038"/>
                    <a:pt x="11803" y="2037"/>
                    <a:pt x="11769" y="2037"/>
                  </a:cubicBezTo>
                  <a:cubicBezTo>
                    <a:pt x="11250" y="2037"/>
                    <a:pt x="10832" y="2433"/>
                    <a:pt x="10779" y="2946"/>
                  </a:cubicBezTo>
                  <a:cubicBezTo>
                    <a:pt x="10779" y="3022"/>
                    <a:pt x="10798" y="3116"/>
                    <a:pt x="10817" y="3191"/>
                  </a:cubicBezTo>
                  <a:cubicBezTo>
                    <a:pt x="10685" y="3097"/>
                    <a:pt x="10534" y="3040"/>
                    <a:pt x="10383" y="3022"/>
                  </a:cubicBezTo>
                  <a:cubicBezTo>
                    <a:pt x="10164" y="2591"/>
                    <a:pt x="9769" y="2395"/>
                    <a:pt x="9377" y="2395"/>
                  </a:cubicBezTo>
                  <a:cubicBezTo>
                    <a:pt x="8825" y="2395"/>
                    <a:pt x="8279" y="2783"/>
                    <a:pt x="8235" y="3455"/>
                  </a:cubicBezTo>
                  <a:lnTo>
                    <a:pt x="8235" y="3530"/>
                  </a:lnTo>
                  <a:cubicBezTo>
                    <a:pt x="8152" y="3497"/>
                    <a:pt x="8066" y="3481"/>
                    <a:pt x="7982" y="3481"/>
                  </a:cubicBezTo>
                  <a:cubicBezTo>
                    <a:pt x="7690" y="3481"/>
                    <a:pt x="7423" y="3675"/>
                    <a:pt x="7350" y="3983"/>
                  </a:cubicBezTo>
                  <a:cubicBezTo>
                    <a:pt x="7067" y="4058"/>
                    <a:pt x="6822" y="4246"/>
                    <a:pt x="6671" y="4510"/>
                  </a:cubicBezTo>
                  <a:cubicBezTo>
                    <a:pt x="6521" y="4359"/>
                    <a:pt x="6332" y="4246"/>
                    <a:pt x="6125" y="4228"/>
                  </a:cubicBezTo>
                  <a:cubicBezTo>
                    <a:pt x="5955" y="4228"/>
                    <a:pt x="5805" y="4265"/>
                    <a:pt x="5654" y="4322"/>
                  </a:cubicBezTo>
                  <a:cubicBezTo>
                    <a:pt x="5522" y="4133"/>
                    <a:pt x="5315" y="4001"/>
                    <a:pt x="5070" y="3983"/>
                  </a:cubicBezTo>
                  <a:cubicBezTo>
                    <a:pt x="5040" y="3980"/>
                    <a:pt x="5011" y="3978"/>
                    <a:pt x="4983" y="3978"/>
                  </a:cubicBezTo>
                  <a:cubicBezTo>
                    <a:pt x="4320" y="3978"/>
                    <a:pt x="3941" y="4796"/>
                    <a:pt x="4429" y="5320"/>
                  </a:cubicBezTo>
                  <a:cubicBezTo>
                    <a:pt x="4278" y="5377"/>
                    <a:pt x="4165" y="5490"/>
                    <a:pt x="4071" y="5603"/>
                  </a:cubicBezTo>
                  <a:cubicBezTo>
                    <a:pt x="3901" y="5358"/>
                    <a:pt x="3619" y="5207"/>
                    <a:pt x="3336" y="5170"/>
                  </a:cubicBezTo>
                  <a:cubicBezTo>
                    <a:pt x="3312" y="5168"/>
                    <a:pt x="3288" y="5167"/>
                    <a:pt x="3265" y="5167"/>
                  </a:cubicBezTo>
                  <a:cubicBezTo>
                    <a:pt x="2730" y="5167"/>
                    <a:pt x="2279" y="5570"/>
                    <a:pt x="2224" y="6093"/>
                  </a:cubicBezTo>
                  <a:cubicBezTo>
                    <a:pt x="2218" y="6106"/>
                    <a:pt x="2210" y="6110"/>
                    <a:pt x="2200" y="6110"/>
                  </a:cubicBezTo>
                  <a:cubicBezTo>
                    <a:pt x="2180" y="6110"/>
                    <a:pt x="2155" y="6093"/>
                    <a:pt x="2130" y="6093"/>
                  </a:cubicBezTo>
                  <a:cubicBezTo>
                    <a:pt x="2106" y="6091"/>
                    <a:pt x="2082" y="6091"/>
                    <a:pt x="2058" y="6091"/>
                  </a:cubicBezTo>
                  <a:cubicBezTo>
                    <a:pt x="1543" y="6091"/>
                    <a:pt x="1110" y="6475"/>
                    <a:pt x="1056" y="6997"/>
                  </a:cubicBezTo>
                  <a:lnTo>
                    <a:pt x="1056" y="7035"/>
                  </a:lnTo>
                  <a:cubicBezTo>
                    <a:pt x="510" y="7224"/>
                    <a:pt x="95" y="7582"/>
                    <a:pt x="58" y="8053"/>
                  </a:cubicBezTo>
                  <a:cubicBezTo>
                    <a:pt x="1" y="8769"/>
                    <a:pt x="755" y="9409"/>
                    <a:pt x="1735" y="9485"/>
                  </a:cubicBezTo>
                  <a:cubicBezTo>
                    <a:pt x="1797" y="9489"/>
                    <a:pt x="1859" y="9491"/>
                    <a:pt x="1921" y="9491"/>
                  </a:cubicBezTo>
                  <a:cubicBezTo>
                    <a:pt x="2123" y="9491"/>
                    <a:pt x="2324" y="9467"/>
                    <a:pt x="2526" y="9409"/>
                  </a:cubicBezTo>
                  <a:cubicBezTo>
                    <a:pt x="2677" y="9579"/>
                    <a:pt x="2884" y="9692"/>
                    <a:pt x="3091" y="9730"/>
                  </a:cubicBezTo>
                  <a:cubicBezTo>
                    <a:pt x="3113" y="9731"/>
                    <a:pt x="3134" y="9732"/>
                    <a:pt x="3156" y="9732"/>
                  </a:cubicBezTo>
                  <a:cubicBezTo>
                    <a:pt x="3620" y="9732"/>
                    <a:pt x="4043" y="9346"/>
                    <a:pt x="4259" y="8787"/>
                  </a:cubicBezTo>
                  <a:cubicBezTo>
                    <a:pt x="4391" y="8919"/>
                    <a:pt x="4561" y="8995"/>
                    <a:pt x="4749" y="9014"/>
                  </a:cubicBezTo>
                  <a:cubicBezTo>
                    <a:pt x="5013" y="9014"/>
                    <a:pt x="5277" y="8919"/>
                    <a:pt x="5465" y="8712"/>
                  </a:cubicBezTo>
                  <a:cubicBezTo>
                    <a:pt x="5950" y="9269"/>
                    <a:pt x="6626" y="9555"/>
                    <a:pt x="7305" y="9555"/>
                  </a:cubicBezTo>
                  <a:cubicBezTo>
                    <a:pt x="7868" y="9555"/>
                    <a:pt x="8434" y="9358"/>
                    <a:pt x="8895" y="8957"/>
                  </a:cubicBezTo>
                  <a:cubicBezTo>
                    <a:pt x="9156" y="9712"/>
                    <a:pt x="9837" y="10107"/>
                    <a:pt x="10521" y="10107"/>
                  </a:cubicBezTo>
                  <a:cubicBezTo>
                    <a:pt x="11118" y="10107"/>
                    <a:pt x="11717" y="9806"/>
                    <a:pt x="12041" y="9183"/>
                  </a:cubicBezTo>
                  <a:cubicBezTo>
                    <a:pt x="12173" y="9334"/>
                    <a:pt x="12343" y="9466"/>
                    <a:pt x="12513" y="9560"/>
                  </a:cubicBezTo>
                  <a:cubicBezTo>
                    <a:pt x="12451" y="10377"/>
                    <a:pt x="13081" y="10831"/>
                    <a:pt x="13706" y="10831"/>
                  </a:cubicBezTo>
                  <a:cubicBezTo>
                    <a:pt x="14220" y="10831"/>
                    <a:pt x="14730" y="10524"/>
                    <a:pt x="14849" y="9862"/>
                  </a:cubicBezTo>
                  <a:cubicBezTo>
                    <a:pt x="15019" y="9862"/>
                    <a:pt x="15207" y="9843"/>
                    <a:pt x="15377" y="9786"/>
                  </a:cubicBezTo>
                  <a:cubicBezTo>
                    <a:pt x="15659" y="10144"/>
                    <a:pt x="16055" y="10351"/>
                    <a:pt x="16507" y="10389"/>
                  </a:cubicBezTo>
                  <a:cubicBezTo>
                    <a:pt x="16541" y="10391"/>
                    <a:pt x="16575" y="10392"/>
                    <a:pt x="16608" y="10392"/>
                  </a:cubicBezTo>
                  <a:cubicBezTo>
                    <a:pt x="16910" y="10392"/>
                    <a:pt x="17195" y="10316"/>
                    <a:pt x="17449" y="10163"/>
                  </a:cubicBezTo>
                  <a:cubicBezTo>
                    <a:pt x="17581" y="10314"/>
                    <a:pt x="17732" y="10427"/>
                    <a:pt x="17902" y="10521"/>
                  </a:cubicBezTo>
                  <a:cubicBezTo>
                    <a:pt x="17883" y="10936"/>
                    <a:pt x="17996" y="11331"/>
                    <a:pt x="18203" y="11670"/>
                  </a:cubicBezTo>
                  <a:cubicBezTo>
                    <a:pt x="17977" y="11859"/>
                    <a:pt x="17789" y="12104"/>
                    <a:pt x="17675" y="12386"/>
                  </a:cubicBezTo>
                  <a:cubicBezTo>
                    <a:pt x="17464" y="12134"/>
                    <a:pt x="17181" y="12020"/>
                    <a:pt x="16903" y="12020"/>
                  </a:cubicBezTo>
                  <a:cubicBezTo>
                    <a:pt x="16414" y="12020"/>
                    <a:pt x="15940" y="12375"/>
                    <a:pt x="15904" y="12952"/>
                  </a:cubicBezTo>
                  <a:cubicBezTo>
                    <a:pt x="15878" y="13580"/>
                    <a:pt x="16388" y="14017"/>
                    <a:pt x="16924" y="14017"/>
                  </a:cubicBezTo>
                  <a:cubicBezTo>
                    <a:pt x="17159" y="14017"/>
                    <a:pt x="17399" y="13933"/>
                    <a:pt x="17600" y="13743"/>
                  </a:cubicBezTo>
                  <a:cubicBezTo>
                    <a:pt x="17826" y="14459"/>
                    <a:pt x="18486" y="14968"/>
                    <a:pt x="19239" y="15043"/>
                  </a:cubicBezTo>
                  <a:cubicBezTo>
                    <a:pt x="19277" y="15046"/>
                    <a:pt x="19315" y="15047"/>
                    <a:pt x="19353" y="15047"/>
                  </a:cubicBezTo>
                  <a:cubicBezTo>
                    <a:pt x="19620" y="15047"/>
                    <a:pt x="19894" y="14989"/>
                    <a:pt x="20125" y="14874"/>
                  </a:cubicBezTo>
                  <a:cubicBezTo>
                    <a:pt x="20163" y="15156"/>
                    <a:pt x="20257" y="15420"/>
                    <a:pt x="20408" y="15665"/>
                  </a:cubicBezTo>
                  <a:cubicBezTo>
                    <a:pt x="19937" y="16343"/>
                    <a:pt x="20257" y="17304"/>
                    <a:pt x="21067" y="17568"/>
                  </a:cubicBezTo>
                  <a:cubicBezTo>
                    <a:pt x="20992" y="17719"/>
                    <a:pt x="20935" y="17870"/>
                    <a:pt x="20916" y="18039"/>
                  </a:cubicBezTo>
                  <a:cubicBezTo>
                    <a:pt x="20879" y="18642"/>
                    <a:pt x="21237" y="19189"/>
                    <a:pt x="21821" y="19377"/>
                  </a:cubicBezTo>
                  <a:cubicBezTo>
                    <a:pt x="20954" y="19923"/>
                    <a:pt x="21048" y="21224"/>
                    <a:pt x="21972" y="21638"/>
                  </a:cubicBezTo>
                  <a:cubicBezTo>
                    <a:pt x="21425" y="21770"/>
                    <a:pt x="21011" y="22241"/>
                    <a:pt x="20954" y="22806"/>
                  </a:cubicBezTo>
                  <a:cubicBezTo>
                    <a:pt x="20916" y="23390"/>
                    <a:pt x="21256" y="23937"/>
                    <a:pt x="21821" y="24144"/>
                  </a:cubicBezTo>
                  <a:cubicBezTo>
                    <a:pt x="21746" y="24257"/>
                    <a:pt x="21708" y="24408"/>
                    <a:pt x="21689" y="24559"/>
                  </a:cubicBezTo>
                  <a:cubicBezTo>
                    <a:pt x="21651" y="24992"/>
                    <a:pt x="21859" y="25407"/>
                    <a:pt x="22198" y="25670"/>
                  </a:cubicBezTo>
                  <a:cubicBezTo>
                    <a:pt x="22047" y="25991"/>
                    <a:pt x="22122" y="26349"/>
                    <a:pt x="22367" y="26575"/>
                  </a:cubicBezTo>
                  <a:cubicBezTo>
                    <a:pt x="22273" y="26669"/>
                    <a:pt x="22217" y="26801"/>
                    <a:pt x="22198" y="26933"/>
                  </a:cubicBezTo>
                  <a:cubicBezTo>
                    <a:pt x="22158" y="27361"/>
                    <a:pt x="22482" y="27590"/>
                    <a:pt x="22804" y="27590"/>
                  </a:cubicBezTo>
                  <a:cubicBezTo>
                    <a:pt x="23091" y="27590"/>
                    <a:pt x="23377" y="27409"/>
                    <a:pt x="23404" y="27027"/>
                  </a:cubicBezTo>
                  <a:cubicBezTo>
                    <a:pt x="23404" y="26952"/>
                    <a:pt x="23366" y="26876"/>
                    <a:pt x="23328" y="26801"/>
                  </a:cubicBezTo>
                  <a:cubicBezTo>
                    <a:pt x="23630" y="26669"/>
                    <a:pt x="23837" y="26386"/>
                    <a:pt x="23875" y="26066"/>
                  </a:cubicBezTo>
                  <a:cubicBezTo>
                    <a:pt x="23875" y="25934"/>
                    <a:pt x="23856" y="25821"/>
                    <a:pt x="23818" y="25689"/>
                  </a:cubicBezTo>
                  <a:cubicBezTo>
                    <a:pt x="24252" y="25369"/>
                    <a:pt x="24421" y="24804"/>
                    <a:pt x="24252" y="24276"/>
                  </a:cubicBezTo>
                  <a:cubicBezTo>
                    <a:pt x="24779" y="23767"/>
                    <a:pt x="24760" y="22919"/>
                    <a:pt x="24195" y="22430"/>
                  </a:cubicBezTo>
                  <a:cubicBezTo>
                    <a:pt x="24610" y="22053"/>
                    <a:pt x="24704" y="21412"/>
                    <a:pt x="24402" y="20941"/>
                  </a:cubicBezTo>
                  <a:cubicBezTo>
                    <a:pt x="25344" y="20828"/>
                    <a:pt x="25834" y="19773"/>
                    <a:pt x="25307" y="18981"/>
                  </a:cubicBezTo>
                  <a:cubicBezTo>
                    <a:pt x="26192" y="18360"/>
                    <a:pt x="26192" y="17059"/>
                    <a:pt x="25307" y="16438"/>
                  </a:cubicBezTo>
                  <a:cubicBezTo>
                    <a:pt x="25401" y="16362"/>
                    <a:pt x="25476" y="16268"/>
                    <a:pt x="25552" y="16155"/>
                  </a:cubicBezTo>
                  <a:cubicBezTo>
                    <a:pt x="27191" y="16023"/>
                    <a:pt x="27323" y="13687"/>
                    <a:pt x="25702" y="13366"/>
                  </a:cubicBezTo>
                  <a:lnTo>
                    <a:pt x="25702" y="13347"/>
                  </a:lnTo>
                  <a:cubicBezTo>
                    <a:pt x="26569" y="13008"/>
                    <a:pt x="27172" y="12217"/>
                    <a:pt x="27248" y="11294"/>
                  </a:cubicBezTo>
                  <a:cubicBezTo>
                    <a:pt x="27285" y="10747"/>
                    <a:pt x="27135" y="10220"/>
                    <a:pt x="26833" y="9767"/>
                  </a:cubicBezTo>
                  <a:lnTo>
                    <a:pt x="26833" y="9730"/>
                  </a:lnTo>
                  <a:cubicBezTo>
                    <a:pt x="26871" y="9221"/>
                    <a:pt x="26550" y="8731"/>
                    <a:pt x="26060" y="8561"/>
                  </a:cubicBezTo>
                  <a:cubicBezTo>
                    <a:pt x="26155" y="8429"/>
                    <a:pt x="26230" y="8298"/>
                    <a:pt x="26230" y="8147"/>
                  </a:cubicBezTo>
                  <a:cubicBezTo>
                    <a:pt x="26291" y="7614"/>
                    <a:pt x="25861" y="7260"/>
                    <a:pt x="25426" y="7260"/>
                  </a:cubicBezTo>
                  <a:cubicBezTo>
                    <a:pt x="25184" y="7260"/>
                    <a:pt x="24941" y="7370"/>
                    <a:pt x="24779" y="7619"/>
                  </a:cubicBezTo>
                  <a:cubicBezTo>
                    <a:pt x="25280" y="6618"/>
                    <a:pt x="24445" y="5718"/>
                    <a:pt x="23582" y="5718"/>
                  </a:cubicBezTo>
                  <a:cubicBezTo>
                    <a:pt x="23210" y="5718"/>
                    <a:pt x="22833" y="5885"/>
                    <a:pt x="22556" y="6281"/>
                  </a:cubicBezTo>
                  <a:cubicBezTo>
                    <a:pt x="22499" y="6150"/>
                    <a:pt x="22424" y="6036"/>
                    <a:pt x="22330" y="5923"/>
                  </a:cubicBezTo>
                  <a:cubicBezTo>
                    <a:pt x="23385" y="5641"/>
                    <a:pt x="23912" y="4473"/>
                    <a:pt x="23423" y="3493"/>
                  </a:cubicBezTo>
                  <a:cubicBezTo>
                    <a:pt x="23120" y="2863"/>
                    <a:pt x="22490" y="2506"/>
                    <a:pt x="21849" y="2506"/>
                  </a:cubicBezTo>
                  <a:cubicBezTo>
                    <a:pt x="21492" y="2506"/>
                    <a:pt x="21132" y="2616"/>
                    <a:pt x="20822" y="2852"/>
                  </a:cubicBezTo>
                  <a:cubicBezTo>
                    <a:pt x="20596" y="2551"/>
                    <a:pt x="20257" y="2343"/>
                    <a:pt x="19899" y="2268"/>
                  </a:cubicBezTo>
                  <a:cubicBezTo>
                    <a:pt x="19618" y="1681"/>
                    <a:pt x="19076" y="1401"/>
                    <a:pt x="18536" y="1401"/>
                  </a:cubicBezTo>
                  <a:cubicBezTo>
                    <a:pt x="17881" y="1401"/>
                    <a:pt x="17229" y="1813"/>
                    <a:pt x="17054" y="2588"/>
                  </a:cubicBezTo>
                  <a:cubicBezTo>
                    <a:pt x="16884" y="2343"/>
                    <a:pt x="16639" y="2155"/>
                    <a:pt x="16356" y="2042"/>
                  </a:cubicBezTo>
                  <a:cubicBezTo>
                    <a:pt x="16583" y="1835"/>
                    <a:pt x="16714" y="1571"/>
                    <a:pt x="16733" y="1288"/>
                  </a:cubicBezTo>
                  <a:cubicBezTo>
                    <a:pt x="16809" y="558"/>
                    <a:pt x="16235" y="0"/>
                    <a:pt x="155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55"/>
            <p:cNvSpPr/>
            <p:nvPr/>
          </p:nvSpPr>
          <p:spPr>
            <a:xfrm>
              <a:off x="10485062" y="1322132"/>
              <a:ext cx="58166" cy="49412"/>
            </a:xfrm>
            <a:custGeom>
              <a:avLst/>
              <a:gdLst/>
              <a:ahLst/>
              <a:cxnLst/>
              <a:rect l="l" t="t" r="r" b="b"/>
              <a:pathLst>
                <a:path w="1814" h="1541" extrusionOk="0">
                  <a:moveTo>
                    <a:pt x="1009" y="1"/>
                  </a:moveTo>
                  <a:cubicBezTo>
                    <a:pt x="356" y="1"/>
                    <a:pt x="1" y="756"/>
                    <a:pt x="420" y="1266"/>
                  </a:cubicBezTo>
                  <a:cubicBezTo>
                    <a:pt x="582" y="1455"/>
                    <a:pt x="795" y="1540"/>
                    <a:pt x="1004" y="1540"/>
                  </a:cubicBezTo>
                  <a:cubicBezTo>
                    <a:pt x="1378" y="1540"/>
                    <a:pt x="1740" y="1268"/>
                    <a:pt x="1776" y="833"/>
                  </a:cubicBezTo>
                  <a:cubicBezTo>
                    <a:pt x="1814" y="418"/>
                    <a:pt x="1494" y="41"/>
                    <a:pt x="1079" y="3"/>
                  </a:cubicBezTo>
                  <a:cubicBezTo>
                    <a:pt x="1055" y="2"/>
                    <a:pt x="1032" y="1"/>
                    <a:pt x="10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55"/>
            <p:cNvSpPr/>
            <p:nvPr/>
          </p:nvSpPr>
          <p:spPr>
            <a:xfrm>
              <a:off x="10093580" y="1000712"/>
              <a:ext cx="58743" cy="49540"/>
            </a:xfrm>
            <a:custGeom>
              <a:avLst/>
              <a:gdLst/>
              <a:ahLst/>
              <a:cxnLst/>
              <a:rect l="l" t="t" r="r" b="b"/>
              <a:pathLst>
                <a:path w="1832" h="1545" extrusionOk="0">
                  <a:moveTo>
                    <a:pt x="1011" y="0"/>
                  </a:moveTo>
                  <a:cubicBezTo>
                    <a:pt x="373" y="0"/>
                    <a:pt x="0" y="774"/>
                    <a:pt x="437" y="1266"/>
                  </a:cubicBezTo>
                  <a:cubicBezTo>
                    <a:pt x="595" y="1457"/>
                    <a:pt x="809" y="1544"/>
                    <a:pt x="1021" y="1544"/>
                  </a:cubicBezTo>
                  <a:cubicBezTo>
                    <a:pt x="1393" y="1544"/>
                    <a:pt x="1758" y="1276"/>
                    <a:pt x="1794" y="832"/>
                  </a:cubicBezTo>
                  <a:cubicBezTo>
                    <a:pt x="1832" y="418"/>
                    <a:pt x="1511" y="41"/>
                    <a:pt x="1078" y="3"/>
                  </a:cubicBezTo>
                  <a:cubicBezTo>
                    <a:pt x="1055" y="1"/>
                    <a:pt x="1033" y="0"/>
                    <a:pt x="10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55"/>
            <p:cNvSpPr/>
            <p:nvPr/>
          </p:nvSpPr>
          <p:spPr>
            <a:xfrm>
              <a:off x="10198529" y="973553"/>
              <a:ext cx="40819" cy="35079"/>
            </a:xfrm>
            <a:custGeom>
              <a:avLst/>
              <a:gdLst/>
              <a:ahLst/>
              <a:cxnLst/>
              <a:rect l="l" t="t" r="r" b="b"/>
              <a:pathLst>
                <a:path w="1273" h="1094" extrusionOk="0">
                  <a:moveTo>
                    <a:pt x="700" y="0"/>
                  </a:moveTo>
                  <a:cubicBezTo>
                    <a:pt x="256" y="0"/>
                    <a:pt x="0" y="542"/>
                    <a:pt x="292" y="907"/>
                  </a:cubicBezTo>
                  <a:cubicBezTo>
                    <a:pt x="407" y="1035"/>
                    <a:pt x="556" y="1093"/>
                    <a:pt x="702" y="1093"/>
                  </a:cubicBezTo>
                  <a:cubicBezTo>
                    <a:pt x="964" y="1093"/>
                    <a:pt x="1217" y="907"/>
                    <a:pt x="1253" y="605"/>
                  </a:cubicBezTo>
                  <a:cubicBezTo>
                    <a:pt x="1272" y="304"/>
                    <a:pt x="1046" y="40"/>
                    <a:pt x="744" y="2"/>
                  </a:cubicBezTo>
                  <a:cubicBezTo>
                    <a:pt x="729" y="1"/>
                    <a:pt x="715" y="0"/>
                    <a:pt x="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55"/>
            <p:cNvSpPr/>
            <p:nvPr/>
          </p:nvSpPr>
          <p:spPr>
            <a:xfrm>
              <a:off x="10165310" y="979582"/>
              <a:ext cx="31135" cy="25973"/>
            </a:xfrm>
            <a:custGeom>
              <a:avLst/>
              <a:gdLst/>
              <a:ahLst/>
              <a:cxnLst/>
              <a:rect l="l" t="t" r="r" b="b"/>
              <a:pathLst>
                <a:path w="971" h="810" extrusionOk="0">
                  <a:moveTo>
                    <a:pt x="529" y="0"/>
                  </a:moveTo>
                  <a:cubicBezTo>
                    <a:pt x="198" y="0"/>
                    <a:pt x="1" y="392"/>
                    <a:pt x="235" y="662"/>
                  </a:cubicBezTo>
                  <a:cubicBezTo>
                    <a:pt x="317" y="764"/>
                    <a:pt x="427" y="809"/>
                    <a:pt x="537" y="809"/>
                  </a:cubicBezTo>
                  <a:cubicBezTo>
                    <a:pt x="731" y="809"/>
                    <a:pt x="920" y="665"/>
                    <a:pt x="933" y="436"/>
                  </a:cubicBezTo>
                  <a:cubicBezTo>
                    <a:pt x="970" y="210"/>
                    <a:pt x="801" y="22"/>
                    <a:pt x="575" y="3"/>
                  </a:cubicBezTo>
                  <a:cubicBezTo>
                    <a:pt x="559" y="1"/>
                    <a:pt x="544" y="0"/>
                    <a:pt x="5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55"/>
            <p:cNvSpPr/>
            <p:nvPr/>
          </p:nvSpPr>
          <p:spPr>
            <a:xfrm>
              <a:off x="10148379" y="937897"/>
              <a:ext cx="34149" cy="29339"/>
            </a:xfrm>
            <a:custGeom>
              <a:avLst/>
              <a:gdLst/>
              <a:ahLst/>
              <a:cxnLst/>
              <a:rect l="l" t="t" r="r" b="b"/>
              <a:pathLst>
                <a:path w="1065" h="915" extrusionOk="0">
                  <a:moveTo>
                    <a:pt x="585" y="0"/>
                  </a:moveTo>
                  <a:cubicBezTo>
                    <a:pt x="200" y="0"/>
                    <a:pt x="0" y="448"/>
                    <a:pt x="236" y="756"/>
                  </a:cubicBezTo>
                  <a:cubicBezTo>
                    <a:pt x="331" y="865"/>
                    <a:pt x="458" y="915"/>
                    <a:pt x="583" y="915"/>
                  </a:cubicBezTo>
                  <a:cubicBezTo>
                    <a:pt x="805" y="915"/>
                    <a:pt x="1022" y="758"/>
                    <a:pt x="1046" y="492"/>
                  </a:cubicBezTo>
                  <a:cubicBezTo>
                    <a:pt x="1065" y="248"/>
                    <a:pt x="876" y="21"/>
                    <a:pt x="631" y="3"/>
                  </a:cubicBezTo>
                  <a:cubicBezTo>
                    <a:pt x="616" y="1"/>
                    <a:pt x="600" y="0"/>
                    <a:pt x="5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55"/>
            <p:cNvSpPr/>
            <p:nvPr/>
          </p:nvSpPr>
          <p:spPr>
            <a:xfrm>
              <a:off x="10216934" y="911604"/>
              <a:ext cx="35945" cy="30622"/>
            </a:xfrm>
            <a:custGeom>
              <a:avLst/>
              <a:gdLst/>
              <a:ahLst/>
              <a:cxnLst/>
              <a:rect l="l" t="t" r="r" b="b"/>
              <a:pathLst>
                <a:path w="1121" h="955" extrusionOk="0">
                  <a:moveTo>
                    <a:pt x="612" y="1"/>
                  </a:moveTo>
                  <a:cubicBezTo>
                    <a:pt x="512" y="1"/>
                    <a:pt x="410" y="33"/>
                    <a:pt x="321" y="107"/>
                  </a:cubicBezTo>
                  <a:cubicBezTo>
                    <a:pt x="1" y="389"/>
                    <a:pt x="170" y="917"/>
                    <a:pt x="585" y="954"/>
                  </a:cubicBezTo>
                  <a:cubicBezTo>
                    <a:pt x="679" y="954"/>
                    <a:pt x="773" y="936"/>
                    <a:pt x="868" y="879"/>
                  </a:cubicBezTo>
                  <a:lnTo>
                    <a:pt x="623" y="483"/>
                  </a:lnTo>
                  <a:lnTo>
                    <a:pt x="1094" y="521"/>
                  </a:lnTo>
                  <a:cubicBezTo>
                    <a:pt x="1121" y="222"/>
                    <a:pt x="873" y="1"/>
                    <a:pt x="612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55"/>
            <p:cNvSpPr/>
            <p:nvPr/>
          </p:nvSpPr>
          <p:spPr>
            <a:xfrm>
              <a:off x="10100218" y="939084"/>
              <a:ext cx="52106" cy="44282"/>
            </a:xfrm>
            <a:custGeom>
              <a:avLst/>
              <a:gdLst/>
              <a:ahLst/>
              <a:cxnLst/>
              <a:rect l="l" t="t" r="r" b="b"/>
              <a:pathLst>
                <a:path w="1625" h="1381" extrusionOk="0">
                  <a:moveTo>
                    <a:pt x="896" y="0"/>
                  </a:moveTo>
                  <a:cubicBezTo>
                    <a:pt x="318" y="0"/>
                    <a:pt x="0" y="680"/>
                    <a:pt x="381" y="1134"/>
                  </a:cubicBezTo>
                  <a:cubicBezTo>
                    <a:pt x="524" y="1304"/>
                    <a:pt x="717" y="1381"/>
                    <a:pt x="906" y="1381"/>
                  </a:cubicBezTo>
                  <a:cubicBezTo>
                    <a:pt x="1239" y="1381"/>
                    <a:pt x="1563" y="1142"/>
                    <a:pt x="1587" y="757"/>
                  </a:cubicBezTo>
                  <a:cubicBezTo>
                    <a:pt x="1625" y="361"/>
                    <a:pt x="1342" y="22"/>
                    <a:pt x="965" y="3"/>
                  </a:cubicBezTo>
                  <a:cubicBezTo>
                    <a:pt x="942" y="1"/>
                    <a:pt x="919" y="0"/>
                    <a:pt x="8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55"/>
            <p:cNvSpPr/>
            <p:nvPr/>
          </p:nvSpPr>
          <p:spPr>
            <a:xfrm>
              <a:off x="10056128" y="980159"/>
              <a:ext cx="53901" cy="45051"/>
            </a:xfrm>
            <a:custGeom>
              <a:avLst/>
              <a:gdLst/>
              <a:ahLst/>
              <a:cxnLst/>
              <a:rect l="l" t="t" r="r" b="b"/>
              <a:pathLst>
                <a:path w="1681" h="1405" extrusionOk="0">
                  <a:moveTo>
                    <a:pt x="916" y="0"/>
                  </a:moveTo>
                  <a:cubicBezTo>
                    <a:pt x="335" y="0"/>
                    <a:pt x="0" y="699"/>
                    <a:pt x="399" y="1153"/>
                  </a:cubicBezTo>
                  <a:cubicBezTo>
                    <a:pt x="545" y="1326"/>
                    <a:pt x="743" y="1405"/>
                    <a:pt x="939" y="1405"/>
                  </a:cubicBezTo>
                  <a:cubicBezTo>
                    <a:pt x="1277" y="1405"/>
                    <a:pt x="1607" y="1170"/>
                    <a:pt x="1643" y="776"/>
                  </a:cubicBezTo>
                  <a:cubicBezTo>
                    <a:pt x="1681" y="380"/>
                    <a:pt x="1379" y="22"/>
                    <a:pt x="984" y="4"/>
                  </a:cubicBezTo>
                  <a:cubicBezTo>
                    <a:pt x="961" y="1"/>
                    <a:pt x="938" y="0"/>
                    <a:pt x="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55"/>
            <p:cNvSpPr/>
            <p:nvPr/>
          </p:nvSpPr>
          <p:spPr>
            <a:xfrm>
              <a:off x="10032528" y="1019406"/>
              <a:ext cx="42454" cy="35977"/>
            </a:xfrm>
            <a:custGeom>
              <a:avLst/>
              <a:gdLst/>
              <a:ahLst/>
              <a:cxnLst/>
              <a:rect l="l" t="t" r="r" b="b"/>
              <a:pathLst>
                <a:path w="1324" h="1122" extrusionOk="0">
                  <a:moveTo>
                    <a:pt x="712" y="0"/>
                  </a:moveTo>
                  <a:cubicBezTo>
                    <a:pt x="261" y="0"/>
                    <a:pt x="1" y="550"/>
                    <a:pt x="306" y="928"/>
                  </a:cubicBezTo>
                  <a:cubicBezTo>
                    <a:pt x="420" y="1061"/>
                    <a:pt x="572" y="1122"/>
                    <a:pt x="723" y="1122"/>
                  </a:cubicBezTo>
                  <a:cubicBezTo>
                    <a:pt x="997" y="1122"/>
                    <a:pt x="1269" y="923"/>
                    <a:pt x="1305" y="607"/>
                  </a:cubicBezTo>
                  <a:cubicBezTo>
                    <a:pt x="1324" y="287"/>
                    <a:pt x="1098" y="23"/>
                    <a:pt x="777" y="4"/>
                  </a:cubicBezTo>
                  <a:cubicBezTo>
                    <a:pt x="755" y="2"/>
                    <a:pt x="733" y="0"/>
                    <a:pt x="7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55"/>
            <p:cNvSpPr/>
            <p:nvPr/>
          </p:nvSpPr>
          <p:spPr>
            <a:xfrm>
              <a:off x="10230113" y="898008"/>
              <a:ext cx="56338" cy="47937"/>
            </a:xfrm>
            <a:custGeom>
              <a:avLst/>
              <a:gdLst/>
              <a:ahLst/>
              <a:cxnLst/>
              <a:rect l="l" t="t" r="r" b="b"/>
              <a:pathLst>
                <a:path w="1757" h="1495" extrusionOk="0">
                  <a:moveTo>
                    <a:pt x="973" y="0"/>
                  </a:moveTo>
                  <a:cubicBezTo>
                    <a:pt x="355" y="0"/>
                    <a:pt x="0" y="737"/>
                    <a:pt x="400" y="1228"/>
                  </a:cubicBezTo>
                  <a:cubicBezTo>
                    <a:pt x="557" y="1411"/>
                    <a:pt x="765" y="1494"/>
                    <a:pt x="969" y="1494"/>
                  </a:cubicBezTo>
                  <a:cubicBezTo>
                    <a:pt x="1331" y="1494"/>
                    <a:pt x="1683" y="1235"/>
                    <a:pt x="1719" y="813"/>
                  </a:cubicBezTo>
                  <a:cubicBezTo>
                    <a:pt x="1757" y="399"/>
                    <a:pt x="1455" y="41"/>
                    <a:pt x="1041" y="3"/>
                  </a:cubicBezTo>
                  <a:cubicBezTo>
                    <a:pt x="1018" y="1"/>
                    <a:pt x="995" y="0"/>
                    <a:pt x="9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55"/>
            <p:cNvSpPr/>
            <p:nvPr/>
          </p:nvSpPr>
          <p:spPr>
            <a:xfrm>
              <a:off x="10206673" y="906217"/>
              <a:ext cx="59962" cy="45180"/>
            </a:xfrm>
            <a:custGeom>
              <a:avLst/>
              <a:gdLst/>
              <a:ahLst/>
              <a:cxnLst/>
              <a:rect l="l" t="t" r="r" b="b"/>
              <a:pathLst>
                <a:path w="1870" h="1409" extrusionOk="0">
                  <a:moveTo>
                    <a:pt x="926" y="1"/>
                  </a:moveTo>
                  <a:cubicBezTo>
                    <a:pt x="766" y="1"/>
                    <a:pt x="604" y="54"/>
                    <a:pt x="472" y="161"/>
                  </a:cubicBezTo>
                  <a:cubicBezTo>
                    <a:pt x="1" y="576"/>
                    <a:pt x="245" y="1349"/>
                    <a:pt x="867" y="1405"/>
                  </a:cubicBezTo>
                  <a:cubicBezTo>
                    <a:pt x="890" y="1407"/>
                    <a:pt x="913" y="1408"/>
                    <a:pt x="935" y="1408"/>
                  </a:cubicBezTo>
                  <a:cubicBezTo>
                    <a:pt x="1517" y="1408"/>
                    <a:pt x="1870" y="710"/>
                    <a:pt x="1470" y="256"/>
                  </a:cubicBezTo>
                  <a:cubicBezTo>
                    <a:pt x="1333" y="87"/>
                    <a:pt x="1131" y="1"/>
                    <a:pt x="9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4" name="Google Shape;5854;p55"/>
            <p:cNvSpPr/>
            <p:nvPr/>
          </p:nvSpPr>
          <p:spPr>
            <a:xfrm>
              <a:off x="10240406" y="995871"/>
              <a:ext cx="61148" cy="51593"/>
            </a:xfrm>
            <a:custGeom>
              <a:avLst/>
              <a:gdLst/>
              <a:ahLst/>
              <a:cxnLst/>
              <a:rect l="l" t="t" r="r" b="b"/>
              <a:pathLst>
                <a:path w="1907" h="1609" extrusionOk="0">
                  <a:moveTo>
                    <a:pt x="1065" y="1"/>
                  </a:moveTo>
                  <a:cubicBezTo>
                    <a:pt x="391" y="1"/>
                    <a:pt x="0" y="794"/>
                    <a:pt x="456" y="1322"/>
                  </a:cubicBezTo>
                  <a:cubicBezTo>
                    <a:pt x="619" y="1519"/>
                    <a:pt x="841" y="1609"/>
                    <a:pt x="1061" y="1609"/>
                  </a:cubicBezTo>
                  <a:cubicBezTo>
                    <a:pt x="1450" y="1609"/>
                    <a:pt x="1833" y="1328"/>
                    <a:pt x="1869" y="870"/>
                  </a:cubicBezTo>
                  <a:cubicBezTo>
                    <a:pt x="1907" y="437"/>
                    <a:pt x="1568" y="41"/>
                    <a:pt x="1134" y="3"/>
                  </a:cubicBezTo>
                  <a:cubicBezTo>
                    <a:pt x="1111" y="2"/>
                    <a:pt x="1088" y="1"/>
                    <a:pt x="10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5" name="Google Shape;5855;p55"/>
            <p:cNvSpPr/>
            <p:nvPr/>
          </p:nvSpPr>
          <p:spPr>
            <a:xfrm>
              <a:off x="10190705" y="1042429"/>
              <a:ext cx="49220" cy="41204"/>
            </a:xfrm>
            <a:custGeom>
              <a:avLst/>
              <a:gdLst/>
              <a:ahLst/>
              <a:cxnLst/>
              <a:rect l="l" t="t" r="r" b="b"/>
              <a:pathLst>
                <a:path w="1535" h="1285" extrusionOk="0">
                  <a:moveTo>
                    <a:pt x="867" y="1"/>
                  </a:moveTo>
                  <a:cubicBezTo>
                    <a:pt x="329" y="1"/>
                    <a:pt x="0" y="636"/>
                    <a:pt x="367" y="1058"/>
                  </a:cubicBezTo>
                  <a:cubicBezTo>
                    <a:pt x="502" y="1214"/>
                    <a:pt x="682" y="1284"/>
                    <a:pt x="858" y="1284"/>
                  </a:cubicBezTo>
                  <a:cubicBezTo>
                    <a:pt x="1171" y="1284"/>
                    <a:pt x="1473" y="1061"/>
                    <a:pt x="1497" y="699"/>
                  </a:cubicBezTo>
                  <a:cubicBezTo>
                    <a:pt x="1535" y="341"/>
                    <a:pt x="1271" y="40"/>
                    <a:pt x="913" y="2"/>
                  </a:cubicBezTo>
                  <a:cubicBezTo>
                    <a:pt x="898" y="1"/>
                    <a:pt x="882" y="1"/>
                    <a:pt x="8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55"/>
            <p:cNvSpPr/>
            <p:nvPr/>
          </p:nvSpPr>
          <p:spPr>
            <a:xfrm>
              <a:off x="10152131" y="1059872"/>
              <a:ext cx="38863" cy="33380"/>
            </a:xfrm>
            <a:custGeom>
              <a:avLst/>
              <a:gdLst/>
              <a:ahLst/>
              <a:cxnLst/>
              <a:rect l="l" t="t" r="r" b="b"/>
              <a:pathLst>
                <a:path w="1212" h="1041" extrusionOk="0">
                  <a:moveTo>
                    <a:pt x="655" y="1"/>
                  </a:moveTo>
                  <a:cubicBezTo>
                    <a:pt x="226" y="1"/>
                    <a:pt x="1" y="512"/>
                    <a:pt x="269" y="853"/>
                  </a:cubicBezTo>
                  <a:cubicBezTo>
                    <a:pt x="378" y="982"/>
                    <a:pt x="524" y="1040"/>
                    <a:pt x="668" y="1040"/>
                  </a:cubicBezTo>
                  <a:cubicBezTo>
                    <a:pt x="922" y="1040"/>
                    <a:pt x="1169" y="859"/>
                    <a:pt x="1193" y="570"/>
                  </a:cubicBezTo>
                  <a:cubicBezTo>
                    <a:pt x="1212" y="269"/>
                    <a:pt x="1004" y="24"/>
                    <a:pt x="722" y="5"/>
                  </a:cubicBezTo>
                  <a:cubicBezTo>
                    <a:pt x="699" y="2"/>
                    <a:pt x="677" y="1"/>
                    <a:pt x="6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55"/>
            <p:cNvSpPr/>
            <p:nvPr/>
          </p:nvSpPr>
          <p:spPr>
            <a:xfrm>
              <a:off x="10159153" y="1020208"/>
              <a:ext cx="29436" cy="27800"/>
            </a:xfrm>
            <a:custGeom>
              <a:avLst/>
              <a:gdLst/>
              <a:ahLst/>
              <a:cxnLst/>
              <a:rect l="l" t="t" r="r" b="b"/>
              <a:pathLst>
                <a:path w="918" h="867" extrusionOk="0">
                  <a:moveTo>
                    <a:pt x="469" y="1"/>
                  </a:moveTo>
                  <a:cubicBezTo>
                    <a:pt x="276" y="1"/>
                    <a:pt x="86" y="121"/>
                    <a:pt x="50" y="375"/>
                  </a:cubicBezTo>
                  <a:cubicBezTo>
                    <a:pt x="0" y="695"/>
                    <a:pt x="243" y="867"/>
                    <a:pt x="484" y="867"/>
                  </a:cubicBezTo>
                  <a:cubicBezTo>
                    <a:pt x="697" y="867"/>
                    <a:pt x="908" y="733"/>
                    <a:pt x="917" y="450"/>
                  </a:cubicBezTo>
                  <a:cubicBezTo>
                    <a:pt x="917" y="158"/>
                    <a:pt x="691" y="1"/>
                    <a:pt x="4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55"/>
            <p:cNvSpPr/>
            <p:nvPr/>
          </p:nvSpPr>
          <p:spPr>
            <a:xfrm>
              <a:off x="9999758" y="1033964"/>
              <a:ext cx="31744" cy="26582"/>
            </a:xfrm>
            <a:custGeom>
              <a:avLst/>
              <a:gdLst/>
              <a:ahLst/>
              <a:cxnLst/>
              <a:rect l="l" t="t" r="r" b="b"/>
              <a:pathLst>
                <a:path w="990" h="829" extrusionOk="0">
                  <a:moveTo>
                    <a:pt x="548" y="0"/>
                  </a:moveTo>
                  <a:cubicBezTo>
                    <a:pt x="199" y="0"/>
                    <a:pt x="1" y="410"/>
                    <a:pt x="235" y="681"/>
                  </a:cubicBezTo>
                  <a:cubicBezTo>
                    <a:pt x="317" y="783"/>
                    <a:pt x="430" y="828"/>
                    <a:pt x="543" y="828"/>
                  </a:cubicBezTo>
                  <a:cubicBezTo>
                    <a:pt x="744" y="828"/>
                    <a:pt x="946" y="684"/>
                    <a:pt x="970" y="455"/>
                  </a:cubicBezTo>
                  <a:cubicBezTo>
                    <a:pt x="989" y="229"/>
                    <a:pt x="820" y="21"/>
                    <a:pt x="593" y="3"/>
                  </a:cubicBezTo>
                  <a:cubicBezTo>
                    <a:pt x="578" y="1"/>
                    <a:pt x="563" y="0"/>
                    <a:pt x="5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55"/>
            <p:cNvSpPr/>
            <p:nvPr/>
          </p:nvSpPr>
          <p:spPr>
            <a:xfrm>
              <a:off x="9924822" y="1035182"/>
              <a:ext cx="45661" cy="38702"/>
            </a:xfrm>
            <a:custGeom>
              <a:avLst/>
              <a:gdLst/>
              <a:ahLst/>
              <a:cxnLst/>
              <a:rect l="l" t="t" r="r" b="b"/>
              <a:pathLst>
                <a:path w="1424" h="1207" extrusionOk="0">
                  <a:moveTo>
                    <a:pt x="793" y="1"/>
                  </a:moveTo>
                  <a:cubicBezTo>
                    <a:pt x="293" y="1"/>
                    <a:pt x="1" y="598"/>
                    <a:pt x="330" y="1001"/>
                  </a:cubicBezTo>
                  <a:cubicBezTo>
                    <a:pt x="452" y="1143"/>
                    <a:pt x="617" y="1207"/>
                    <a:pt x="780" y="1207"/>
                  </a:cubicBezTo>
                  <a:cubicBezTo>
                    <a:pt x="1073" y="1207"/>
                    <a:pt x="1361" y="1000"/>
                    <a:pt x="1385" y="662"/>
                  </a:cubicBezTo>
                  <a:cubicBezTo>
                    <a:pt x="1423" y="323"/>
                    <a:pt x="1178" y="40"/>
                    <a:pt x="839" y="2"/>
                  </a:cubicBezTo>
                  <a:cubicBezTo>
                    <a:pt x="824" y="1"/>
                    <a:pt x="808" y="1"/>
                    <a:pt x="7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55"/>
            <p:cNvSpPr/>
            <p:nvPr/>
          </p:nvSpPr>
          <p:spPr>
            <a:xfrm>
              <a:off x="10283726" y="953609"/>
              <a:ext cx="33540" cy="28602"/>
            </a:xfrm>
            <a:custGeom>
              <a:avLst/>
              <a:gdLst/>
              <a:ahLst/>
              <a:cxnLst/>
              <a:rect l="l" t="t" r="r" b="b"/>
              <a:pathLst>
                <a:path w="1046" h="892" extrusionOk="0">
                  <a:moveTo>
                    <a:pt x="587" y="0"/>
                  </a:moveTo>
                  <a:cubicBezTo>
                    <a:pt x="218" y="0"/>
                    <a:pt x="1" y="447"/>
                    <a:pt x="254" y="737"/>
                  </a:cubicBezTo>
                  <a:cubicBezTo>
                    <a:pt x="341" y="844"/>
                    <a:pt x="457" y="891"/>
                    <a:pt x="574" y="891"/>
                  </a:cubicBezTo>
                  <a:cubicBezTo>
                    <a:pt x="788" y="891"/>
                    <a:pt x="1002" y="730"/>
                    <a:pt x="1027" y="474"/>
                  </a:cubicBezTo>
                  <a:cubicBezTo>
                    <a:pt x="1046" y="247"/>
                    <a:pt x="857" y="21"/>
                    <a:pt x="631" y="2"/>
                  </a:cubicBezTo>
                  <a:cubicBezTo>
                    <a:pt x="616" y="1"/>
                    <a:pt x="601" y="0"/>
                    <a:pt x="5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55"/>
            <p:cNvSpPr/>
            <p:nvPr/>
          </p:nvSpPr>
          <p:spPr>
            <a:xfrm>
              <a:off x="10302452" y="884733"/>
              <a:ext cx="42614" cy="36362"/>
            </a:xfrm>
            <a:custGeom>
              <a:avLst/>
              <a:gdLst/>
              <a:ahLst/>
              <a:cxnLst/>
              <a:rect l="l" t="t" r="r" b="b"/>
              <a:pathLst>
                <a:path w="1329" h="1134" extrusionOk="0">
                  <a:moveTo>
                    <a:pt x="737" y="1"/>
                  </a:moveTo>
                  <a:cubicBezTo>
                    <a:pt x="274" y="1"/>
                    <a:pt x="1" y="560"/>
                    <a:pt x="311" y="926"/>
                  </a:cubicBezTo>
                  <a:cubicBezTo>
                    <a:pt x="427" y="1069"/>
                    <a:pt x="583" y="1134"/>
                    <a:pt x="737" y="1134"/>
                  </a:cubicBezTo>
                  <a:cubicBezTo>
                    <a:pt x="1006" y="1134"/>
                    <a:pt x="1267" y="936"/>
                    <a:pt x="1291" y="624"/>
                  </a:cubicBezTo>
                  <a:cubicBezTo>
                    <a:pt x="1329" y="304"/>
                    <a:pt x="1102" y="40"/>
                    <a:pt x="782" y="2"/>
                  </a:cubicBezTo>
                  <a:cubicBezTo>
                    <a:pt x="767" y="1"/>
                    <a:pt x="752" y="1"/>
                    <a:pt x="7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55"/>
            <p:cNvSpPr/>
            <p:nvPr/>
          </p:nvSpPr>
          <p:spPr>
            <a:xfrm>
              <a:off x="10361515" y="906345"/>
              <a:ext cx="77790" cy="66342"/>
            </a:xfrm>
            <a:custGeom>
              <a:avLst/>
              <a:gdLst/>
              <a:ahLst/>
              <a:cxnLst/>
              <a:rect l="l" t="t" r="r" b="b"/>
              <a:pathLst>
                <a:path w="2426" h="2069" extrusionOk="0">
                  <a:moveTo>
                    <a:pt x="1333" y="1"/>
                  </a:moveTo>
                  <a:cubicBezTo>
                    <a:pt x="480" y="1"/>
                    <a:pt x="1" y="1016"/>
                    <a:pt x="561" y="1703"/>
                  </a:cubicBezTo>
                  <a:cubicBezTo>
                    <a:pt x="778" y="1954"/>
                    <a:pt x="1066" y="2068"/>
                    <a:pt x="1350" y="2068"/>
                  </a:cubicBezTo>
                  <a:cubicBezTo>
                    <a:pt x="1853" y="2068"/>
                    <a:pt x="2340" y="1709"/>
                    <a:pt x="2388" y="1118"/>
                  </a:cubicBezTo>
                  <a:cubicBezTo>
                    <a:pt x="2426" y="553"/>
                    <a:pt x="2011" y="44"/>
                    <a:pt x="1446" y="7"/>
                  </a:cubicBezTo>
                  <a:cubicBezTo>
                    <a:pt x="1408" y="3"/>
                    <a:pt x="1370" y="1"/>
                    <a:pt x="13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55"/>
            <p:cNvSpPr/>
            <p:nvPr/>
          </p:nvSpPr>
          <p:spPr>
            <a:xfrm>
              <a:off x="10316079" y="984936"/>
              <a:ext cx="65829" cy="55921"/>
            </a:xfrm>
            <a:custGeom>
              <a:avLst/>
              <a:gdLst/>
              <a:ahLst/>
              <a:cxnLst/>
              <a:rect l="l" t="t" r="r" b="b"/>
              <a:pathLst>
                <a:path w="2053" h="1744" extrusionOk="0">
                  <a:moveTo>
                    <a:pt x="1134" y="1"/>
                  </a:moveTo>
                  <a:cubicBezTo>
                    <a:pt x="416" y="1"/>
                    <a:pt x="0" y="858"/>
                    <a:pt x="489" y="1437"/>
                  </a:cubicBezTo>
                  <a:cubicBezTo>
                    <a:pt x="665" y="1648"/>
                    <a:pt x="905" y="1743"/>
                    <a:pt x="1143" y="1743"/>
                  </a:cubicBezTo>
                  <a:cubicBezTo>
                    <a:pt x="1565" y="1743"/>
                    <a:pt x="1979" y="1442"/>
                    <a:pt x="2015" y="947"/>
                  </a:cubicBezTo>
                  <a:cubicBezTo>
                    <a:pt x="2053" y="476"/>
                    <a:pt x="1714" y="43"/>
                    <a:pt x="1224" y="5"/>
                  </a:cubicBezTo>
                  <a:cubicBezTo>
                    <a:pt x="1193" y="2"/>
                    <a:pt x="1163" y="1"/>
                    <a:pt x="11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55"/>
            <p:cNvSpPr/>
            <p:nvPr/>
          </p:nvSpPr>
          <p:spPr>
            <a:xfrm>
              <a:off x="10281321" y="1058141"/>
              <a:ext cx="34149" cy="28762"/>
            </a:xfrm>
            <a:custGeom>
              <a:avLst/>
              <a:gdLst/>
              <a:ahLst/>
              <a:cxnLst/>
              <a:rect l="l" t="t" r="r" b="b"/>
              <a:pathLst>
                <a:path w="1065" h="897" extrusionOk="0">
                  <a:moveTo>
                    <a:pt x="586" y="0"/>
                  </a:moveTo>
                  <a:cubicBezTo>
                    <a:pt x="217" y="0"/>
                    <a:pt x="0" y="447"/>
                    <a:pt x="254" y="737"/>
                  </a:cubicBezTo>
                  <a:cubicBezTo>
                    <a:pt x="343" y="847"/>
                    <a:pt x="467" y="897"/>
                    <a:pt x="591" y="897"/>
                  </a:cubicBezTo>
                  <a:cubicBezTo>
                    <a:pt x="807" y="897"/>
                    <a:pt x="1021" y="744"/>
                    <a:pt x="1045" y="492"/>
                  </a:cubicBezTo>
                  <a:cubicBezTo>
                    <a:pt x="1064" y="228"/>
                    <a:pt x="876" y="21"/>
                    <a:pt x="631" y="2"/>
                  </a:cubicBezTo>
                  <a:cubicBezTo>
                    <a:pt x="616" y="1"/>
                    <a:pt x="601" y="0"/>
                    <a:pt x="5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55"/>
            <p:cNvSpPr/>
            <p:nvPr/>
          </p:nvSpPr>
          <p:spPr>
            <a:xfrm>
              <a:off x="10234025" y="989297"/>
              <a:ext cx="22221" cy="18630"/>
            </a:xfrm>
            <a:custGeom>
              <a:avLst/>
              <a:gdLst/>
              <a:ahLst/>
              <a:cxnLst/>
              <a:rect l="l" t="t" r="r" b="b"/>
              <a:pathLst>
                <a:path w="693" h="581" extrusionOk="0">
                  <a:moveTo>
                    <a:pt x="388" y="0"/>
                  </a:moveTo>
                  <a:cubicBezTo>
                    <a:pt x="155" y="0"/>
                    <a:pt x="1" y="289"/>
                    <a:pt x="165" y="472"/>
                  </a:cubicBezTo>
                  <a:cubicBezTo>
                    <a:pt x="226" y="547"/>
                    <a:pt x="308" y="580"/>
                    <a:pt x="387" y="580"/>
                  </a:cubicBezTo>
                  <a:cubicBezTo>
                    <a:pt x="527" y="580"/>
                    <a:pt x="662" y="478"/>
                    <a:pt x="674" y="321"/>
                  </a:cubicBezTo>
                  <a:cubicBezTo>
                    <a:pt x="693" y="152"/>
                    <a:pt x="580" y="20"/>
                    <a:pt x="410" y="1"/>
                  </a:cubicBezTo>
                  <a:cubicBezTo>
                    <a:pt x="403" y="1"/>
                    <a:pt x="395" y="0"/>
                    <a:pt x="3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55"/>
            <p:cNvSpPr/>
            <p:nvPr/>
          </p:nvSpPr>
          <p:spPr>
            <a:xfrm>
              <a:off x="10626468" y="1153566"/>
              <a:ext cx="50310" cy="42518"/>
            </a:xfrm>
            <a:custGeom>
              <a:avLst/>
              <a:gdLst/>
              <a:ahLst/>
              <a:cxnLst/>
              <a:rect l="l" t="t" r="r" b="b"/>
              <a:pathLst>
                <a:path w="1569" h="1326" extrusionOk="0">
                  <a:moveTo>
                    <a:pt x="859" y="0"/>
                  </a:moveTo>
                  <a:cubicBezTo>
                    <a:pt x="316" y="0"/>
                    <a:pt x="0" y="643"/>
                    <a:pt x="362" y="1077"/>
                  </a:cubicBezTo>
                  <a:cubicBezTo>
                    <a:pt x="499" y="1249"/>
                    <a:pt x="686" y="1325"/>
                    <a:pt x="871" y="1325"/>
                  </a:cubicBezTo>
                  <a:cubicBezTo>
                    <a:pt x="1195" y="1325"/>
                    <a:pt x="1513" y="1091"/>
                    <a:pt x="1549" y="719"/>
                  </a:cubicBezTo>
                  <a:cubicBezTo>
                    <a:pt x="1568" y="343"/>
                    <a:pt x="1304" y="22"/>
                    <a:pt x="928" y="3"/>
                  </a:cubicBezTo>
                  <a:cubicBezTo>
                    <a:pt x="904" y="1"/>
                    <a:pt x="882" y="0"/>
                    <a:pt x="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55"/>
            <p:cNvSpPr/>
            <p:nvPr/>
          </p:nvSpPr>
          <p:spPr>
            <a:xfrm>
              <a:off x="10596840" y="1224238"/>
              <a:ext cx="40049" cy="33925"/>
            </a:xfrm>
            <a:custGeom>
              <a:avLst/>
              <a:gdLst/>
              <a:ahLst/>
              <a:cxnLst/>
              <a:rect l="l" t="t" r="r" b="b"/>
              <a:pathLst>
                <a:path w="1249" h="1058" extrusionOk="0">
                  <a:moveTo>
                    <a:pt x="675" y="0"/>
                  </a:moveTo>
                  <a:cubicBezTo>
                    <a:pt x="243" y="0"/>
                    <a:pt x="0" y="529"/>
                    <a:pt x="288" y="871"/>
                  </a:cubicBezTo>
                  <a:cubicBezTo>
                    <a:pt x="396" y="999"/>
                    <a:pt x="540" y="1057"/>
                    <a:pt x="684" y="1057"/>
                  </a:cubicBezTo>
                  <a:cubicBezTo>
                    <a:pt x="940" y="1057"/>
                    <a:pt x="1193" y="871"/>
                    <a:pt x="1230" y="569"/>
                  </a:cubicBezTo>
                  <a:cubicBezTo>
                    <a:pt x="1249" y="268"/>
                    <a:pt x="1022" y="23"/>
                    <a:pt x="740" y="4"/>
                  </a:cubicBezTo>
                  <a:cubicBezTo>
                    <a:pt x="718" y="1"/>
                    <a:pt x="696" y="0"/>
                    <a:pt x="6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55"/>
            <p:cNvSpPr/>
            <p:nvPr/>
          </p:nvSpPr>
          <p:spPr>
            <a:xfrm>
              <a:off x="10549544" y="1214586"/>
              <a:ext cx="25716" cy="21740"/>
            </a:xfrm>
            <a:custGeom>
              <a:avLst/>
              <a:gdLst/>
              <a:ahLst/>
              <a:cxnLst/>
              <a:rect l="l" t="t" r="r" b="b"/>
              <a:pathLst>
                <a:path w="802" h="678" extrusionOk="0">
                  <a:moveTo>
                    <a:pt x="419" y="1"/>
                  </a:moveTo>
                  <a:cubicBezTo>
                    <a:pt x="145" y="1"/>
                    <a:pt x="1" y="335"/>
                    <a:pt x="180" y="550"/>
                  </a:cubicBezTo>
                  <a:cubicBezTo>
                    <a:pt x="255" y="638"/>
                    <a:pt x="351" y="678"/>
                    <a:pt x="446" y="678"/>
                  </a:cubicBezTo>
                  <a:cubicBezTo>
                    <a:pt x="612" y="678"/>
                    <a:pt x="771" y="554"/>
                    <a:pt x="783" y="361"/>
                  </a:cubicBezTo>
                  <a:cubicBezTo>
                    <a:pt x="802" y="173"/>
                    <a:pt x="651" y="3"/>
                    <a:pt x="462" y="3"/>
                  </a:cubicBezTo>
                  <a:cubicBezTo>
                    <a:pt x="448" y="2"/>
                    <a:pt x="433" y="1"/>
                    <a:pt x="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55"/>
            <p:cNvSpPr/>
            <p:nvPr/>
          </p:nvSpPr>
          <p:spPr>
            <a:xfrm>
              <a:off x="10554611" y="1173415"/>
              <a:ext cx="38767" cy="35881"/>
            </a:xfrm>
            <a:custGeom>
              <a:avLst/>
              <a:gdLst/>
              <a:ahLst/>
              <a:cxnLst/>
              <a:rect l="l" t="t" r="r" b="b"/>
              <a:pathLst>
                <a:path w="1209" h="1119" extrusionOk="0">
                  <a:moveTo>
                    <a:pt x="591" y="1"/>
                  </a:moveTo>
                  <a:cubicBezTo>
                    <a:pt x="324" y="1"/>
                    <a:pt x="65" y="199"/>
                    <a:pt x="41" y="515"/>
                  </a:cubicBezTo>
                  <a:cubicBezTo>
                    <a:pt x="0" y="865"/>
                    <a:pt x="286" y="1118"/>
                    <a:pt x="591" y="1118"/>
                  </a:cubicBezTo>
                  <a:cubicBezTo>
                    <a:pt x="712" y="1118"/>
                    <a:pt x="837" y="1078"/>
                    <a:pt x="945" y="986"/>
                  </a:cubicBezTo>
                  <a:cubicBezTo>
                    <a:pt x="1171" y="779"/>
                    <a:pt x="1209" y="440"/>
                    <a:pt x="1002" y="195"/>
                  </a:cubicBezTo>
                  <a:cubicBezTo>
                    <a:pt x="888" y="61"/>
                    <a:pt x="738" y="1"/>
                    <a:pt x="5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55"/>
            <p:cNvSpPr/>
            <p:nvPr/>
          </p:nvSpPr>
          <p:spPr>
            <a:xfrm>
              <a:off x="10521936" y="1119129"/>
              <a:ext cx="55152" cy="46911"/>
            </a:xfrm>
            <a:custGeom>
              <a:avLst/>
              <a:gdLst/>
              <a:ahLst/>
              <a:cxnLst/>
              <a:rect l="l" t="t" r="r" b="b"/>
              <a:pathLst>
                <a:path w="1720" h="1463" extrusionOk="0">
                  <a:moveTo>
                    <a:pt x="954" y="0"/>
                  </a:moveTo>
                  <a:cubicBezTo>
                    <a:pt x="354" y="0"/>
                    <a:pt x="0" y="719"/>
                    <a:pt x="400" y="1209"/>
                  </a:cubicBezTo>
                  <a:cubicBezTo>
                    <a:pt x="548" y="1384"/>
                    <a:pt x="746" y="1463"/>
                    <a:pt x="944" y="1463"/>
                  </a:cubicBezTo>
                  <a:cubicBezTo>
                    <a:pt x="1299" y="1463"/>
                    <a:pt x="1652" y="1207"/>
                    <a:pt x="1700" y="795"/>
                  </a:cubicBezTo>
                  <a:cubicBezTo>
                    <a:pt x="1719" y="399"/>
                    <a:pt x="1418" y="41"/>
                    <a:pt x="1022" y="3"/>
                  </a:cubicBezTo>
                  <a:cubicBezTo>
                    <a:pt x="999" y="1"/>
                    <a:pt x="976" y="0"/>
                    <a:pt x="9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55"/>
            <p:cNvSpPr/>
            <p:nvPr/>
          </p:nvSpPr>
          <p:spPr>
            <a:xfrm>
              <a:off x="10486569" y="1161486"/>
              <a:ext cx="27063" cy="22862"/>
            </a:xfrm>
            <a:custGeom>
              <a:avLst/>
              <a:gdLst/>
              <a:ahLst/>
              <a:cxnLst/>
              <a:rect l="l" t="t" r="r" b="b"/>
              <a:pathLst>
                <a:path w="844" h="713" extrusionOk="0">
                  <a:moveTo>
                    <a:pt x="480" y="1"/>
                  </a:moveTo>
                  <a:cubicBezTo>
                    <a:pt x="175" y="1"/>
                    <a:pt x="1" y="347"/>
                    <a:pt x="203" y="585"/>
                  </a:cubicBezTo>
                  <a:cubicBezTo>
                    <a:pt x="277" y="673"/>
                    <a:pt x="375" y="712"/>
                    <a:pt x="471" y="712"/>
                  </a:cubicBezTo>
                  <a:cubicBezTo>
                    <a:pt x="645" y="712"/>
                    <a:pt x="813" y="584"/>
                    <a:pt x="825" y="378"/>
                  </a:cubicBezTo>
                  <a:cubicBezTo>
                    <a:pt x="844" y="190"/>
                    <a:pt x="693" y="20"/>
                    <a:pt x="504" y="1"/>
                  </a:cubicBezTo>
                  <a:cubicBezTo>
                    <a:pt x="496" y="1"/>
                    <a:pt x="488" y="1"/>
                    <a:pt x="480" y="1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55"/>
            <p:cNvSpPr/>
            <p:nvPr/>
          </p:nvSpPr>
          <p:spPr>
            <a:xfrm>
              <a:off x="10474801" y="1067151"/>
              <a:ext cx="56370" cy="47969"/>
            </a:xfrm>
            <a:custGeom>
              <a:avLst/>
              <a:gdLst/>
              <a:ahLst/>
              <a:cxnLst/>
              <a:rect l="l" t="t" r="r" b="b"/>
              <a:pathLst>
                <a:path w="1758" h="1496" extrusionOk="0">
                  <a:moveTo>
                    <a:pt x="973" y="1"/>
                  </a:moveTo>
                  <a:cubicBezTo>
                    <a:pt x="355" y="1"/>
                    <a:pt x="1" y="738"/>
                    <a:pt x="419" y="1229"/>
                  </a:cubicBezTo>
                  <a:cubicBezTo>
                    <a:pt x="569" y="1412"/>
                    <a:pt x="775" y="1495"/>
                    <a:pt x="980" y="1495"/>
                  </a:cubicBezTo>
                  <a:cubicBezTo>
                    <a:pt x="1343" y="1495"/>
                    <a:pt x="1702" y="1235"/>
                    <a:pt x="1738" y="814"/>
                  </a:cubicBezTo>
                  <a:cubicBezTo>
                    <a:pt x="1757" y="400"/>
                    <a:pt x="1456" y="23"/>
                    <a:pt x="1041" y="4"/>
                  </a:cubicBezTo>
                  <a:cubicBezTo>
                    <a:pt x="1018" y="2"/>
                    <a:pt x="995" y="1"/>
                    <a:pt x="9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55"/>
            <p:cNvSpPr/>
            <p:nvPr/>
          </p:nvSpPr>
          <p:spPr>
            <a:xfrm>
              <a:off x="10478456" y="1197688"/>
              <a:ext cx="58134" cy="49380"/>
            </a:xfrm>
            <a:custGeom>
              <a:avLst/>
              <a:gdLst/>
              <a:ahLst/>
              <a:cxnLst/>
              <a:rect l="l" t="t" r="r" b="b"/>
              <a:pathLst>
                <a:path w="1813" h="1540" extrusionOk="0">
                  <a:moveTo>
                    <a:pt x="1009" y="0"/>
                  </a:moveTo>
                  <a:cubicBezTo>
                    <a:pt x="372" y="0"/>
                    <a:pt x="0" y="756"/>
                    <a:pt x="437" y="1265"/>
                  </a:cubicBezTo>
                  <a:cubicBezTo>
                    <a:pt x="592" y="1454"/>
                    <a:pt x="801" y="1539"/>
                    <a:pt x="1008" y="1539"/>
                  </a:cubicBezTo>
                  <a:cubicBezTo>
                    <a:pt x="1379" y="1539"/>
                    <a:pt x="1745" y="1267"/>
                    <a:pt x="1794" y="832"/>
                  </a:cubicBezTo>
                  <a:cubicBezTo>
                    <a:pt x="1813" y="417"/>
                    <a:pt x="1511" y="41"/>
                    <a:pt x="1078" y="3"/>
                  </a:cubicBezTo>
                  <a:cubicBezTo>
                    <a:pt x="1055" y="1"/>
                    <a:pt x="1032" y="0"/>
                    <a:pt x="10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55"/>
            <p:cNvSpPr/>
            <p:nvPr/>
          </p:nvSpPr>
          <p:spPr>
            <a:xfrm>
              <a:off x="10505615" y="1132435"/>
              <a:ext cx="64803" cy="55216"/>
            </a:xfrm>
            <a:custGeom>
              <a:avLst/>
              <a:gdLst/>
              <a:ahLst/>
              <a:cxnLst/>
              <a:rect l="l" t="t" r="r" b="b"/>
              <a:pathLst>
                <a:path w="2021" h="1722" extrusionOk="0">
                  <a:moveTo>
                    <a:pt x="1123" y="0"/>
                  </a:moveTo>
                  <a:cubicBezTo>
                    <a:pt x="411" y="0"/>
                    <a:pt x="1" y="850"/>
                    <a:pt x="476" y="1416"/>
                  </a:cubicBezTo>
                  <a:cubicBezTo>
                    <a:pt x="652" y="1626"/>
                    <a:pt x="890" y="1722"/>
                    <a:pt x="1124" y="1722"/>
                  </a:cubicBezTo>
                  <a:cubicBezTo>
                    <a:pt x="1541" y="1722"/>
                    <a:pt x="1947" y="1420"/>
                    <a:pt x="1983" y="926"/>
                  </a:cubicBezTo>
                  <a:cubicBezTo>
                    <a:pt x="2021" y="455"/>
                    <a:pt x="1682" y="41"/>
                    <a:pt x="1192" y="3"/>
                  </a:cubicBezTo>
                  <a:cubicBezTo>
                    <a:pt x="1169" y="1"/>
                    <a:pt x="1146" y="0"/>
                    <a:pt x="1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55"/>
            <p:cNvSpPr/>
            <p:nvPr/>
          </p:nvSpPr>
          <p:spPr>
            <a:xfrm>
              <a:off x="10465919" y="1134808"/>
              <a:ext cx="73685" cy="62302"/>
            </a:xfrm>
            <a:custGeom>
              <a:avLst/>
              <a:gdLst/>
              <a:ahLst/>
              <a:cxnLst/>
              <a:rect l="l" t="t" r="r" b="b"/>
              <a:pathLst>
                <a:path w="2298" h="1943" extrusionOk="0">
                  <a:moveTo>
                    <a:pt x="1282" y="0"/>
                  </a:moveTo>
                  <a:cubicBezTo>
                    <a:pt x="471" y="0"/>
                    <a:pt x="1" y="951"/>
                    <a:pt x="546" y="1587"/>
                  </a:cubicBezTo>
                  <a:cubicBezTo>
                    <a:pt x="743" y="1832"/>
                    <a:pt x="1012" y="1942"/>
                    <a:pt x="1279" y="1942"/>
                  </a:cubicBezTo>
                  <a:cubicBezTo>
                    <a:pt x="1750" y="1942"/>
                    <a:pt x="2212" y="1601"/>
                    <a:pt x="2260" y="1059"/>
                  </a:cubicBezTo>
                  <a:cubicBezTo>
                    <a:pt x="2298" y="513"/>
                    <a:pt x="1902" y="42"/>
                    <a:pt x="1375" y="4"/>
                  </a:cubicBezTo>
                  <a:cubicBezTo>
                    <a:pt x="1343" y="2"/>
                    <a:pt x="1313" y="0"/>
                    <a:pt x="12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55"/>
            <p:cNvSpPr/>
            <p:nvPr/>
          </p:nvSpPr>
          <p:spPr>
            <a:xfrm>
              <a:off x="10576158" y="1266595"/>
              <a:ext cx="43224" cy="36650"/>
            </a:xfrm>
            <a:custGeom>
              <a:avLst/>
              <a:gdLst/>
              <a:ahLst/>
              <a:cxnLst/>
              <a:rect l="l" t="t" r="r" b="b"/>
              <a:pathLst>
                <a:path w="1348" h="1143" extrusionOk="0">
                  <a:moveTo>
                    <a:pt x="754" y="0"/>
                  </a:moveTo>
                  <a:cubicBezTo>
                    <a:pt x="274" y="0"/>
                    <a:pt x="1" y="561"/>
                    <a:pt x="330" y="944"/>
                  </a:cubicBezTo>
                  <a:cubicBezTo>
                    <a:pt x="445" y="1080"/>
                    <a:pt x="603" y="1143"/>
                    <a:pt x="759" y="1143"/>
                  </a:cubicBezTo>
                  <a:cubicBezTo>
                    <a:pt x="1034" y="1143"/>
                    <a:pt x="1304" y="948"/>
                    <a:pt x="1328" y="624"/>
                  </a:cubicBezTo>
                  <a:cubicBezTo>
                    <a:pt x="1347" y="303"/>
                    <a:pt x="1121" y="21"/>
                    <a:pt x="801" y="2"/>
                  </a:cubicBezTo>
                  <a:cubicBezTo>
                    <a:pt x="785" y="1"/>
                    <a:pt x="769" y="0"/>
                    <a:pt x="7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55"/>
            <p:cNvSpPr/>
            <p:nvPr/>
          </p:nvSpPr>
          <p:spPr>
            <a:xfrm>
              <a:off x="10511676" y="1249633"/>
              <a:ext cx="48482" cy="41236"/>
            </a:xfrm>
            <a:custGeom>
              <a:avLst/>
              <a:gdLst/>
              <a:ahLst/>
              <a:cxnLst/>
              <a:rect l="l" t="t" r="r" b="b"/>
              <a:pathLst>
                <a:path w="1512" h="1286" extrusionOk="0">
                  <a:moveTo>
                    <a:pt x="843" y="0"/>
                  </a:moveTo>
                  <a:cubicBezTo>
                    <a:pt x="316" y="0"/>
                    <a:pt x="0" y="642"/>
                    <a:pt x="362" y="1059"/>
                  </a:cubicBezTo>
                  <a:cubicBezTo>
                    <a:pt x="491" y="1215"/>
                    <a:pt x="666" y="1285"/>
                    <a:pt x="841" y="1285"/>
                  </a:cubicBezTo>
                  <a:cubicBezTo>
                    <a:pt x="1150" y="1285"/>
                    <a:pt x="1457" y="1062"/>
                    <a:pt x="1493" y="701"/>
                  </a:cubicBezTo>
                  <a:cubicBezTo>
                    <a:pt x="1512" y="343"/>
                    <a:pt x="1248" y="41"/>
                    <a:pt x="909" y="3"/>
                  </a:cubicBezTo>
                  <a:cubicBezTo>
                    <a:pt x="886" y="1"/>
                    <a:pt x="864" y="0"/>
                    <a:pt x="8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55"/>
            <p:cNvSpPr/>
            <p:nvPr/>
          </p:nvSpPr>
          <p:spPr>
            <a:xfrm>
              <a:off x="10457582" y="1238827"/>
              <a:ext cx="35496" cy="30366"/>
            </a:xfrm>
            <a:custGeom>
              <a:avLst/>
              <a:gdLst/>
              <a:ahLst/>
              <a:cxnLst/>
              <a:rect l="l" t="t" r="r" b="b"/>
              <a:pathLst>
                <a:path w="1107" h="947" extrusionOk="0">
                  <a:moveTo>
                    <a:pt x="631" y="1"/>
                  </a:moveTo>
                  <a:cubicBezTo>
                    <a:pt x="231" y="1"/>
                    <a:pt x="0" y="460"/>
                    <a:pt x="259" y="774"/>
                  </a:cubicBezTo>
                  <a:cubicBezTo>
                    <a:pt x="357" y="892"/>
                    <a:pt x="490" y="946"/>
                    <a:pt x="622" y="946"/>
                  </a:cubicBezTo>
                  <a:cubicBezTo>
                    <a:pt x="846" y="946"/>
                    <a:pt x="1064" y="790"/>
                    <a:pt x="1088" y="529"/>
                  </a:cubicBezTo>
                  <a:cubicBezTo>
                    <a:pt x="1107" y="265"/>
                    <a:pt x="919" y="20"/>
                    <a:pt x="655" y="1"/>
                  </a:cubicBezTo>
                  <a:cubicBezTo>
                    <a:pt x="647" y="1"/>
                    <a:pt x="639" y="1"/>
                    <a:pt x="6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55"/>
            <p:cNvSpPr/>
            <p:nvPr/>
          </p:nvSpPr>
          <p:spPr>
            <a:xfrm>
              <a:off x="10421637" y="1192846"/>
              <a:ext cx="59962" cy="51015"/>
            </a:xfrm>
            <a:custGeom>
              <a:avLst/>
              <a:gdLst/>
              <a:ahLst/>
              <a:cxnLst/>
              <a:rect l="l" t="t" r="r" b="b"/>
              <a:pathLst>
                <a:path w="1870" h="1591" extrusionOk="0">
                  <a:moveTo>
                    <a:pt x="1046" y="0"/>
                  </a:moveTo>
                  <a:cubicBezTo>
                    <a:pt x="374" y="0"/>
                    <a:pt x="1" y="775"/>
                    <a:pt x="438" y="1303"/>
                  </a:cubicBezTo>
                  <a:cubicBezTo>
                    <a:pt x="602" y="1501"/>
                    <a:pt x="823" y="1590"/>
                    <a:pt x="1040" y="1590"/>
                  </a:cubicBezTo>
                  <a:cubicBezTo>
                    <a:pt x="1423" y="1590"/>
                    <a:pt x="1796" y="1314"/>
                    <a:pt x="1832" y="870"/>
                  </a:cubicBezTo>
                  <a:cubicBezTo>
                    <a:pt x="1870" y="418"/>
                    <a:pt x="1550" y="41"/>
                    <a:pt x="1116" y="3"/>
                  </a:cubicBezTo>
                  <a:cubicBezTo>
                    <a:pt x="1092" y="1"/>
                    <a:pt x="1069" y="0"/>
                    <a:pt x="10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55"/>
            <p:cNvSpPr/>
            <p:nvPr/>
          </p:nvSpPr>
          <p:spPr>
            <a:xfrm>
              <a:off x="10495515" y="1186144"/>
              <a:ext cx="64034" cy="54286"/>
            </a:xfrm>
            <a:custGeom>
              <a:avLst/>
              <a:gdLst/>
              <a:ahLst/>
              <a:cxnLst/>
              <a:rect l="l" t="t" r="r" b="b"/>
              <a:pathLst>
                <a:path w="1997" h="1693" extrusionOk="0">
                  <a:moveTo>
                    <a:pt x="1097" y="0"/>
                  </a:moveTo>
                  <a:cubicBezTo>
                    <a:pt x="398" y="0"/>
                    <a:pt x="0" y="839"/>
                    <a:pt x="470" y="1399"/>
                  </a:cubicBezTo>
                  <a:cubicBezTo>
                    <a:pt x="645" y="1601"/>
                    <a:pt x="877" y="1692"/>
                    <a:pt x="1106" y="1692"/>
                  </a:cubicBezTo>
                  <a:cubicBezTo>
                    <a:pt x="1519" y="1692"/>
                    <a:pt x="1923" y="1394"/>
                    <a:pt x="1959" y="909"/>
                  </a:cubicBezTo>
                  <a:cubicBezTo>
                    <a:pt x="1997" y="438"/>
                    <a:pt x="1658" y="43"/>
                    <a:pt x="1186" y="5"/>
                  </a:cubicBezTo>
                  <a:cubicBezTo>
                    <a:pt x="1156" y="2"/>
                    <a:pt x="1126" y="0"/>
                    <a:pt x="10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55"/>
            <p:cNvSpPr/>
            <p:nvPr/>
          </p:nvSpPr>
          <p:spPr>
            <a:xfrm>
              <a:off x="10668153" y="1370454"/>
              <a:ext cx="48482" cy="40626"/>
            </a:xfrm>
            <a:custGeom>
              <a:avLst/>
              <a:gdLst/>
              <a:ahLst/>
              <a:cxnLst/>
              <a:rect l="l" t="t" r="r" b="b"/>
              <a:pathLst>
                <a:path w="1512" h="1267" extrusionOk="0">
                  <a:moveTo>
                    <a:pt x="841" y="0"/>
                  </a:moveTo>
                  <a:cubicBezTo>
                    <a:pt x="316" y="0"/>
                    <a:pt x="1" y="624"/>
                    <a:pt x="362" y="1040"/>
                  </a:cubicBezTo>
                  <a:cubicBezTo>
                    <a:pt x="491" y="1196"/>
                    <a:pt x="667" y="1267"/>
                    <a:pt x="840" y="1267"/>
                  </a:cubicBezTo>
                  <a:cubicBezTo>
                    <a:pt x="1148" y="1267"/>
                    <a:pt x="1450" y="1044"/>
                    <a:pt x="1474" y="682"/>
                  </a:cubicBezTo>
                  <a:cubicBezTo>
                    <a:pt x="1512" y="324"/>
                    <a:pt x="1248" y="23"/>
                    <a:pt x="909" y="4"/>
                  </a:cubicBezTo>
                  <a:cubicBezTo>
                    <a:pt x="886" y="2"/>
                    <a:pt x="863" y="0"/>
                    <a:pt x="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5882;p55"/>
            <p:cNvSpPr/>
            <p:nvPr/>
          </p:nvSpPr>
          <p:spPr>
            <a:xfrm>
              <a:off x="10696402" y="1346950"/>
              <a:ext cx="49861" cy="42198"/>
            </a:xfrm>
            <a:custGeom>
              <a:avLst/>
              <a:gdLst/>
              <a:ahLst/>
              <a:cxnLst/>
              <a:rect l="l" t="t" r="r" b="b"/>
              <a:pathLst>
                <a:path w="1555" h="1316" extrusionOk="0">
                  <a:moveTo>
                    <a:pt x="884" y="0"/>
                  </a:moveTo>
                  <a:cubicBezTo>
                    <a:pt x="312" y="0"/>
                    <a:pt x="0" y="654"/>
                    <a:pt x="367" y="1076"/>
                  </a:cubicBezTo>
                  <a:cubicBezTo>
                    <a:pt x="504" y="1241"/>
                    <a:pt x="690" y="1316"/>
                    <a:pt x="871" y="1316"/>
                  </a:cubicBezTo>
                  <a:cubicBezTo>
                    <a:pt x="1187" y="1316"/>
                    <a:pt x="1492" y="1089"/>
                    <a:pt x="1516" y="718"/>
                  </a:cubicBezTo>
                  <a:cubicBezTo>
                    <a:pt x="1554" y="341"/>
                    <a:pt x="1290" y="40"/>
                    <a:pt x="932" y="2"/>
                  </a:cubicBezTo>
                  <a:cubicBezTo>
                    <a:pt x="916" y="1"/>
                    <a:pt x="900" y="0"/>
                    <a:pt x="8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5883;p55"/>
            <p:cNvSpPr/>
            <p:nvPr/>
          </p:nvSpPr>
          <p:spPr>
            <a:xfrm>
              <a:off x="10720034" y="1296191"/>
              <a:ext cx="18950" cy="15263"/>
            </a:xfrm>
            <a:custGeom>
              <a:avLst/>
              <a:gdLst/>
              <a:ahLst/>
              <a:cxnLst/>
              <a:rect l="l" t="t" r="r" b="b"/>
              <a:pathLst>
                <a:path w="591" h="476" extrusionOk="0">
                  <a:moveTo>
                    <a:pt x="330" y="0"/>
                  </a:moveTo>
                  <a:cubicBezTo>
                    <a:pt x="41" y="0"/>
                    <a:pt x="1" y="455"/>
                    <a:pt x="327" y="473"/>
                  </a:cubicBezTo>
                  <a:cubicBezTo>
                    <a:pt x="338" y="475"/>
                    <a:pt x="350" y="476"/>
                    <a:pt x="361" y="476"/>
                  </a:cubicBezTo>
                  <a:cubicBezTo>
                    <a:pt x="478" y="476"/>
                    <a:pt x="572" y="387"/>
                    <a:pt x="572" y="266"/>
                  </a:cubicBezTo>
                  <a:cubicBezTo>
                    <a:pt x="591" y="115"/>
                    <a:pt x="497" y="2"/>
                    <a:pt x="365" y="2"/>
                  </a:cubicBezTo>
                  <a:cubicBezTo>
                    <a:pt x="353" y="1"/>
                    <a:pt x="342" y="0"/>
                    <a:pt x="3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5884;p55"/>
            <p:cNvSpPr/>
            <p:nvPr/>
          </p:nvSpPr>
          <p:spPr>
            <a:xfrm>
              <a:off x="10691240" y="1311358"/>
              <a:ext cx="14525" cy="14012"/>
            </a:xfrm>
            <a:custGeom>
              <a:avLst/>
              <a:gdLst/>
              <a:ahLst/>
              <a:cxnLst/>
              <a:rect l="l" t="t" r="r" b="b"/>
              <a:pathLst>
                <a:path w="453" h="437" extrusionOk="0">
                  <a:moveTo>
                    <a:pt x="245" y="0"/>
                  </a:moveTo>
                  <a:cubicBezTo>
                    <a:pt x="132" y="0"/>
                    <a:pt x="19" y="76"/>
                    <a:pt x="19" y="208"/>
                  </a:cubicBezTo>
                  <a:cubicBezTo>
                    <a:pt x="0" y="321"/>
                    <a:pt x="95" y="434"/>
                    <a:pt x="208" y="434"/>
                  </a:cubicBezTo>
                  <a:cubicBezTo>
                    <a:pt x="217" y="435"/>
                    <a:pt x="227" y="436"/>
                    <a:pt x="237" y="436"/>
                  </a:cubicBezTo>
                  <a:cubicBezTo>
                    <a:pt x="340" y="436"/>
                    <a:pt x="435" y="349"/>
                    <a:pt x="453" y="245"/>
                  </a:cubicBezTo>
                  <a:cubicBezTo>
                    <a:pt x="453" y="113"/>
                    <a:pt x="358" y="19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5885;p55"/>
            <p:cNvSpPr/>
            <p:nvPr/>
          </p:nvSpPr>
          <p:spPr>
            <a:xfrm>
              <a:off x="10706663" y="1250274"/>
              <a:ext cx="35977" cy="30205"/>
            </a:xfrm>
            <a:custGeom>
              <a:avLst/>
              <a:gdLst/>
              <a:ahLst/>
              <a:cxnLst/>
              <a:rect l="l" t="t" r="r" b="b"/>
              <a:pathLst>
                <a:path w="1122" h="942" extrusionOk="0">
                  <a:moveTo>
                    <a:pt x="624" y="0"/>
                  </a:moveTo>
                  <a:cubicBezTo>
                    <a:pt x="236" y="0"/>
                    <a:pt x="0" y="466"/>
                    <a:pt x="254" y="775"/>
                  </a:cubicBezTo>
                  <a:cubicBezTo>
                    <a:pt x="356" y="890"/>
                    <a:pt x="489" y="942"/>
                    <a:pt x="620" y="942"/>
                  </a:cubicBezTo>
                  <a:cubicBezTo>
                    <a:pt x="853" y="942"/>
                    <a:pt x="1078" y="777"/>
                    <a:pt x="1102" y="511"/>
                  </a:cubicBezTo>
                  <a:cubicBezTo>
                    <a:pt x="1121" y="247"/>
                    <a:pt x="933" y="21"/>
                    <a:pt x="669" y="2"/>
                  </a:cubicBezTo>
                  <a:cubicBezTo>
                    <a:pt x="654" y="1"/>
                    <a:pt x="639" y="0"/>
                    <a:pt x="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5886;p55"/>
            <p:cNvSpPr/>
            <p:nvPr/>
          </p:nvSpPr>
          <p:spPr>
            <a:xfrm>
              <a:off x="10668858" y="1242418"/>
              <a:ext cx="21227" cy="20297"/>
            </a:xfrm>
            <a:custGeom>
              <a:avLst/>
              <a:gdLst/>
              <a:ahLst/>
              <a:cxnLst/>
              <a:rect l="l" t="t" r="r" b="b"/>
              <a:pathLst>
                <a:path w="662" h="633" extrusionOk="0">
                  <a:moveTo>
                    <a:pt x="328" y="1"/>
                  </a:moveTo>
                  <a:cubicBezTo>
                    <a:pt x="182" y="1"/>
                    <a:pt x="38" y="92"/>
                    <a:pt x="20" y="285"/>
                  </a:cubicBezTo>
                  <a:cubicBezTo>
                    <a:pt x="0" y="514"/>
                    <a:pt x="164" y="632"/>
                    <a:pt x="329" y="632"/>
                  </a:cubicBezTo>
                  <a:cubicBezTo>
                    <a:pt x="476" y="632"/>
                    <a:pt x="624" y="537"/>
                    <a:pt x="642" y="341"/>
                  </a:cubicBezTo>
                  <a:cubicBezTo>
                    <a:pt x="662" y="120"/>
                    <a:pt x="494" y="1"/>
                    <a:pt x="3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5887;p55"/>
            <p:cNvSpPr/>
            <p:nvPr/>
          </p:nvSpPr>
          <p:spPr>
            <a:xfrm>
              <a:off x="10726768" y="1235717"/>
              <a:ext cx="53933" cy="45308"/>
            </a:xfrm>
            <a:custGeom>
              <a:avLst/>
              <a:gdLst/>
              <a:ahLst/>
              <a:cxnLst/>
              <a:rect l="l" t="t" r="r" b="b"/>
              <a:pathLst>
                <a:path w="1682" h="1413" extrusionOk="0">
                  <a:moveTo>
                    <a:pt x="935" y="1"/>
                  </a:moveTo>
                  <a:cubicBezTo>
                    <a:pt x="353" y="1"/>
                    <a:pt x="0" y="700"/>
                    <a:pt x="400" y="1153"/>
                  </a:cubicBezTo>
                  <a:cubicBezTo>
                    <a:pt x="551" y="1332"/>
                    <a:pt x="751" y="1413"/>
                    <a:pt x="948" y="1413"/>
                  </a:cubicBezTo>
                  <a:cubicBezTo>
                    <a:pt x="1291" y="1413"/>
                    <a:pt x="1619" y="1165"/>
                    <a:pt x="1643" y="758"/>
                  </a:cubicBezTo>
                  <a:cubicBezTo>
                    <a:pt x="1681" y="381"/>
                    <a:pt x="1398" y="42"/>
                    <a:pt x="1003" y="4"/>
                  </a:cubicBezTo>
                  <a:cubicBezTo>
                    <a:pt x="980" y="2"/>
                    <a:pt x="958" y="1"/>
                    <a:pt x="9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5888;p55"/>
            <p:cNvSpPr/>
            <p:nvPr/>
          </p:nvSpPr>
          <p:spPr>
            <a:xfrm>
              <a:off x="10586996" y="1378310"/>
              <a:ext cx="19688" cy="17219"/>
            </a:xfrm>
            <a:custGeom>
              <a:avLst/>
              <a:gdLst/>
              <a:ahLst/>
              <a:cxnLst/>
              <a:rect l="l" t="t" r="r" b="b"/>
              <a:pathLst>
                <a:path w="614" h="537" extrusionOk="0">
                  <a:moveTo>
                    <a:pt x="328" y="0"/>
                  </a:moveTo>
                  <a:cubicBezTo>
                    <a:pt x="125" y="0"/>
                    <a:pt x="1" y="260"/>
                    <a:pt x="142" y="437"/>
                  </a:cubicBezTo>
                  <a:cubicBezTo>
                    <a:pt x="197" y="506"/>
                    <a:pt x="272" y="537"/>
                    <a:pt x="346" y="537"/>
                  </a:cubicBezTo>
                  <a:cubicBezTo>
                    <a:pt x="475" y="537"/>
                    <a:pt x="601" y="442"/>
                    <a:pt x="613" y="286"/>
                  </a:cubicBezTo>
                  <a:cubicBezTo>
                    <a:pt x="613" y="136"/>
                    <a:pt x="519" y="23"/>
                    <a:pt x="368" y="4"/>
                  </a:cubicBezTo>
                  <a:cubicBezTo>
                    <a:pt x="355" y="2"/>
                    <a:pt x="341" y="0"/>
                    <a:pt x="328" y="0"/>
                  </a:cubicBezTo>
                  <a:close/>
                </a:path>
              </a:pathLst>
            </a:custGeom>
            <a:solidFill>
              <a:srgbClr val="889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5889;p55"/>
            <p:cNvSpPr/>
            <p:nvPr/>
          </p:nvSpPr>
          <p:spPr>
            <a:xfrm>
              <a:off x="10566058" y="1353556"/>
              <a:ext cx="59352" cy="50150"/>
            </a:xfrm>
            <a:custGeom>
              <a:avLst/>
              <a:gdLst/>
              <a:ahLst/>
              <a:cxnLst/>
              <a:rect l="l" t="t" r="r" b="b"/>
              <a:pathLst>
                <a:path w="1851" h="1564" extrusionOk="0">
                  <a:moveTo>
                    <a:pt x="1030" y="0"/>
                  </a:moveTo>
                  <a:cubicBezTo>
                    <a:pt x="391" y="0"/>
                    <a:pt x="0" y="775"/>
                    <a:pt x="437" y="1285"/>
                  </a:cubicBezTo>
                  <a:cubicBezTo>
                    <a:pt x="602" y="1476"/>
                    <a:pt x="820" y="1563"/>
                    <a:pt x="1035" y="1563"/>
                  </a:cubicBezTo>
                  <a:cubicBezTo>
                    <a:pt x="1412" y="1563"/>
                    <a:pt x="1777" y="1295"/>
                    <a:pt x="1813" y="851"/>
                  </a:cubicBezTo>
                  <a:cubicBezTo>
                    <a:pt x="1851" y="437"/>
                    <a:pt x="1530" y="41"/>
                    <a:pt x="1097" y="3"/>
                  </a:cubicBezTo>
                  <a:cubicBezTo>
                    <a:pt x="1074" y="1"/>
                    <a:pt x="1052" y="0"/>
                    <a:pt x="10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5890;p55"/>
            <p:cNvSpPr/>
            <p:nvPr/>
          </p:nvSpPr>
          <p:spPr>
            <a:xfrm>
              <a:off x="10605145" y="1443594"/>
              <a:ext cx="31744" cy="26582"/>
            </a:xfrm>
            <a:custGeom>
              <a:avLst/>
              <a:gdLst/>
              <a:ahLst/>
              <a:cxnLst/>
              <a:rect l="l" t="t" r="r" b="b"/>
              <a:pathLst>
                <a:path w="990" h="829" extrusionOk="0">
                  <a:moveTo>
                    <a:pt x="548" y="1"/>
                  </a:moveTo>
                  <a:cubicBezTo>
                    <a:pt x="199" y="1"/>
                    <a:pt x="1" y="410"/>
                    <a:pt x="236" y="681"/>
                  </a:cubicBezTo>
                  <a:cubicBezTo>
                    <a:pt x="317" y="783"/>
                    <a:pt x="430" y="828"/>
                    <a:pt x="544" y="828"/>
                  </a:cubicBezTo>
                  <a:cubicBezTo>
                    <a:pt x="745" y="828"/>
                    <a:pt x="947" y="684"/>
                    <a:pt x="971" y="455"/>
                  </a:cubicBezTo>
                  <a:cubicBezTo>
                    <a:pt x="990" y="229"/>
                    <a:pt x="820" y="22"/>
                    <a:pt x="594" y="3"/>
                  </a:cubicBezTo>
                  <a:cubicBezTo>
                    <a:pt x="578" y="1"/>
                    <a:pt x="563" y="1"/>
                    <a:pt x="5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5891;p55"/>
            <p:cNvSpPr/>
            <p:nvPr/>
          </p:nvSpPr>
          <p:spPr>
            <a:xfrm>
              <a:off x="10632625" y="1408034"/>
              <a:ext cx="52009" cy="51977"/>
            </a:xfrm>
            <a:custGeom>
              <a:avLst/>
              <a:gdLst/>
              <a:ahLst/>
              <a:cxnLst/>
              <a:rect l="l" t="t" r="r" b="b"/>
              <a:pathLst>
                <a:path w="1622" h="1621" extrusionOk="0">
                  <a:moveTo>
                    <a:pt x="811" y="0"/>
                  </a:moveTo>
                  <a:cubicBezTo>
                    <a:pt x="359" y="0"/>
                    <a:pt x="1" y="358"/>
                    <a:pt x="1" y="810"/>
                  </a:cubicBezTo>
                  <a:cubicBezTo>
                    <a:pt x="1" y="1263"/>
                    <a:pt x="359" y="1621"/>
                    <a:pt x="811" y="1621"/>
                  </a:cubicBezTo>
                  <a:cubicBezTo>
                    <a:pt x="1263" y="1621"/>
                    <a:pt x="1621" y="1263"/>
                    <a:pt x="1621" y="810"/>
                  </a:cubicBezTo>
                  <a:cubicBezTo>
                    <a:pt x="1621" y="358"/>
                    <a:pt x="1263" y="0"/>
                    <a:pt x="8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5892;p55"/>
            <p:cNvSpPr/>
            <p:nvPr/>
          </p:nvSpPr>
          <p:spPr>
            <a:xfrm>
              <a:off x="10589465" y="1404347"/>
              <a:ext cx="45019" cy="37965"/>
            </a:xfrm>
            <a:custGeom>
              <a:avLst/>
              <a:gdLst/>
              <a:ahLst/>
              <a:cxnLst/>
              <a:rect l="l" t="t" r="r" b="b"/>
              <a:pathLst>
                <a:path w="1404" h="1184" extrusionOk="0">
                  <a:moveTo>
                    <a:pt x="791" y="0"/>
                  </a:moveTo>
                  <a:cubicBezTo>
                    <a:pt x="292" y="0"/>
                    <a:pt x="0" y="579"/>
                    <a:pt x="329" y="963"/>
                  </a:cubicBezTo>
                  <a:cubicBezTo>
                    <a:pt x="453" y="1115"/>
                    <a:pt x="620" y="1183"/>
                    <a:pt x="784" y="1183"/>
                  </a:cubicBezTo>
                  <a:cubicBezTo>
                    <a:pt x="1068" y="1183"/>
                    <a:pt x="1342" y="977"/>
                    <a:pt x="1366" y="643"/>
                  </a:cubicBezTo>
                  <a:cubicBezTo>
                    <a:pt x="1403" y="304"/>
                    <a:pt x="1158" y="21"/>
                    <a:pt x="838" y="2"/>
                  </a:cubicBezTo>
                  <a:cubicBezTo>
                    <a:pt x="822" y="1"/>
                    <a:pt x="806" y="0"/>
                    <a:pt x="7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5893;p55"/>
            <p:cNvSpPr/>
            <p:nvPr/>
          </p:nvSpPr>
          <p:spPr>
            <a:xfrm>
              <a:off x="10610757" y="1432692"/>
              <a:ext cx="52106" cy="44282"/>
            </a:xfrm>
            <a:custGeom>
              <a:avLst/>
              <a:gdLst/>
              <a:ahLst/>
              <a:cxnLst/>
              <a:rect l="l" t="t" r="r" b="b"/>
              <a:pathLst>
                <a:path w="1625" h="1381" extrusionOk="0">
                  <a:moveTo>
                    <a:pt x="915" y="0"/>
                  </a:moveTo>
                  <a:cubicBezTo>
                    <a:pt x="335" y="0"/>
                    <a:pt x="0" y="681"/>
                    <a:pt x="381" y="1134"/>
                  </a:cubicBezTo>
                  <a:cubicBezTo>
                    <a:pt x="530" y="1304"/>
                    <a:pt x="723" y="1380"/>
                    <a:pt x="912" y="1380"/>
                  </a:cubicBezTo>
                  <a:cubicBezTo>
                    <a:pt x="1248" y="1380"/>
                    <a:pt x="1570" y="1137"/>
                    <a:pt x="1606" y="739"/>
                  </a:cubicBezTo>
                  <a:cubicBezTo>
                    <a:pt x="1625" y="362"/>
                    <a:pt x="1361" y="41"/>
                    <a:pt x="984" y="4"/>
                  </a:cubicBezTo>
                  <a:cubicBezTo>
                    <a:pt x="961" y="2"/>
                    <a:pt x="938" y="0"/>
                    <a:pt x="9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5894;p55"/>
            <p:cNvSpPr/>
            <p:nvPr/>
          </p:nvSpPr>
          <p:spPr>
            <a:xfrm>
              <a:off x="10645323" y="1535974"/>
              <a:ext cx="64803" cy="55216"/>
            </a:xfrm>
            <a:custGeom>
              <a:avLst/>
              <a:gdLst/>
              <a:ahLst/>
              <a:cxnLst/>
              <a:rect l="l" t="t" r="r" b="b"/>
              <a:pathLst>
                <a:path w="2021" h="1722" extrusionOk="0">
                  <a:moveTo>
                    <a:pt x="897" y="0"/>
                  </a:moveTo>
                  <a:cubicBezTo>
                    <a:pt x="481" y="0"/>
                    <a:pt x="74" y="302"/>
                    <a:pt x="38" y="796"/>
                  </a:cubicBezTo>
                  <a:cubicBezTo>
                    <a:pt x="0" y="1267"/>
                    <a:pt x="340" y="1682"/>
                    <a:pt x="829" y="1719"/>
                  </a:cubicBezTo>
                  <a:cubicBezTo>
                    <a:pt x="853" y="1721"/>
                    <a:pt x="875" y="1722"/>
                    <a:pt x="898" y="1722"/>
                  </a:cubicBezTo>
                  <a:cubicBezTo>
                    <a:pt x="1610" y="1722"/>
                    <a:pt x="2020" y="872"/>
                    <a:pt x="1545" y="306"/>
                  </a:cubicBezTo>
                  <a:cubicBezTo>
                    <a:pt x="1369" y="96"/>
                    <a:pt x="1131" y="0"/>
                    <a:pt x="8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5" name="Google Shape;5895;p55"/>
            <p:cNvSpPr/>
            <p:nvPr/>
          </p:nvSpPr>
          <p:spPr>
            <a:xfrm>
              <a:off x="10596103" y="1526995"/>
              <a:ext cx="41396" cy="35079"/>
            </a:xfrm>
            <a:custGeom>
              <a:avLst/>
              <a:gdLst/>
              <a:ahLst/>
              <a:cxnLst/>
              <a:rect l="l" t="t" r="r" b="b"/>
              <a:pathLst>
                <a:path w="1291" h="1094" extrusionOk="0">
                  <a:moveTo>
                    <a:pt x="718" y="0"/>
                  </a:moveTo>
                  <a:cubicBezTo>
                    <a:pt x="273" y="0"/>
                    <a:pt x="0" y="542"/>
                    <a:pt x="311" y="907"/>
                  </a:cubicBezTo>
                  <a:cubicBezTo>
                    <a:pt x="419" y="1035"/>
                    <a:pt x="566" y="1093"/>
                    <a:pt x="711" y="1093"/>
                  </a:cubicBezTo>
                  <a:cubicBezTo>
                    <a:pt x="972" y="1093"/>
                    <a:pt x="1229" y="907"/>
                    <a:pt x="1253" y="605"/>
                  </a:cubicBezTo>
                  <a:cubicBezTo>
                    <a:pt x="1290" y="304"/>
                    <a:pt x="1064" y="40"/>
                    <a:pt x="763" y="2"/>
                  </a:cubicBezTo>
                  <a:cubicBezTo>
                    <a:pt x="748" y="1"/>
                    <a:pt x="733" y="0"/>
                    <a:pt x="7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6" name="Google Shape;5896;p55"/>
            <p:cNvSpPr/>
            <p:nvPr/>
          </p:nvSpPr>
          <p:spPr>
            <a:xfrm>
              <a:off x="10690791" y="1491980"/>
              <a:ext cx="22221" cy="19207"/>
            </a:xfrm>
            <a:custGeom>
              <a:avLst/>
              <a:gdLst/>
              <a:ahLst/>
              <a:cxnLst/>
              <a:rect l="l" t="t" r="r" b="b"/>
              <a:pathLst>
                <a:path w="693" h="599" extrusionOk="0">
                  <a:moveTo>
                    <a:pt x="387" y="0"/>
                  </a:moveTo>
                  <a:cubicBezTo>
                    <a:pt x="138" y="0"/>
                    <a:pt x="1" y="290"/>
                    <a:pt x="165" y="491"/>
                  </a:cubicBezTo>
                  <a:cubicBezTo>
                    <a:pt x="226" y="565"/>
                    <a:pt x="306" y="598"/>
                    <a:pt x="385" y="598"/>
                  </a:cubicBezTo>
                  <a:cubicBezTo>
                    <a:pt x="528" y="598"/>
                    <a:pt x="669" y="491"/>
                    <a:pt x="693" y="322"/>
                  </a:cubicBezTo>
                  <a:cubicBezTo>
                    <a:pt x="693" y="152"/>
                    <a:pt x="580" y="20"/>
                    <a:pt x="410" y="1"/>
                  </a:cubicBezTo>
                  <a:cubicBezTo>
                    <a:pt x="402" y="1"/>
                    <a:pt x="394" y="0"/>
                    <a:pt x="3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7" name="Google Shape;5897;p55"/>
            <p:cNvSpPr/>
            <p:nvPr/>
          </p:nvSpPr>
          <p:spPr>
            <a:xfrm>
              <a:off x="10564583" y="1466777"/>
              <a:ext cx="32193" cy="30526"/>
            </a:xfrm>
            <a:custGeom>
              <a:avLst/>
              <a:gdLst/>
              <a:ahLst/>
              <a:cxnLst/>
              <a:rect l="l" t="t" r="r" b="b"/>
              <a:pathLst>
                <a:path w="1004" h="952" extrusionOk="0">
                  <a:moveTo>
                    <a:pt x="497" y="1"/>
                  </a:moveTo>
                  <a:cubicBezTo>
                    <a:pt x="277" y="1"/>
                    <a:pt x="57" y="139"/>
                    <a:pt x="31" y="429"/>
                  </a:cubicBezTo>
                  <a:cubicBezTo>
                    <a:pt x="1" y="771"/>
                    <a:pt x="255" y="952"/>
                    <a:pt x="507" y="952"/>
                  </a:cubicBezTo>
                  <a:cubicBezTo>
                    <a:pt x="728" y="952"/>
                    <a:pt x="947" y="814"/>
                    <a:pt x="973" y="523"/>
                  </a:cubicBezTo>
                  <a:cubicBezTo>
                    <a:pt x="1003" y="182"/>
                    <a:pt x="749" y="1"/>
                    <a:pt x="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8" name="Google Shape;5898;p55"/>
            <p:cNvSpPr/>
            <p:nvPr/>
          </p:nvSpPr>
          <p:spPr>
            <a:xfrm>
              <a:off x="10493367" y="1470176"/>
              <a:ext cx="28121" cy="23504"/>
            </a:xfrm>
            <a:custGeom>
              <a:avLst/>
              <a:gdLst/>
              <a:ahLst/>
              <a:cxnLst/>
              <a:rect l="l" t="t" r="r" b="b"/>
              <a:pathLst>
                <a:path w="877" h="733" extrusionOk="0">
                  <a:moveTo>
                    <a:pt x="472" y="0"/>
                  </a:moveTo>
                  <a:cubicBezTo>
                    <a:pt x="163" y="0"/>
                    <a:pt x="1" y="354"/>
                    <a:pt x="198" y="606"/>
                  </a:cubicBezTo>
                  <a:cubicBezTo>
                    <a:pt x="279" y="693"/>
                    <a:pt x="381" y="733"/>
                    <a:pt x="481" y="733"/>
                  </a:cubicBezTo>
                  <a:cubicBezTo>
                    <a:pt x="661" y="733"/>
                    <a:pt x="834" y="605"/>
                    <a:pt x="858" y="399"/>
                  </a:cubicBezTo>
                  <a:cubicBezTo>
                    <a:pt x="877" y="191"/>
                    <a:pt x="726" y="3"/>
                    <a:pt x="519" y="3"/>
                  </a:cubicBezTo>
                  <a:cubicBezTo>
                    <a:pt x="503" y="1"/>
                    <a:pt x="487" y="0"/>
                    <a:pt x="4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9" name="Google Shape;5899;p55"/>
            <p:cNvSpPr/>
            <p:nvPr/>
          </p:nvSpPr>
          <p:spPr>
            <a:xfrm>
              <a:off x="10530979" y="1437534"/>
              <a:ext cx="52138" cy="44859"/>
            </a:xfrm>
            <a:custGeom>
              <a:avLst/>
              <a:gdLst/>
              <a:ahLst/>
              <a:cxnLst/>
              <a:rect l="l" t="t" r="r" b="b"/>
              <a:pathLst>
                <a:path w="1626" h="1399" extrusionOk="0">
                  <a:moveTo>
                    <a:pt x="899" y="0"/>
                  </a:moveTo>
                  <a:cubicBezTo>
                    <a:pt x="319" y="0"/>
                    <a:pt x="1" y="699"/>
                    <a:pt x="382" y="1153"/>
                  </a:cubicBezTo>
                  <a:cubicBezTo>
                    <a:pt x="524" y="1322"/>
                    <a:pt x="715" y="1399"/>
                    <a:pt x="904" y="1399"/>
                  </a:cubicBezTo>
                  <a:cubicBezTo>
                    <a:pt x="1241" y="1399"/>
                    <a:pt x="1571" y="1155"/>
                    <a:pt x="1607" y="757"/>
                  </a:cubicBezTo>
                  <a:cubicBezTo>
                    <a:pt x="1626" y="380"/>
                    <a:pt x="1343" y="41"/>
                    <a:pt x="966" y="3"/>
                  </a:cubicBezTo>
                  <a:cubicBezTo>
                    <a:pt x="943" y="1"/>
                    <a:pt x="921" y="0"/>
                    <a:pt x="8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0" name="Google Shape;5900;p55"/>
            <p:cNvSpPr/>
            <p:nvPr/>
          </p:nvSpPr>
          <p:spPr>
            <a:xfrm>
              <a:off x="10565898" y="1394663"/>
              <a:ext cx="38959" cy="33283"/>
            </a:xfrm>
            <a:custGeom>
              <a:avLst/>
              <a:gdLst/>
              <a:ahLst/>
              <a:cxnLst/>
              <a:rect l="l" t="t" r="r" b="b"/>
              <a:pathLst>
                <a:path w="1215" h="1038" extrusionOk="0">
                  <a:moveTo>
                    <a:pt x="681" y="1"/>
                  </a:moveTo>
                  <a:cubicBezTo>
                    <a:pt x="255" y="1"/>
                    <a:pt x="0" y="523"/>
                    <a:pt x="292" y="850"/>
                  </a:cubicBezTo>
                  <a:cubicBezTo>
                    <a:pt x="401" y="980"/>
                    <a:pt x="544" y="1038"/>
                    <a:pt x="684" y="1038"/>
                  </a:cubicBezTo>
                  <a:cubicBezTo>
                    <a:pt x="933" y="1038"/>
                    <a:pt x="1172" y="857"/>
                    <a:pt x="1196" y="568"/>
                  </a:cubicBezTo>
                  <a:cubicBezTo>
                    <a:pt x="1215" y="285"/>
                    <a:pt x="1008" y="40"/>
                    <a:pt x="725" y="3"/>
                  </a:cubicBezTo>
                  <a:cubicBezTo>
                    <a:pt x="710" y="1"/>
                    <a:pt x="695" y="1"/>
                    <a:pt x="6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1" name="Google Shape;5901;p55"/>
            <p:cNvSpPr/>
            <p:nvPr/>
          </p:nvSpPr>
          <p:spPr>
            <a:xfrm>
              <a:off x="10546755" y="952839"/>
              <a:ext cx="130633" cy="110528"/>
            </a:xfrm>
            <a:custGeom>
              <a:avLst/>
              <a:gdLst/>
              <a:ahLst/>
              <a:cxnLst/>
              <a:rect l="l" t="t" r="r" b="b"/>
              <a:pathLst>
                <a:path w="4074" h="3447" extrusionOk="0">
                  <a:moveTo>
                    <a:pt x="2256" y="1"/>
                  </a:moveTo>
                  <a:cubicBezTo>
                    <a:pt x="826" y="1"/>
                    <a:pt x="0" y="1707"/>
                    <a:pt x="964" y="2834"/>
                  </a:cubicBezTo>
                  <a:cubicBezTo>
                    <a:pt x="1318" y="3256"/>
                    <a:pt x="1794" y="3447"/>
                    <a:pt x="2265" y="3447"/>
                  </a:cubicBezTo>
                  <a:cubicBezTo>
                    <a:pt x="3098" y="3447"/>
                    <a:pt x="3913" y="2848"/>
                    <a:pt x="3998" y="1873"/>
                  </a:cubicBezTo>
                  <a:cubicBezTo>
                    <a:pt x="4073" y="912"/>
                    <a:pt x="3376" y="83"/>
                    <a:pt x="2415" y="8"/>
                  </a:cubicBezTo>
                  <a:cubicBezTo>
                    <a:pt x="2361" y="3"/>
                    <a:pt x="2308" y="1"/>
                    <a:pt x="2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2" name="Google Shape;5902;p55"/>
            <p:cNvSpPr/>
            <p:nvPr/>
          </p:nvSpPr>
          <p:spPr>
            <a:xfrm>
              <a:off x="10515139" y="905864"/>
              <a:ext cx="38991" cy="33027"/>
            </a:xfrm>
            <a:custGeom>
              <a:avLst/>
              <a:gdLst/>
              <a:ahLst/>
              <a:cxnLst/>
              <a:rect l="l" t="t" r="r" b="b"/>
              <a:pathLst>
                <a:path w="1216" h="1030" extrusionOk="0">
                  <a:moveTo>
                    <a:pt x="680" y="1"/>
                  </a:moveTo>
                  <a:cubicBezTo>
                    <a:pt x="254" y="1"/>
                    <a:pt x="1" y="505"/>
                    <a:pt x="292" y="851"/>
                  </a:cubicBezTo>
                  <a:cubicBezTo>
                    <a:pt x="401" y="974"/>
                    <a:pt x="545" y="1030"/>
                    <a:pt x="686" y="1030"/>
                  </a:cubicBezTo>
                  <a:cubicBezTo>
                    <a:pt x="934" y="1030"/>
                    <a:pt x="1172" y="856"/>
                    <a:pt x="1196" y="568"/>
                  </a:cubicBezTo>
                  <a:cubicBezTo>
                    <a:pt x="1215" y="286"/>
                    <a:pt x="1008" y="22"/>
                    <a:pt x="725" y="3"/>
                  </a:cubicBezTo>
                  <a:cubicBezTo>
                    <a:pt x="710" y="2"/>
                    <a:pt x="695" y="1"/>
                    <a:pt x="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3" name="Google Shape;5903;p55"/>
            <p:cNvSpPr/>
            <p:nvPr/>
          </p:nvSpPr>
          <p:spPr>
            <a:xfrm>
              <a:off x="10542490" y="888902"/>
              <a:ext cx="49092" cy="41717"/>
            </a:xfrm>
            <a:custGeom>
              <a:avLst/>
              <a:gdLst/>
              <a:ahLst/>
              <a:cxnLst/>
              <a:rect l="l" t="t" r="r" b="b"/>
              <a:pathLst>
                <a:path w="1531" h="1301" extrusionOk="0">
                  <a:moveTo>
                    <a:pt x="843" y="1"/>
                  </a:moveTo>
                  <a:cubicBezTo>
                    <a:pt x="316" y="1"/>
                    <a:pt x="0" y="643"/>
                    <a:pt x="362" y="1059"/>
                  </a:cubicBezTo>
                  <a:cubicBezTo>
                    <a:pt x="500" y="1225"/>
                    <a:pt x="684" y="1300"/>
                    <a:pt x="865" y="1300"/>
                  </a:cubicBezTo>
                  <a:cubicBezTo>
                    <a:pt x="1176" y="1300"/>
                    <a:pt x="1476" y="1078"/>
                    <a:pt x="1512" y="720"/>
                  </a:cubicBezTo>
                  <a:cubicBezTo>
                    <a:pt x="1530" y="343"/>
                    <a:pt x="1267" y="42"/>
                    <a:pt x="909" y="4"/>
                  </a:cubicBezTo>
                  <a:cubicBezTo>
                    <a:pt x="886" y="2"/>
                    <a:pt x="864" y="1"/>
                    <a:pt x="8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4" name="Google Shape;5904;p55"/>
            <p:cNvSpPr/>
            <p:nvPr/>
          </p:nvSpPr>
          <p:spPr>
            <a:xfrm>
              <a:off x="10428595" y="865302"/>
              <a:ext cx="94720" cy="80611"/>
            </a:xfrm>
            <a:custGeom>
              <a:avLst/>
              <a:gdLst/>
              <a:ahLst/>
              <a:cxnLst/>
              <a:rect l="l" t="t" r="r" b="b"/>
              <a:pathLst>
                <a:path w="2954" h="2514" extrusionOk="0">
                  <a:moveTo>
                    <a:pt x="1650" y="1"/>
                  </a:moveTo>
                  <a:cubicBezTo>
                    <a:pt x="592" y="1"/>
                    <a:pt x="1" y="1241"/>
                    <a:pt x="692" y="2059"/>
                  </a:cubicBezTo>
                  <a:cubicBezTo>
                    <a:pt x="951" y="2372"/>
                    <a:pt x="1298" y="2513"/>
                    <a:pt x="1640" y="2513"/>
                  </a:cubicBezTo>
                  <a:cubicBezTo>
                    <a:pt x="2246" y="2513"/>
                    <a:pt x="2836" y="2072"/>
                    <a:pt x="2897" y="1362"/>
                  </a:cubicBezTo>
                  <a:cubicBezTo>
                    <a:pt x="2953" y="684"/>
                    <a:pt x="2444" y="62"/>
                    <a:pt x="1766" y="5"/>
                  </a:cubicBezTo>
                  <a:cubicBezTo>
                    <a:pt x="1727" y="2"/>
                    <a:pt x="1688" y="1"/>
                    <a:pt x="16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5" name="Google Shape;5905;p55"/>
            <p:cNvSpPr/>
            <p:nvPr/>
          </p:nvSpPr>
          <p:spPr>
            <a:xfrm>
              <a:off x="10611205" y="915548"/>
              <a:ext cx="37163" cy="31392"/>
            </a:xfrm>
            <a:custGeom>
              <a:avLst/>
              <a:gdLst/>
              <a:ahLst/>
              <a:cxnLst/>
              <a:rect l="l" t="t" r="r" b="b"/>
              <a:pathLst>
                <a:path w="1159" h="979" extrusionOk="0">
                  <a:moveTo>
                    <a:pt x="642" y="0"/>
                  </a:moveTo>
                  <a:cubicBezTo>
                    <a:pt x="236" y="0"/>
                    <a:pt x="0" y="485"/>
                    <a:pt x="273" y="813"/>
                  </a:cubicBezTo>
                  <a:cubicBezTo>
                    <a:pt x="374" y="927"/>
                    <a:pt x="508" y="979"/>
                    <a:pt x="640" y="979"/>
                  </a:cubicBezTo>
                  <a:cubicBezTo>
                    <a:pt x="880" y="979"/>
                    <a:pt x="1115" y="809"/>
                    <a:pt x="1140" y="530"/>
                  </a:cubicBezTo>
                  <a:cubicBezTo>
                    <a:pt x="1159" y="266"/>
                    <a:pt x="951" y="21"/>
                    <a:pt x="688" y="2"/>
                  </a:cubicBezTo>
                  <a:cubicBezTo>
                    <a:pt x="672" y="1"/>
                    <a:pt x="657" y="0"/>
                    <a:pt x="6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6" name="Google Shape;5906;p55"/>
            <p:cNvSpPr/>
            <p:nvPr/>
          </p:nvSpPr>
          <p:spPr>
            <a:xfrm>
              <a:off x="10551981" y="940943"/>
              <a:ext cx="49252" cy="42198"/>
            </a:xfrm>
            <a:custGeom>
              <a:avLst/>
              <a:gdLst/>
              <a:ahLst/>
              <a:cxnLst/>
              <a:rect l="l" t="t" r="r" b="b"/>
              <a:pathLst>
                <a:path w="1536" h="1316" extrusionOk="0">
                  <a:moveTo>
                    <a:pt x="868" y="0"/>
                  </a:moveTo>
                  <a:cubicBezTo>
                    <a:pt x="312" y="0"/>
                    <a:pt x="1" y="654"/>
                    <a:pt x="368" y="1076"/>
                  </a:cubicBezTo>
                  <a:cubicBezTo>
                    <a:pt x="498" y="1241"/>
                    <a:pt x="679" y="1315"/>
                    <a:pt x="859" y="1315"/>
                  </a:cubicBezTo>
                  <a:cubicBezTo>
                    <a:pt x="1171" y="1315"/>
                    <a:pt x="1481" y="1089"/>
                    <a:pt x="1517" y="718"/>
                  </a:cubicBezTo>
                  <a:cubicBezTo>
                    <a:pt x="1536" y="360"/>
                    <a:pt x="1272" y="39"/>
                    <a:pt x="914" y="2"/>
                  </a:cubicBezTo>
                  <a:cubicBezTo>
                    <a:pt x="898" y="1"/>
                    <a:pt x="883" y="0"/>
                    <a:pt x="8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7" name="Google Shape;5907;p55"/>
            <p:cNvSpPr/>
            <p:nvPr/>
          </p:nvSpPr>
          <p:spPr>
            <a:xfrm>
              <a:off x="10493687" y="945080"/>
              <a:ext cx="64643" cy="54703"/>
            </a:xfrm>
            <a:custGeom>
              <a:avLst/>
              <a:gdLst/>
              <a:ahLst/>
              <a:cxnLst/>
              <a:rect l="l" t="t" r="r" b="b"/>
              <a:pathLst>
                <a:path w="2016" h="1706" extrusionOk="0">
                  <a:moveTo>
                    <a:pt x="1114" y="0"/>
                  </a:moveTo>
                  <a:cubicBezTo>
                    <a:pt x="398" y="0"/>
                    <a:pt x="1" y="838"/>
                    <a:pt x="471" y="1399"/>
                  </a:cubicBezTo>
                  <a:cubicBezTo>
                    <a:pt x="648" y="1610"/>
                    <a:pt x="887" y="1706"/>
                    <a:pt x="1123" y="1706"/>
                  </a:cubicBezTo>
                  <a:cubicBezTo>
                    <a:pt x="1538" y="1706"/>
                    <a:pt x="1942" y="1409"/>
                    <a:pt x="1978" y="928"/>
                  </a:cubicBezTo>
                  <a:cubicBezTo>
                    <a:pt x="2016" y="457"/>
                    <a:pt x="1677" y="42"/>
                    <a:pt x="1206" y="5"/>
                  </a:cubicBezTo>
                  <a:cubicBezTo>
                    <a:pt x="1175" y="2"/>
                    <a:pt x="1144" y="0"/>
                    <a:pt x="1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8" name="Google Shape;5908;p55"/>
            <p:cNvSpPr/>
            <p:nvPr/>
          </p:nvSpPr>
          <p:spPr>
            <a:xfrm>
              <a:off x="10466977" y="942707"/>
              <a:ext cx="67208" cy="56723"/>
            </a:xfrm>
            <a:custGeom>
              <a:avLst/>
              <a:gdLst/>
              <a:ahLst/>
              <a:cxnLst/>
              <a:rect l="l" t="t" r="r" b="b"/>
              <a:pathLst>
                <a:path w="2096" h="1769" extrusionOk="0">
                  <a:moveTo>
                    <a:pt x="1177" y="1"/>
                  </a:moveTo>
                  <a:cubicBezTo>
                    <a:pt x="429" y="1"/>
                    <a:pt x="0" y="869"/>
                    <a:pt x="494" y="1454"/>
                  </a:cubicBezTo>
                  <a:cubicBezTo>
                    <a:pt x="677" y="1671"/>
                    <a:pt x="920" y="1768"/>
                    <a:pt x="1161" y="1768"/>
                  </a:cubicBezTo>
                  <a:cubicBezTo>
                    <a:pt x="1590" y="1768"/>
                    <a:pt x="2009" y="1459"/>
                    <a:pt x="2058" y="964"/>
                  </a:cubicBezTo>
                  <a:cubicBezTo>
                    <a:pt x="2095" y="474"/>
                    <a:pt x="1737" y="41"/>
                    <a:pt x="1247" y="3"/>
                  </a:cubicBezTo>
                  <a:cubicBezTo>
                    <a:pt x="1224" y="2"/>
                    <a:pt x="1200" y="1"/>
                    <a:pt x="11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9" name="Google Shape;5909;p55"/>
            <p:cNvSpPr/>
            <p:nvPr/>
          </p:nvSpPr>
          <p:spPr>
            <a:xfrm>
              <a:off x="10790064" y="1101621"/>
              <a:ext cx="38350" cy="32450"/>
            </a:xfrm>
            <a:custGeom>
              <a:avLst/>
              <a:gdLst/>
              <a:ahLst/>
              <a:cxnLst/>
              <a:rect l="l" t="t" r="r" b="b"/>
              <a:pathLst>
                <a:path w="1196" h="1012" extrusionOk="0">
                  <a:moveTo>
                    <a:pt x="660" y="1"/>
                  </a:moveTo>
                  <a:cubicBezTo>
                    <a:pt x="236" y="1"/>
                    <a:pt x="0" y="504"/>
                    <a:pt x="291" y="832"/>
                  </a:cubicBezTo>
                  <a:cubicBezTo>
                    <a:pt x="394" y="955"/>
                    <a:pt x="533" y="1011"/>
                    <a:pt x="671" y="1011"/>
                  </a:cubicBezTo>
                  <a:cubicBezTo>
                    <a:pt x="914" y="1011"/>
                    <a:pt x="1153" y="838"/>
                    <a:pt x="1177" y="549"/>
                  </a:cubicBezTo>
                  <a:cubicBezTo>
                    <a:pt x="1196" y="267"/>
                    <a:pt x="988" y="22"/>
                    <a:pt x="706" y="3"/>
                  </a:cubicBezTo>
                  <a:cubicBezTo>
                    <a:pt x="690" y="2"/>
                    <a:pt x="675" y="1"/>
                    <a:pt x="6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0" name="Google Shape;5910;p55"/>
            <p:cNvSpPr/>
            <p:nvPr/>
          </p:nvSpPr>
          <p:spPr>
            <a:xfrm>
              <a:off x="10735329" y="1078374"/>
              <a:ext cx="40017" cy="33668"/>
            </a:xfrm>
            <a:custGeom>
              <a:avLst/>
              <a:gdLst/>
              <a:ahLst/>
              <a:cxnLst/>
              <a:rect l="l" t="t" r="r" b="b"/>
              <a:pathLst>
                <a:path w="1248" h="1050" extrusionOk="0">
                  <a:moveTo>
                    <a:pt x="693" y="0"/>
                  </a:moveTo>
                  <a:cubicBezTo>
                    <a:pt x="579" y="0"/>
                    <a:pt x="461" y="39"/>
                    <a:pt x="359" y="125"/>
                  </a:cubicBezTo>
                  <a:cubicBezTo>
                    <a:pt x="1" y="426"/>
                    <a:pt x="189" y="1011"/>
                    <a:pt x="660" y="1048"/>
                  </a:cubicBezTo>
                  <a:cubicBezTo>
                    <a:pt x="672" y="1049"/>
                    <a:pt x="684" y="1049"/>
                    <a:pt x="696" y="1049"/>
                  </a:cubicBezTo>
                  <a:cubicBezTo>
                    <a:pt x="963" y="1049"/>
                    <a:pt x="1189" y="848"/>
                    <a:pt x="1207" y="577"/>
                  </a:cubicBezTo>
                  <a:cubicBezTo>
                    <a:pt x="1247" y="241"/>
                    <a:pt x="980" y="0"/>
                    <a:pt x="6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1" name="Google Shape;5911;p55"/>
            <p:cNvSpPr/>
            <p:nvPr/>
          </p:nvSpPr>
          <p:spPr>
            <a:xfrm>
              <a:off x="10684602" y="1049002"/>
              <a:ext cx="72531" cy="61437"/>
            </a:xfrm>
            <a:custGeom>
              <a:avLst/>
              <a:gdLst/>
              <a:ahLst/>
              <a:cxnLst/>
              <a:rect l="l" t="t" r="r" b="b"/>
              <a:pathLst>
                <a:path w="2262" h="1916" extrusionOk="0">
                  <a:moveTo>
                    <a:pt x="1248" y="1"/>
                  </a:moveTo>
                  <a:cubicBezTo>
                    <a:pt x="455" y="1"/>
                    <a:pt x="1" y="951"/>
                    <a:pt x="528" y="1569"/>
                  </a:cubicBezTo>
                  <a:cubicBezTo>
                    <a:pt x="726" y="1808"/>
                    <a:pt x="993" y="1915"/>
                    <a:pt x="1257" y="1915"/>
                  </a:cubicBezTo>
                  <a:cubicBezTo>
                    <a:pt x="1721" y="1915"/>
                    <a:pt x="2176" y="1582"/>
                    <a:pt x="2224" y="1041"/>
                  </a:cubicBezTo>
                  <a:cubicBezTo>
                    <a:pt x="2261" y="513"/>
                    <a:pt x="1866" y="42"/>
                    <a:pt x="1338" y="5"/>
                  </a:cubicBezTo>
                  <a:cubicBezTo>
                    <a:pt x="1307" y="2"/>
                    <a:pt x="1277" y="1"/>
                    <a:pt x="12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2" name="Google Shape;5912;p55"/>
            <p:cNvSpPr/>
            <p:nvPr/>
          </p:nvSpPr>
          <p:spPr>
            <a:xfrm>
              <a:off x="10744756" y="1042429"/>
              <a:ext cx="48001" cy="40626"/>
            </a:xfrm>
            <a:custGeom>
              <a:avLst/>
              <a:gdLst/>
              <a:ahLst/>
              <a:cxnLst/>
              <a:rect l="l" t="t" r="r" b="b"/>
              <a:pathLst>
                <a:path w="1497" h="1267" extrusionOk="0">
                  <a:moveTo>
                    <a:pt x="847" y="1"/>
                  </a:moveTo>
                  <a:cubicBezTo>
                    <a:pt x="310" y="1"/>
                    <a:pt x="0" y="618"/>
                    <a:pt x="366" y="1039"/>
                  </a:cubicBezTo>
                  <a:cubicBezTo>
                    <a:pt x="496" y="1196"/>
                    <a:pt x="670" y="1266"/>
                    <a:pt x="843" y="1266"/>
                  </a:cubicBezTo>
                  <a:cubicBezTo>
                    <a:pt x="1146" y="1266"/>
                    <a:pt x="1442" y="1048"/>
                    <a:pt x="1478" y="699"/>
                  </a:cubicBezTo>
                  <a:cubicBezTo>
                    <a:pt x="1497" y="341"/>
                    <a:pt x="1252" y="40"/>
                    <a:pt x="894" y="2"/>
                  </a:cubicBezTo>
                  <a:cubicBezTo>
                    <a:pt x="878" y="1"/>
                    <a:pt x="862" y="1"/>
                    <a:pt x="8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13" name="Google Shape;5913;p55"/>
          <p:cNvGrpSpPr/>
          <p:nvPr/>
        </p:nvGrpSpPr>
        <p:grpSpPr>
          <a:xfrm>
            <a:off x="3571875" y="4781550"/>
            <a:ext cx="1971675" cy="0"/>
            <a:chOff x="6705600" y="4762500"/>
            <a:chExt cx="1971675" cy="0"/>
          </a:xfrm>
        </p:grpSpPr>
        <p:cxnSp>
          <p:nvCxnSpPr>
            <p:cNvPr id="5914" name="Google Shape;5914;p55"/>
            <p:cNvCxnSpPr/>
            <p:nvPr/>
          </p:nvCxnSpPr>
          <p:spPr>
            <a:xfrm>
              <a:off x="7000875" y="4762500"/>
              <a:ext cx="16764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15" name="Google Shape;5915;p55"/>
            <p:cNvCxnSpPr/>
            <p:nvPr/>
          </p:nvCxnSpPr>
          <p:spPr>
            <a:xfrm>
              <a:off x="6705600" y="4762500"/>
              <a:ext cx="1905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58" name="Picture 157">
            <a:extLst>
              <a:ext uri="{FF2B5EF4-FFF2-40B4-BE49-F238E27FC236}">
                <a16:creationId xmlns="" xmlns:a16="http://schemas.microsoft.com/office/drawing/2014/main" xmlns:lc="http://schemas.openxmlformats.org/drawingml/2006/lockedCanvas" id="{18FE2890-F45C-FD1B-8FFF-62BB6960C6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7317804" y="2490"/>
            <a:ext cx="1838626" cy="412660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="" xmlns:a16="http://schemas.microsoft.com/office/drawing/2014/main" xmlns:lc="http://schemas.openxmlformats.org/drawingml/2006/lockedCanvas" id="{ADD83C07-7039-3207-128A-5F04B0834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8647" cy="4606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2" grpId="0"/>
    </p:bldLst>
  </p:timing>
</p:sld>
</file>

<file path=ppt/theme/theme1.xml><?xml version="1.0" encoding="utf-8"?>
<a:theme xmlns:a="http://schemas.openxmlformats.org/drawingml/2006/main" name="Plant Care Workshop by Slidesgo">
  <a:themeElements>
    <a:clrScheme name="Simple Light">
      <a:dk1>
        <a:srgbClr val="FFF7F4"/>
      </a:dk1>
      <a:lt1>
        <a:srgbClr val="D1AA90"/>
      </a:lt1>
      <a:dk2>
        <a:srgbClr val="242222"/>
      </a:dk2>
      <a:lt2>
        <a:srgbClr val="BE9171"/>
      </a:lt2>
      <a:accent1>
        <a:srgbClr val="3B4926"/>
      </a:accent1>
      <a:accent2>
        <a:srgbClr val="6C7C4A"/>
      </a:accent2>
      <a:accent3>
        <a:srgbClr val="9AAC6A"/>
      </a:accent3>
      <a:accent4>
        <a:srgbClr val="E57E38"/>
      </a:accent4>
      <a:accent5>
        <a:srgbClr val="BF4343"/>
      </a:accent5>
      <a:accent6>
        <a:srgbClr val="753800"/>
      </a:accent6>
      <a:hlink>
        <a:srgbClr val="24222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377</Words>
  <Application>Microsoft Office PowerPoint</Application>
  <PresentationFormat>On-screen Show (16:9)</PresentationFormat>
  <Paragraphs>66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Signika Negative</vt:lpstr>
      <vt:lpstr>Arial</vt:lpstr>
      <vt:lpstr>Comfortaa</vt:lpstr>
      <vt:lpstr>Leckerli One</vt:lpstr>
      <vt:lpstr>Plant Care Workshop by Slidesgo</vt:lpstr>
      <vt:lpstr>PLANT CARE </vt:lpstr>
      <vt:lpstr>INTRODUCTION</vt:lpstr>
      <vt:lpstr>Python </vt:lpstr>
      <vt:lpstr>KEY FEATURES</vt:lpstr>
      <vt:lpstr>PowerPoint Presentation</vt:lpstr>
      <vt:lpstr>FUTURE SCOPE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CARE</dc:title>
  <dc:creator>Kisha</dc:creator>
  <cp:lastModifiedBy>Kisha</cp:lastModifiedBy>
  <cp:revision>12</cp:revision>
  <dcterms:modified xsi:type="dcterms:W3CDTF">2025-02-28T07:51:57Z</dcterms:modified>
</cp:coreProperties>
</file>